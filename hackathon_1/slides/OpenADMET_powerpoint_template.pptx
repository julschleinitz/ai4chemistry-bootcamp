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66" r:id="rId5"/>
    <p:sldId id="269" r:id="rId6"/>
    <p:sldId id="27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02"/>
    <p:restoredTop sz="94658"/>
  </p:normalViewPr>
  <p:slideViewPr>
    <p:cSldViewPr snapToGrid="0">
      <p:cViewPr>
        <p:scale>
          <a:sx n="79" d="100"/>
          <a:sy n="79" d="100"/>
        </p:scale>
        <p:origin x="240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5DCDC-0AFE-B43F-4146-525978DCC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F51C80-FDC8-CDC0-E4C3-2061DB70A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DC98D-FD03-7323-E1FE-57C83BE6B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D227-87D5-184D-BCC1-44952D45E751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F71CE-865D-96D6-E23B-963AD0C3F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F3B00-290C-569D-574A-B7257022D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8AED-E344-FC4A-9C50-D87DAA1E3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3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325E1-25E9-9E90-27D6-F3D54D283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A1737-4314-AD4D-9D75-F7C6DB082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DE291-79E7-888F-3798-01C484250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D227-87D5-184D-BCC1-44952D45E751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AE1B8-1972-6F3E-B2A4-36CCA5E6B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DC2B3-3D26-35A6-B40E-9A00724D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8AED-E344-FC4A-9C50-D87DAA1E3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610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837CC-6437-8032-726B-517AB50A8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900537-5A81-3DB0-91C3-708AD6FB2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83251-E3BB-9FEC-573B-B9A1EC624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D227-87D5-184D-BCC1-44952D45E751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C4C23-6E1A-82DE-406D-6C5DBA8AB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89911-8820-3F31-A04D-14A0FBB93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8AED-E344-FC4A-9C50-D87DAA1E3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26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CCF76-906E-E700-50E0-634C5518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39601-9F53-580F-4B89-FF8EF3BC0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AF6F76-DABD-784C-1CB0-5709C08D9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93F39-4F83-755D-098F-0EB588FEF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D227-87D5-184D-BCC1-44952D45E751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8B2EB-2254-FACC-EA4C-F0925E948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93A03-6AAC-6541-D7C4-541FB541C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8AED-E344-FC4A-9C50-D87DAA1E3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179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6C0F7-A980-AB32-1DEB-89FDF68D9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3EA94-3BAB-E3EF-C43C-B9A97815F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84F0F8-382C-AE8A-35FE-087C1D6D3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2A896-4462-0E33-E0CA-FC0E2FD5C4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45DB03-6573-F23C-4532-A2213E7B2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5AC021-C42B-3BD4-DD23-C9341B060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D227-87D5-184D-BCC1-44952D45E751}" type="datetimeFigureOut">
              <a:rPr lang="en-US" smtClean="0"/>
              <a:t>8/14/26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AAD1AF-F75E-75F3-58A3-6F7A62EC4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D17CC-E1D7-FAA2-0C57-C139183A1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8AED-E344-FC4A-9C50-D87DAA1E3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86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836AF-671B-B9CB-89D3-1DFFF7F97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644584-8156-14A0-DF74-398B42B7F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D227-87D5-184D-BCC1-44952D45E751}" type="datetimeFigureOut">
              <a:rPr lang="en-US" smtClean="0"/>
              <a:t>8/14/26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767B8E-7FC9-376F-CBBF-539BFD9BD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24682-DB0C-558D-CFDC-54A115496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8AED-E344-FC4A-9C50-D87DAA1E3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19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6E78D2-D6A4-E4E5-86D4-8BE4A7EDB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D227-87D5-184D-BCC1-44952D45E751}" type="datetimeFigureOut">
              <a:rPr lang="en-US" smtClean="0"/>
              <a:t>8/14/26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E27E21-BD9F-64C0-D596-D311F10EF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DB690-04F3-0B29-94E2-AAAC7AD54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8AED-E344-FC4A-9C50-D87DAA1E3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403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141F4-2E95-D43D-1343-C7B4224D0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EBCCD-2537-57E0-596E-05150D2BD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6AE890-5D8E-DA3F-7BE3-738C0B5CB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1D094-DC78-793B-7E03-6A22C5E1A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D227-87D5-184D-BCC1-44952D45E751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00C895-BE9C-9B45-D77F-A64E4EB52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0FBC-14E2-8A93-0E79-D1A7B03AF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8AED-E344-FC4A-9C50-D87DAA1E3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40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B6C2E-A0F8-7545-2500-2396F87E6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0E8985-C562-589B-8278-D5E41A5F2A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5E9108-238E-B416-8706-64772067A2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F25AD0-0089-7C45-0F5B-3A3260EEA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D227-87D5-184D-BCC1-44952D45E751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86B44-CB6B-C049-E153-C11A772E1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59227D-AD5F-9058-A5F8-D860494C8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8AED-E344-FC4A-9C50-D87DAA1E3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398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51983-9A37-050D-50F6-EC6FBAEC8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7A44AE-4CB7-6853-9DE6-034D40790C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2CDAE-74FD-12AF-5071-1DEF4AB59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D227-87D5-184D-BCC1-44952D45E751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7FF48-544E-ED9E-6A51-47C7DABC9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7ED5E-E55C-A6BD-D7C8-7409867DC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8AED-E344-FC4A-9C50-D87DAA1E3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810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A78BFE-F55C-7904-54DE-E57AF521EA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F0F6AF-5355-123B-CB3D-3F32A4A50F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4624F-3F4C-A0E3-9583-02D5D9BEA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D227-87D5-184D-BCC1-44952D45E751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75040-C261-FEAF-3B89-6B6764A93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EEB49-6DEF-023E-571D-C0B01BFB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8AED-E344-FC4A-9C50-D87DAA1E3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846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668716-26D8-8D1C-EA6D-ECA5064CC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8E9C9-D5D0-934C-CCBF-4DFE36E2C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7B2F8-4722-E596-626D-001A7CF78B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1BD227-87D5-184D-BCC1-44952D45E751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96ED8-350E-517B-B478-FF12C75D8B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C23D7-E536-10E9-8F3C-A602EA026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3C8AED-E344-FC4A-9C50-D87DAA1E3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7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EB59D-5BEB-F37B-7AF6-FD6E09DC30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Team Name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B4E2E-B237-0C3B-C227-8ADC1DCA2C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Team members</a:t>
            </a:r>
          </a:p>
        </p:txBody>
      </p:sp>
    </p:spTree>
    <p:extLst>
      <p:ext uri="{BB962C8B-B14F-4D97-AF65-F5344CB8AC3E}">
        <p14:creationId xmlns:p14="http://schemas.microsoft.com/office/powerpoint/2010/main" val="3794215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1F379-2592-5A0C-00AF-B83768F8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887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Our plan (at the start…)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E6E7CF-1FC3-8893-FF30-A3717F801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135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4AD54-BAF2-6503-110F-43720DAA0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8F9B4-5347-6575-027D-7EB36F92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887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Model details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20C8A3-3BA0-E2EA-858C-87A4BB77C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/>
          <a:lstStyle/>
          <a:p>
            <a:r>
              <a:rPr lang="en-US" dirty="0"/>
              <a:t>Molecular representation</a:t>
            </a:r>
          </a:p>
          <a:p>
            <a:r>
              <a:rPr lang="en-US" dirty="0"/>
              <a:t>Model architecture</a:t>
            </a:r>
          </a:p>
        </p:txBody>
      </p:sp>
    </p:spTree>
    <p:extLst>
      <p:ext uri="{BB962C8B-B14F-4D97-AF65-F5344CB8AC3E}">
        <p14:creationId xmlns:p14="http://schemas.microsoft.com/office/powerpoint/2010/main" val="1952461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AEB50-9001-CB69-011A-DD2D5E700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8867C-2FE1-233F-A4BC-B5EAF79EE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887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we validated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10175D-D897-AB97-8571-6934DD441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469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D4A32-C13F-9B46-C4F2-2D78C2CD0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D3893-A6FD-4EEF-B302-88309E4B6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887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Something unexpected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4F9C85-18B0-3814-EB33-980371BB1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595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2CC43-B29B-30EC-8A50-30F118835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0BF35-3A92-714E-17E3-F305A5C6F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887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we would do next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42D68F-7E6B-E802-38CA-6718DDC2A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608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27</Words>
  <Application>Microsoft Macintosh PowerPoint</Application>
  <PresentationFormat>Widescreen</PresentationFormat>
  <Paragraphs>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Helvetica Neue</vt:lpstr>
      <vt:lpstr>Office Theme</vt:lpstr>
      <vt:lpstr>Team Name</vt:lpstr>
      <vt:lpstr>Our plan (at the start…)</vt:lpstr>
      <vt:lpstr>Model details</vt:lpstr>
      <vt:lpstr>How we validated</vt:lpstr>
      <vt:lpstr>Something unexpected</vt:lpstr>
      <vt:lpstr>What we would do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Anjali Gurajapu</dc:creator>
  <cp:lastModifiedBy>Anjali Gurajapu</cp:lastModifiedBy>
  <cp:revision>2</cp:revision>
  <dcterms:created xsi:type="dcterms:W3CDTF">2026-08-14T11:25:47Z</dcterms:created>
  <dcterms:modified xsi:type="dcterms:W3CDTF">2026-08-14T12:02:35Z</dcterms:modified>
</cp:coreProperties>
</file>