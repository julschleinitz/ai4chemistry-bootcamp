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2" r:id="rId2"/>
  </p:sldMasterIdLst>
  <p:notesMasterIdLst>
    <p:notesMasterId r:id="rId41"/>
  </p:notesMasterIdLst>
  <p:sldIdLst>
    <p:sldId id="313" r:id="rId3"/>
    <p:sldId id="256" r:id="rId4"/>
    <p:sldId id="258" r:id="rId5"/>
    <p:sldId id="259" r:id="rId6"/>
    <p:sldId id="2146847340" r:id="rId7"/>
    <p:sldId id="2146847345" r:id="rId8"/>
    <p:sldId id="2146847349" r:id="rId9"/>
    <p:sldId id="2146847350" r:id="rId10"/>
    <p:sldId id="2146847351" r:id="rId11"/>
    <p:sldId id="2146847341" r:id="rId12"/>
    <p:sldId id="2146847342" r:id="rId13"/>
    <p:sldId id="2146847343" r:id="rId14"/>
    <p:sldId id="2146847344" r:id="rId15"/>
    <p:sldId id="2146847352" r:id="rId16"/>
    <p:sldId id="268" r:id="rId17"/>
    <p:sldId id="2146847353" r:id="rId18"/>
    <p:sldId id="2146847354" r:id="rId19"/>
    <p:sldId id="2146847355" r:id="rId20"/>
    <p:sldId id="2146847356" r:id="rId21"/>
    <p:sldId id="2146847357" r:id="rId22"/>
    <p:sldId id="2146847358" r:id="rId23"/>
    <p:sldId id="2146847359" r:id="rId24"/>
    <p:sldId id="281" r:id="rId25"/>
    <p:sldId id="2146847361" r:id="rId26"/>
    <p:sldId id="2146847362" r:id="rId27"/>
    <p:sldId id="2146847363" r:id="rId28"/>
    <p:sldId id="2146847360" r:id="rId29"/>
    <p:sldId id="457" r:id="rId30"/>
    <p:sldId id="659" r:id="rId31"/>
    <p:sldId id="862" r:id="rId32"/>
    <p:sldId id="1066" r:id="rId33"/>
    <p:sldId id="1271" r:id="rId34"/>
    <p:sldId id="1477" r:id="rId35"/>
    <p:sldId id="1684" r:id="rId36"/>
    <p:sldId id="1892" r:id="rId37"/>
    <p:sldId id="2101" r:id="rId38"/>
    <p:sldId id="2311" r:id="rId39"/>
    <p:sldId id="295"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0A44D15-9EE0-409A-98E4-561C7ACF5CEF}">
          <p14:sldIdLst>
            <p14:sldId id="313"/>
            <p14:sldId id="256"/>
            <p14:sldId id="258"/>
          </p14:sldIdLst>
        </p14:section>
        <p14:section name="Part I" id="{1F47D831-4587-45AC-B300-7385FAAA9F7B}">
          <p14:sldIdLst>
            <p14:sldId id="259"/>
            <p14:sldId id="2146847340"/>
            <p14:sldId id="2146847345"/>
            <p14:sldId id="2146847349"/>
            <p14:sldId id="2146847350"/>
            <p14:sldId id="2146847351"/>
            <p14:sldId id="2146847341"/>
            <p14:sldId id="2146847342"/>
            <p14:sldId id="2146847343"/>
            <p14:sldId id="2146847344"/>
            <p14:sldId id="2146847352"/>
          </p14:sldIdLst>
        </p14:section>
        <p14:section name="Part II" id="{AF29527A-4172-4FE4-9E50-C58DBF8C681E}">
          <p14:sldIdLst>
            <p14:sldId id="268"/>
            <p14:sldId id="2146847353"/>
            <p14:sldId id="2146847354"/>
            <p14:sldId id="2146847355"/>
            <p14:sldId id="2146847356"/>
            <p14:sldId id="2146847357"/>
            <p14:sldId id="2146847358"/>
            <p14:sldId id="2146847359"/>
          </p14:sldIdLst>
        </p14:section>
        <p14:section name="Part III" id="{89EFF71F-0FB4-4794-909B-FD0D4EDD7913}">
          <p14:sldIdLst>
            <p14:sldId id="281"/>
            <p14:sldId id="2146847361"/>
            <p14:sldId id="2146847362"/>
            <p14:sldId id="2146847363"/>
            <p14:sldId id="2146847360"/>
            <p14:sldId id="457"/>
            <p14:sldId id="659"/>
            <p14:sldId id="862"/>
            <p14:sldId id="1066"/>
            <p14:sldId id="1271"/>
            <p14:sldId id="1477"/>
            <p14:sldId id="1684"/>
            <p14:sldId id="1892"/>
            <p14:sldId id="2101"/>
            <p14:sldId id="2311"/>
            <p14:sldId id="29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761"/>
    <a:srgbClr val="E67E2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DFDF99-CD52-40F3-BD7D-9FCEAACD3663}" v="63" dt="2026-08-20T13:47:41.6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516" autoAdjust="0"/>
  </p:normalViewPr>
  <p:slideViewPr>
    <p:cSldViewPr snapToGrid="0" snapToObjects="1">
      <p:cViewPr>
        <p:scale>
          <a:sx n="53" d="100"/>
          <a:sy n="53" d="100"/>
        </p:scale>
        <p:origin x="1084"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iner, Ben (B)" userId="db925a48-ca58-4dcf-b594-955bb056bb20" providerId="ADAL" clId="{6181BEA9-9D87-456A-854F-E2D33B5493A7}"/>
    <pc:docChg chg="undo redo custSel addSld delSld modSld sldOrd addSection delSection modSection">
      <pc:chgData name="Reiner, Ben (B)" userId="db925a48-ca58-4dcf-b594-955bb056bb20" providerId="ADAL" clId="{6181BEA9-9D87-456A-854F-E2D33B5493A7}" dt="2026-08-20T14:00:16.332" v="16753" actId="207"/>
      <pc:docMkLst>
        <pc:docMk/>
      </pc:docMkLst>
      <pc:sldChg chg="modSp mod">
        <pc:chgData name="Reiner, Ben (B)" userId="db925a48-ca58-4dcf-b594-955bb056bb20" providerId="ADAL" clId="{6181BEA9-9D87-456A-854F-E2D33B5493A7}" dt="2026-08-19T16:58:12.464" v="1278" actId="20577"/>
        <pc:sldMkLst>
          <pc:docMk/>
          <pc:sldMk cId="0" sldId="256"/>
        </pc:sldMkLst>
        <pc:spChg chg="mod">
          <ac:chgData name="Reiner, Ben (B)" userId="db925a48-ca58-4dcf-b594-955bb056bb20" providerId="ADAL" clId="{6181BEA9-9D87-456A-854F-E2D33B5493A7}" dt="2026-08-19T16:56:40.429" v="1055" actId="20577"/>
          <ac:spMkLst>
            <pc:docMk/>
            <pc:sldMk cId="0" sldId="256"/>
            <ac:spMk id="3" creationId="{00000000-0000-0000-0000-000000000000}"/>
          </ac:spMkLst>
        </pc:spChg>
        <pc:spChg chg="mod">
          <ac:chgData name="Reiner, Ben (B)" userId="db925a48-ca58-4dcf-b594-955bb056bb20" providerId="ADAL" clId="{6181BEA9-9D87-456A-854F-E2D33B5493A7}" dt="2026-08-19T16:57:43.924" v="1216" actId="20577"/>
          <ac:spMkLst>
            <pc:docMk/>
            <pc:sldMk cId="0" sldId="256"/>
            <ac:spMk id="4" creationId="{00000000-0000-0000-0000-000000000000}"/>
          </ac:spMkLst>
        </pc:spChg>
        <pc:spChg chg="mod">
          <ac:chgData name="Reiner, Ben (B)" userId="db925a48-ca58-4dcf-b594-955bb056bb20" providerId="ADAL" clId="{6181BEA9-9D87-456A-854F-E2D33B5493A7}" dt="2026-08-19T16:58:12.464" v="1278" actId="20577"/>
          <ac:spMkLst>
            <pc:docMk/>
            <pc:sldMk cId="0" sldId="256"/>
            <ac:spMk id="5" creationId="{00000000-0000-0000-0000-000000000000}"/>
          </ac:spMkLst>
        </pc:spChg>
      </pc:sldChg>
      <pc:sldChg chg="modSp mod">
        <pc:chgData name="Reiner, Ben (B)" userId="db925a48-ca58-4dcf-b594-955bb056bb20" providerId="ADAL" clId="{6181BEA9-9D87-456A-854F-E2D33B5493A7}" dt="2026-08-20T13:55:14.390" v="16641" actId="20577"/>
        <pc:sldMkLst>
          <pc:docMk/>
          <pc:sldMk cId="0" sldId="258"/>
        </pc:sldMkLst>
        <pc:spChg chg="mod">
          <ac:chgData name="Reiner, Ben (B)" userId="db925a48-ca58-4dcf-b594-955bb056bb20" providerId="ADAL" clId="{6181BEA9-9D87-456A-854F-E2D33B5493A7}" dt="2026-08-19T17:00:32.505" v="1341" actId="20577"/>
          <ac:spMkLst>
            <pc:docMk/>
            <pc:sldMk cId="0" sldId="258"/>
            <ac:spMk id="2" creationId="{00000000-0000-0000-0000-000000000000}"/>
          </ac:spMkLst>
        </pc:spChg>
        <pc:spChg chg="mod">
          <ac:chgData name="Reiner, Ben (B)" userId="db925a48-ca58-4dcf-b594-955bb056bb20" providerId="ADAL" clId="{6181BEA9-9D87-456A-854F-E2D33B5493A7}" dt="2026-08-19T17:00:47.911" v="1363" actId="20577"/>
          <ac:spMkLst>
            <pc:docMk/>
            <pc:sldMk cId="0" sldId="258"/>
            <ac:spMk id="5" creationId="{00000000-0000-0000-0000-000000000000}"/>
          </ac:spMkLst>
        </pc:spChg>
        <pc:spChg chg="mod">
          <ac:chgData name="Reiner, Ben (B)" userId="db925a48-ca58-4dcf-b594-955bb056bb20" providerId="ADAL" clId="{6181BEA9-9D87-456A-854F-E2D33B5493A7}" dt="2026-08-19T17:02:55.470" v="1563" actId="20577"/>
          <ac:spMkLst>
            <pc:docMk/>
            <pc:sldMk cId="0" sldId="258"/>
            <ac:spMk id="6" creationId="{00000000-0000-0000-0000-000000000000}"/>
          </ac:spMkLst>
        </pc:spChg>
        <pc:spChg chg="mod">
          <ac:chgData name="Reiner, Ben (B)" userId="db925a48-ca58-4dcf-b594-955bb056bb20" providerId="ADAL" clId="{6181BEA9-9D87-456A-854F-E2D33B5493A7}" dt="2026-08-19T17:08:55.576" v="2253" actId="20577"/>
          <ac:spMkLst>
            <pc:docMk/>
            <pc:sldMk cId="0" sldId="258"/>
            <ac:spMk id="7" creationId="{00000000-0000-0000-0000-000000000000}"/>
          </ac:spMkLst>
        </pc:spChg>
        <pc:spChg chg="mod">
          <ac:chgData name="Reiner, Ben (B)" userId="db925a48-ca58-4dcf-b594-955bb056bb20" providerId="ADAL" clId="{6181BEA9-9D87-456A-854F-E2D33B5493A7}" dt="2026-08-19T17:01:21.982" v="1387" actId="20577"/>
          <ac:spMkLst>
            <pc:docMk/>
            <pc:sldMk cId="0" sldId="258"/>
            <ac:spMk id="10" creationId="{00000000-0000-0000-0000-000000000000}"/>
          </ac:spMkLst>
        </pc:spChg>
        <pc:spChg chg="mod">
          <ac:chgData name="Reiner, Ben (B)" userId="db925a48-ca58-4dcf-b594-955bb056bb20" providerId="ADAL" clId="{6181BEA9-9D87-456A-854F-E2D33B5493A7}" dt="2026-08-19T17:07:13.200" v="2084" actId="20577"/>
          <ac:spMkLst>
            <pc:docMk/>
            <pc:sldMk cId="0" sldId="258"/>
            <ac:spMk id="11" creationId="{00000000-0000-0000-0000-000000000000}"/>
          </ac:spMkLst>
        </pc:spChg>
        <pc:spChg chg="mod">
          <ac:chgData name="Reiner, Ben (B)" userId="db925a48-ca58-4dcf-b594-955bb056bb20" providerId="ADAL" clId="{6181BEA9-9D87-456A-854F-E2D33B5493A7}" dt="2026-08-19T17:08:10.486" v="2183" actId="20577"/>
          <ac:spMkLst>
            <pc:docMk/>
            <pc:sldMk cId="0" sldId="258"/>
            <ac:spMk id="12" creationId="{00000000-0000-0000-0000-000000000000}"/>
          </ac:spMkLst>
        </pc:spChg>
        <pc:spChg chg="mod">
          <ac:chgData name="Reiner, Ben (B)" userId="db925a48-ca58-4dcf-b594-955bb056bb20" providerId="ADAL" clId="{6181BEA9-9D87-456A-854F-E2D33B5493A7}" dt="2026-08-20T13:55:14.390" v="16641" actId="20577"/>
          <ac:spMkLst>
            <pc:docMk/>
            <pc:sldMk cId="0" sldId="258"/>
            <ac:spMk id="15" creationId="{00000000-0000-0000-0000-000000000000}"/>
          </ac:spMkLst>
        </pc:spChg>
        <pc:spChg chg="mod">
          <ac:chgData name="Reiner, Ben (B)" userId="db925a48-ca58-4dcf-b594-955bb056bb20" providerId="ADAL" clId="{6181BEA9-9D87-456A-854F-E2D33B5493A7}" dt="2026-08-19T17:05:10.906" v="1850" actId="20577"/>
          <ac:spMkLst>
            <pc:docMk/>
            <pc:sldMk cId="0" sldId="258"/>
            <ac:spMk id="16" creationId="{00000000-0000-0000-0000-000000000000}"/>
          </ac:spMkLst>
        </pc:spChg>
        <pc:spChg chg="mod">
          <ac:chgData name="Reiner, Ben (B)" userId="db925a48-ca58-4dcf-b594-955bb056bb20" providerId="ADAL" clId="{6181BEA9-9D87-456A-854F-E2D33B5493A7}" dt="2026-08-19T17:09:11.475" v="2286" actId="20577"/>
          <ac:spMkLst>
            <pc:docMk/>
            <pc:sldMk cId="0" sldId="258"/>
            <ac:spMk id="17" creationId="{00000000-0000-0000-0000-000000000000}"/>
          </ac:spMkLst>
        </pc:spChg>
      </pc:sldChg>
      <pc:sldChg chg="modSp mod">
        <pc:chgData name="Reiner, Ben (B)" userId="db925a48-ca58-4dcf-b594-955bb056bb20" providerId="ADAL" clId="{6181BEA9-9D87-456A-854F-E2D33B5493A7}" dt="2026-08-19T17:10:01.353" v="2380" actId="20577"/>
        <pc:sldMkLst>
          <pc:docMk/>
          <pc:sldMk cId="0" sldId="259"/>
        </pc:sldMkLst>
        <pc:spChg chg="mod">
          <ac:chgData name="Reiner, Ben (B)" userId="db925a48-ca58-4dcf-b594-955bb056bb20" providerId="ADAL" clId="{6181BEA9-9D87-456A-854F-E2D33B5493A7}" dt="2026-08-19T17:09:42.112" v="2322" actId="20577"/>
          <ac:spMkLst>
            <pc:docMk/>
            <pc:sldMk cId="0" sldId="259"/>
            <ac:spMk id="4" creationId="{00000000-0000-0000-0000-000000000000}"/>
          </ac:spMkLst>
        </pc:spChg>
        <pc:spChg chg="mod">
          <ac:chgData name="Reiner, Ben (B)" userId="db925a48-ca58-4dcf-b594-955bb056bb20" providerId="ADAL" clId="{6181BEA9-9D87-456A-854F-E2D33B5493A7}" dt="2026-08-19T17:10:01.353" v="2380" actId="20577"/>
          <ac:spMkLst>
            <pc:docMk/>
            <pc:sldMk cId="0" sldId="259"/>
            <ac:spMk id="5" creationId="{00000000-0000-0000-0000-000000000000}"/>
          </ac:spMkLst>
        </pc:spChg>
      </pc:sldChg>
      <pc:sldChg chg="add del">
        <pc:chgData name="Reiner, Ben (B)" userId="db925a48-ca58-4dcf-b594-955bb056bb20" providerId="ADAL" clId="{6181BEA9-9D87-456A-854F-E2D33B5493A7}" dt="2026-08-19T18:43:56.992" v="4113" actId="2696"/>
        <pc:sldMkLst>
          <pc:docMk/>
          <pc:sldMk cId="0" sldId="260"/>
        </pc:sldMkLst>
      </pc:sldChg>
      <pc:sldChg chg="add del">
        <pc:chgData name="Reiner, Ben (B)" userId="db925a48-ca58-4dcf-b594-955bb056bb20" providerId="ADAL" clId="{6181BEA9-9D87-456A-854F-E2D33B5493A7}" dt="2026-08-20T13:04:42.728" v="13440" actId="47"/>
        <pc:sldMkLst>
          <pc:docMk/>
          <pc:sldMk cId="952732361" sldId="260"/>
        </pc:sldMkLst>
      </pc:sldChg>
      <pc:sldChg chg="add del">
        <pc:chgData name="Reiner, Ben (B)" userId="db925a48-ca58-4dcf-b594-955bb056bb20" providerId="ADAL" clId="{6181BEA9-9D87-456A-854F-E2D33B5493A7}" dt="2026-08-19T18:43:56.992" v="4113" actId="2696"/>
        <pc:sldMkLst>
          <pc:docMk/>
          <pc:sldMk cId="0" sldId="261"/>
        </pc:sldMkLst>
      </pc:sldChg>
      <pc:sldChg chg="add del">
        <pc:chgData name="Reiner, Ben (B)" userId="db925a48-ca58-4dcf-b594-955bb056bb20" providerId="ADAL" clId="{6181BEA9-9D87-456A-854F-E2D33B5493A7}" dt="2026-08-20T13:04:42.728" v="13440" actId="47"/>
        <pc:sldMkLst>
          <pc:docMk/>
          <pc:sldMk cId="3316894935" sldId="261"/>
        </pc:sldMkLst>
      </pc:sldChg>
      <pc:sldChg chg="add del">
        <pc:chgData name="Reiner, Ben (B)" userId="db925a48-ca58-4dcf-b594-955bb056bb20" providerId="ADAL" clId="{6181BEA9-9D87-456A-854F-E2D33B5493A7}" dt="2026-08-19T18:43:56.992" v="4113" actId="2696"/>
        <pc:sldMkLst>
          <pc:docMk/>
          <pc:sldMk cId="0" sldId="263"/>
        </pc:sldMkLst>
      </pc:sldChg>
      <pc:sldChg chg="add del">
        <pc:chgData name="Reiner, Ben (B)" userId="db925a48-ca58-4dcf-b594-955bb056bb20" providerId="ADAL" clId="{6181BEA9-9D87-456A-854F-E2D33B5493A7}" dt="2026-08-20T13:04:42.728" v="13440" actId="47"/>
        <pc:sldMkLst>
          <pc:docMk/>
          <pc:sldMk cId="945589458" sldId="263"/>
        </pc:sldMkLst>
      </pc:sldChg>
      <pc:sldChg chg="add del">
        <pc:chgData name="Reiner, Ben (B)" userId="db925a48-ca58-4dcf-b594-955bb056bb20" providerId="ADAL" clId="{6181BEA9-9D87-456A-854F-E2D33B5493A7}" dt="2026-08-19T18:43:56.992" v="4113" actId="2696"/>
        <pc:sldMkLst>
          <pc:docMk/>
          <pc:sldMk cId="0" sldId="264"/>
        </pc:sldMkLst>
      </pc:sldChg>
      <pc:sldChg chg="add del">
        <pc:chgData name="Reiner, Ben (B)" userId="db925a48-ca58-4dcf-b594-955bb056bb20" providerId="ADAL" clId="{6181BEA9-9D87-456A-854F-E2D33B5493A7}" dt="2026-08-20T13:04:42.728" v="13440" actId="47"/>
        <pc:sldMkLst>
          <pc:docMk/>
          <pc:sldMk cId="1475078599" sldId="264"/>
        </pc:sldMkLst>
      </pc:sldChg>
      <pc:sldChg chg="del">
        <pc:chgData name="Reiner, Ben (B)" userId="db925a48-ca58-4dcf-b594-955bb056bb20" providerId="ADAL" clId="{6181BEA9-9D87-456A-854F-E2D33B5493A7}" dt="2026-08-19T18:43:46.688" v="4111" actId="2696"/>
        <pc:sldMkLst>
          <pc:docMk/>
          <pc:sldMk cId="0" sldId="265"/>
        </pc:sldMkLst>
      </pc:sldChg>
      <pc:sldChg chg="add del">
        <pc:chgData name="Reiner, Ben (B)" userId="db925a48-ca58-4dcf-b594-955bb056bb20" providerId="ADAL" clId="{6181BEA9-9D87-456A-854F-E2D33B5493A7}" dt="2026-08-20T13:04:42.728" v="13440" actId="47"/>
        <pc:sldMkLst>
          <pc:docMk/>
          <pc:sldMk cId="439732359" sldId="265"/>
        </pc:sldMkLst>
      </pc:sldChg>
      <pc:sldChg chg="modSp mod">
        <pc:chgData name="Reiner, Ben (B)" userId="db925a48-ca58-4dcf-b594-955bb056bb20" providerId="ADAL" clId="{6181BEA9-9D87-456A-854F-E2D33B5493A7}" dt="2026-08-19T17:12:47.960" v="2625" actId="20577"/>
        <pc:sldMkLst>
          <pc:docMk/>
          <pc:sldMk cId="0" sldId="268"/>
        </pc:sldMkLst>
        <pc:spChg chg="mod">
          <ac:chgData name="Reiner, Ben (B)" userId="db925a48-ca58-4dcf-b594-955bb056bb20" providerId="ADAL" clId="{6181BEA9-9D87-456A-854F-E2D33B5493A7}" dt="2026-08-19T17:12:17.720" v="2472" actId="20577"/>
          <ac:spMkLst>
            <pc:docMk/>
            <pc:sldMk cId="0" sldId="268"/>
            <ac:spMk id="4" creationId="{00000000-0000-0000-0000-000000000000}"/>
          </ac:spMkLst>
        </pc:spChg>
        <pc:spChg chg="mod">
          <ac:chgData name="Reiner, Ben (B)" userId="db925a48-ca58-4dcf-b594-955bb056bb20" providerId="ADAL" clId="{6181BEA9-9D87-456A-854F-E2D33B5493A7}" dt="2026-08-19T17:12:47.960" v="2625" actId="20577"/>
          <ac:spMkLst>
            <pc:docMk/>
            <pc:sldMk cId="0" sldId="268"/>
            <ac:spMk id="5" creationId="{00000000-0000-0000-0000-000000000000}"/>
          </ac:spMkLst>
        </pc:spChg>
      </pc:sldChg>
      <pc:sldChg chg="del">
        <pc:chgData name="Reiner, Ben (B)" userId="db925a48-ca58-4dcf-b594-955bb056bb20" providerId="ADAL" clId="{6181BEA9-9D87-456A-854F-E2D33B5493A7}" dt="2026-08-19T18:42:20.512" v="4100" actId="47"/>
        <pc:sldMkLst>
          <pc:docMk/>
          <pc:sldMk cId="0" sldId="269"/>
        </pc:sldMkLst>
      </pc:sldChg>
      <pc:sldChg chg="del">
        <pc:chgData name="Reiner, Ben (B)" userId="db925a48-ca58-4dcf-b594-955bb056bb20" providerId="ADAL" clId="{6181BEA9-9D87-456A-854F-E2D33B5493A7}" dt="2026-08-19T18:42:20.512" v="4100" actId="47"/>
        <pc:sldMkLst>
          <pc:docMk/>
          <pc:sldMk cId="0" sldId="270"/>
        </pc:sldMkLst>
      </pc:sldChg>
      <pc:sldChg chg="del">
        <pc:chgData name="Reiner, Ben (B)" userId="db925a48-ca58-4dcf-b594-955bb056bb20" providerId="ADAL" clId="{6181BEA9-9D87-456A-854F-E2D33B5493A7}" dt="2026-08-19T18:42:20.512" v="4100" actId="47"/>
        <pc:sldMkLst>
          <pc:docMk/>
          <pc:sldMk cId="0" sldId="272"/>
        </pc:sldMkLst>
      </pc:sldChg>
      <pc:sldChg chg="del">
        <pc:chgData name="Reiner, Ben (B)" userId="db925a48-ca58-4dcf-b594-955bb056bb20" providerId="ADAL" clId="{6181BEA9-9D87-456A-854F-E2D33B5493A7}" dt="2026-08-19T18:42:20.512" v="4100" actId="47"/>
        <pc:sldMkLst>
          <pc:docMk/>
          <pc:sldMk cId="0" sldId="276"/>
        </pc:sldMkLst>
      </pc:sldChg>
      <pc:sldChg chg="modSp mod">
        <pc:chgData name="Reiner, Ben (B)" userId="db925a48-ca58-4dcf-b594-955bb056bb20" providerId="ADAL" clId="{6181BEA9-9D87-456A-854F-E2D33B5493A7}" dt="2026-08-19T17:15:32.109" v="2943" actId="20577"/>
        <pc:sldMkLst>
          <pc:docMk/>
          <pc:sldMk cId="0" sldId="281"/>
        </pc:sldMkLst>
        <pc:spChg chg="mod">
          <ac:chgData name="Reiner, Ben (B)" userId="db925a48-ca58-4dcf-b594-955bb056bb20" providerId="ADAL" clId="{6181BEA9-9D87-456A-854F-E2D33B5493A7}" dt="2026-08-19T17:12:59.495" v="2627" actId="1076"/>
          <ac:spMkLst>
            <pc:docMk/>
            <pc:sldMk cId="0" sldId="281"/>
            <ac:spMk id="3" creationId="{00000000-0000-0000-0000-000000000000}"/>
          </ac:spMkLst>
        </pc:spChg>
        <pc:spChg chg="mod">
          <ac:chgData name="Reiner, Ben (B)" userId="db925a48-ca58-4dcf-b594-955bb056bb20" providerId="ADAL" clId="{6181BEA9-9D87-456A-854F-E2D33B5493A7}" dt="2026-08-19T17:14:01.907" v="2664" actId="20577"/>
          <ac:spMkLst>
            <pc:docMk/>
            <pc:sldMk cId="0" sldId="281"/>
            <ac:spMk id="4" creationId="{00000000-0000-0000-0000-000000000000}"/>
          </ac:spMkLst>
        </pc:spChg>
        <pc:spChg chg="mod">
          <ac:chgData name="Reiner, Ben (B)" userId="db925a48-ca58-4dcf-b594-955bb056bb20" providerId="ADAL" clId="{6181BEA9-9D87-456A-854F-E2D33B5493A7}" dt="2026-08-19T17:15:32.109" v="2943" actId="20577"/>
          <ac:spMkLst>
            <pc:docMk/>
            <pc:sldMk cId="0" sldId="281"/>
            <ac:spMk id="5" creationId="{00000000-0000-0000-0000-000000000000}"/>
          </ac:spMkLst>
        </pc:spChg>
      </pc:sldChg>
      <pc:sldChg chg="del">
        <pc:chgData name="Reiner, Ben (B)" userId="db925a48-ca58-4dcf-b594-955bb056bb20" providerId="ADAL" clId="{6181BEA9-9D87-456A-854F-E2D33B5493A7}" dt="2026-08-19T18:43:25.186" v="4109" actId="47"/>
        <pc:sldMkLst>
          <pc:docMk/>
          <pc:sldMk cId="0" sldId="282"/>
        </pc:sldMkLst>
      </pc:sldChg>
      <pc:sldChg chg="del">
        <pc:chgData name="Reiner, Ben (B)" userId="db925a48-ca58-4dcf-b594-955bb056bb20" providerId="ADAL" clId="{6181BEA9-9D87-456A-854F-E2D33B5493A7}" dt="2026-08-19T18:43:46.688" v="4111" actId="2696"/>
        <pc:sldMkLst>
          <pc:docMk/>
          <pc:sldMk cId="0" sldId="284"/>
        </pc:sldMkLst>
      </pc:sldChg>
      <pc:sldChg chg="add del">
        <pc:chgData name="Reiner, Ben (B)" userId="db925a48-ca58-4dcf-b594-955bb056bb20" providerId="ADAL" clId="{6181BEA9-9D87-456A-854F-E2D33B5493A7}" dt="2026-08-20T13:04:42.728" v="13440" actId="47"/>
        <pc:sldMkLst>
          <pc:docMk/>
          <pc:sldMk cId="1206727663" sldId="284"/>
        </pc:sldMkLst>
      </pc:sldChg>
      <pc:sldChg chg="del">
        <pc:chgData name="Reiner, Ben (B)" userId="db925a48-ca58-4dcf-b594-955bb056bb20" providerId="ADAL" clId="{6181BEA9-9D87-456A-854F-E2D33B5493A7}" dt="2026-08-19T18:43:46.688" v="4111" actId="2696"/>
        <pc:sldMkLst>
          <pc:docMk/>
          <pc:sldMk cId="0" sldId="285"/>
        </pc:sldMkLst>
      </pc:sldChg>
      <pc:sldChg chg="add del">
        <pc:chgData name="Reiner, Ben (B)" userId="db925a48-ca58-4dcf-b594-955bb056bb20" providerId="ADAL" clId="{6181BEA9-9D87-456A-854F-E2D33B5493A7}" dt="2026-08-20T13:04:42.728" v="13440" actId="47"/>
        <pc:sldMkLst>
          <pc:docMk/>
          <pc:sldMk cId="1216486893" sldId="285"/>
        </pc:sldMkLst>
      </pc:sldChg>
      <pc:sldChg chg="del">
        <pc:chgData name="Reiner, Ben (B)" userId="db925a48-ca58-4dcf-b594-955bb056bb20" providerId="ADAL" clId="{6181BEA9-9D87-456A-854F-E2D33B5493A7}" dt="2026-08-19T18:43:46.688" v="4111" actId="2696"/>
        <pc:sldMkLst>
          <pc:docMk/>
          <pc:sldMk cId="0" sldId="287"/>
        </pc:sldMkLst>
      </pc:sldChg>
      <pc:sldChg chg="add del">
        <pc:chgData name="Reiner, Ben (B)" userId="db925a48-ca58-4dcf-b594-955bb056bb20" providerId="ADAL" clId="{6181BEA9-9D87-456A-854F-E2D33B5493A7}" dt="2026-08-20T13:04:42.728" v="13440" actId="47"/>
        <pc:sldMkLst>
          <pc:docMk/>
          <pc:sldMk cId="3890437353" sldId="287"/>
        </pc:sldMkLst>
      </pc:sldChg>
      <pc:sldChg chg="del">
        <pc:chgData name="Reiner, Ben (B)" userId="db925a48-ca58-4dcf-b594-955bb056bb20" providerId="ADAL" clId="{6181BEA9-9D87-456A-854F-E2D33B5493A7}" dt="2026-08-19T18:43:46.688" v="4111" actId="2696"/>
        <pc:sldMkLst>
          <pc:docMk/>
          <pc:sldMk cId="0" sldId="288"/>
        </pc:sldMkLst>
      </pc:sldChg>
      <pc:sldChg chg="add del">
        <pc:chgData name="Reiner, Ben (B)" userId="db925a48-ca58-4dcf-b594-955bb056bb20" providerId="ADAL" clId="{6181BEA9-9D87-456A-854F-E2D33B5493A7}" dt="2026-08-20T13:04:42.728" v="13440" actId="47"/>
        <pc:sldMkLst>
          <pc:docMk/>
          <pc:sldMk cId="596797216" sldId="288"/>
        </pc:sldMkLst>
      </pc:sldChg>
      <pc:sldChg chg="del">
        <pc:chgData name="Reiner, Ben (B)" userId="db925a48-ca58-4dcf-b594-955bb056bb20" providerId="ADAL" clId="{6181BEA9-9D87-456A-854F-E2D33B5493A7}" dt="2026-08-19T18:43:46.688" v="4111" actId="2696"/>
        <pc:sldMkLst>
          <pc:docMk/>
          <pc:sldMk cId="0" sldId="291"/>
        </pc:sldMkLst>
      </pc:sldChg>
      <pc:sldChg chg="add del">
        <pc:chgData name="Reiner, Ben (B)" userId="db925a48-ca58-4dcf-b594-955bb056bb20" providerId="ADAL" clId="{6181BEA9-9D87-456A-854F-E2D33B5493A7}" dt="2026-08-20T13:04:42.728" v="13440" actId="47"/>
        <pc:sldMkLst>
          <pc:docMk/>
          <pc:sldMk cId="3093077159" sldId="291"/>
        </pc:sldMkLst>
      </pc:sldChg>
      <pc:sldChg chg="del">
        <pc:chgData name="Reiner, Ben (B)" userId="db925a48-ca58-4dcf-b594-955bb056bb20" providerId="ADAL" clId="{6181BEA9-9D87-456A-854F-E2D33B5493A7}" dt="2026-08-19T18:43:46.688" v="4111" actId="2696"/>
        <pc:sldMkLst>
          <pc:docMk/>
          <pc:sldMk cId="0" sldId="292"/>
        </pc:sldMkLst>
      </pc:sldChg>
      <pc:sldChg chg="add del">
        <pc:chgData name="Reiner, Ben (B)" userId="db925a48-ca58-4dcf-b594-955bb056bb20" providerId="ADAL" clId="{6181BEA9-9D87-456A-854F-E2D33B5493A7}" dt="2026-08-20T13:04:42.728" v="13440" actId="47"/>
        <pc:sldMkLst>
          <pc:docMk/>
          <pc:sldMk cId="4205725250" sldId="292"/>
        </pc:sldMkLst>
      </pc:sldChg>
      <pc:sldChg chg="del">
        <pc:chgData name="Reiner, Ben (B)" userId="db925a48-ca58-4dcf-b594-955bb056bb20" providerId="ADAL" clId="{6181BEA9-9D87-456A-854F-E2D33B5493A7}" dt="2026-08-19T18:43:46.688" v="4111" actId="2696"/>
        <pc:sldMkLst>
          <pc:docMk/>
          <pc:sldMk cId="0" sldId="295"/>
        </pc:sldMkLst>
      </pc:sldChg>
      <pc:sldChg chg="addSp delSp modSp add mod ord">
        <pc:chgData name="Reiner, Ben (B)" userId="db925a48-ca58-4dcf-b594-955bb056bb20" providerId="ADAL" clId="{6181BEA9-9D87-456A-854F-E2D33B5493A7}" dt="2026-08-20T14:00:16.332" v="16753" actId="207"/>
        <pc:sldMkLst>
          <pc:docMk/>
          <pc:sldMk cId="1964055553" sldId="295"/>
        </pc:sldMkLst>
        <pc:spChg chg="mod">
          <ac:chgData name="Reiner, Ben (B)" userId="db925a48-ca58-4dcf-b594-955bb056bb20" providerId="ADAL" clId="{6181BEA9-9D87-456A-854F-E2D33B5493A7}" dt="2026-08-20T14:00:02.038" v="16752" actId="207"/>
          <ac:spMkLst>
            <pc:docMk/>
            <pc:sldMk cId="1964055553" sldId="295"/>
            <ac:spMk id="2" creationId="{00000000-0000-0000-0000-000000000000}"/>
          </ac:spMkLst>
        </pc:spChg>
        <pc:spChg chg="mod">
          <ac:chgData name="Reiner, Ben (B)" userId="db925a48-ca58-4dcf-b594-955bb056bb20" providerId="ADAL" clId="{6181BEA9-9D87-456A-854F-E2D33B5493A7}" dt="2026-08-20T14:00:16.332" v="16753" actId="207"/>
          <ac:spMkLst>
            <pc:docMk/>
            <pc:sldMk cId="1964055553" sldId="295"/>
            <ac:spMk id="3" creationId="{00000000-0000-0000-0000-000000000000}"/>
          </ac:spMkLst>
        </pc:spChg>
        <pc:spChg chg="add del">
          <ac:chgData name="Reiner, Ben (B)" userId="db925a48-ca58-4dcf-b594-955bb056bb20" providerId="ADAL" clId="{6181BEA9-9D87-456A-854F-E2D33B5493A7}" dt="2026-08-20T13:05:38.180" v="13443" actId="22"/>
          <ac:spMkLst>
            <pc:docMk/>
            <pc:sldMk cId="1964055553" sldId="295"/>
            <ac:spMk id="5" creationId="{63EFA192-50FB-BD16-C9BB-2CF68857A9AB}"/>
          </ac:spMkLst>
        </pc:spChg>
        <pc:spChg chg="add del">
          <ac:chgData name="Reiner, Ben (B)" userId="db925a48-ca58-4dcf-b594-955bb056bb20" providerId="ADAL" clId="{6181BEA9-9D87-456A-854F-E2D33B5493A7}" dt="2026-08-20T13:06:01.675" v="13465" actId="478"/>
          <ac:spMkLst>
            <pc:docMk/>
            <pc:sldMk cId="1964055553" sldId="295"/>
            <ac:spMk id="7" creationId="{A14E32E3-3169-0DAB-2934-CFECA9F810A6}"/>
          </ac:spMkLst>
        </pc:spChg>
      </pc:sldChg>
      <pc:sldChg chg="addSp delSp modSp mod">
        <pc:chgData name="Reiner, Ben (B)" userId="db925a48-ca58-4dcf-b594-955bb056bb20" providerId="ADAL" clId="{6181BEA9-9D87-456A-854F-E2D33B5493A7}" dt="2026-08-20T13:54:30.879" v="16639" actId="20577"/>
        <pc:sldMkLst>
          <pc:docMk/>
          <pc:sldMk cId="908742173" sldId="313"/>
        </pc:sldMkLst>
        <pc:spChg chg="mod">
          <ac:chgData name="Reiner, Ben (B)" userId="db925a48-ca58-4dcf-b594-955bb056bb20" providerId="ADAL" clId="{6181BEA9-9D87-456A-854F-E2D33B5493A7}" dt="2026-08-20T13:54:30.879" v="16639" actId="20577"/>
          <ac:spMkLst>
            <pc:docMk/>
            <pc:sldMk cId="908742173" sldId="313"/>
            <ac:spMk id="2" creationId="{00000000-0000-0000-0000-000000000000}"/>
          </ac:spMkLst>
        </pc:spChg>
        <pc:spChg chg="mod">
          <ac:chgData name="Reiner, Ben (B)" userId="db925a48-ca58-4dcf-b594-955bb056bb20" providerId="ADAL" clId="{6181BEA9-9D87-456A-854F-E2D33B5493A7}" dt="2026-08-19T16:30:11.522" v="9" actId="20577"/>
          <ac:spMkLst>
            <pc:docMk/>
            <pc:sldMk cId="908742173" sldId="313"/>
            <ac:spMk id="3" creationId="{00000000-0000-0000-0000-000000000000}"/>
          </ac:spMkLst>
        </pc:spChg>
        <pc:picChg chg="add mod">
          <ac:chgData name="Reiner, Ben (B)" userId="db925a48-ca58-4dcf-b594-955bb056bb20" providerId="ADAL" clId="{6181BEA9-9D87-456A-854F-E2D33B5493A7}" dt="2026-08-19T16:35:49.169" v="312" actId="1035"/>
          <ac:picMkLst>
            <pc:docMk/>
            <pc:sldMk cId="908742173" sldId="313"/>
            <ac:picMk id="6" creationId="{246EADAF-66E6-AC50-B016-90FAC460779B}"/>
          </ac:picMkLst>
        </pc:picChg>
        <pc:picChg chg="del">
          <ac:chgData name="Reiner, Ben (B)" userId="db925a48-ca58-4dcf-b594-955bb056bb20" providerId="ADAL" clId="{6181BEA9-9D87-456A-854F-E2D33B5493A7}" dt="2026-08-19T16:32:13.477" v="282" actId="478"/>
          <ac:picMkLst>
            <pc:docMk/>
            <pc:sldMk cId="908742173" sldId="313"/>
            <ac:picMk id="7" creationId="{00000000-0000-0000-0000-000000000000}"/>
          </ac:picMkLst>
        </pc:picChg>
        <pc:picChg chg="del">
          <ac:chgData name="Reiner, Ben (B)" userId="db925a48-ca58-4dcf-b594-955bb056bb20" providerId="ADAL" clId="{6181BEA9-9D87-456A-854F-E2D33B5493A7}" dt="2026-08-19T16:32:11.982" v="281" actId="478"/>
          <ac:picMkLst>
            <pc:docMk/>
            <pc:sldMk cId="908742173" sldId="313"/>
            <ac:picMk id="8" creationId="{00000000-0000-0000-0000-000000000000}"/>
          </ac:picMkLst>
        </pc:picChg>
        <pc:picChg chg="del">
          <ac:chgData name="Reiner, Ben (B)" userId="db925a48-ca58-4dcf-b594-955bb056bb20" providerId="ADAL" clId="{6181BEA9-9D87-456A-854F-E2D33B5493A7}" dt="2026-08-19T16:37:01.046" v="482" actId="478"/>
          <ac:picMkLst>
            <pc:docMk/>
            <pc:sldMk cId="908742173" sldId="313"/>
            <ac:picMk id="10" creationId="{EB1EE841-FCCD-6225-FBE9-ADBB79FF729B}"/>
          </ac:picMkLst>
        </pc:picChg>
        <pc:picChg chg="add mod ord">
          <ac:chgData name="Reiner, Ben (B)" userId="db925a48-ca58-4dcf-b594-955bb056bb20" providerId="ADAL" clId="{6181BEA9-9D87-456A-854F-E2D33B5493A7}" dt="2026-08-19T16:52:59.156" v="1018" actId="1076"/>
          <ac:picMkLst>
            <pc:docMk/>
            <pc:sldMk cId="908742173" sldId="313"/>
            <ac:picMk id="12" creationId="{D9256645-789C-7403-76BE-7937DB710A6F}"/>
          </ac:picMkLst>
        </pc:picChg>
        <pc:picChg chg="add mod modCrop">
          <ac:chgData name="Reiner, Ben (B)" userId="db925a48-ca58-4dcf-b594-955bb056bb20" providerId="ADAL" clId="{6181BEA9-9D87-456A-854F-E2D33B5493A7}" dt="2026-08-19T16:56:21.923" v="1021" actId="408"/>
          <ac:picMkLst>
            <pc:docMk/>
            <pc:sldMk cId="908742173" sldId="313"/>
            <ac:picMk id="14" creationId="{F448C1B4-16DF-C341-A201-513E1831BB4B}"/>
          </ac:picMkLst>
        </pc:picChg>
        <pc:picChg chg="add mod">
          <ac:chgData name="Reiner, Ben (B)" userId="db925a48-ca58-4dcf-b594-955bb056bb20" providerId="ADAL" clId="{6181BEA9-9D87-456A-854F-E2D33B5493A7}" dt="2026-08-19T16:56:21.923" v="1021" actId="408"/>
          <ac:picMkLst>
            <pc:docMk/>
            <pc:sldMk cId="908742173" sldId="313"/>
            <ac:picMk id="16" creationId="{2FDB67B5-6A5F-285E-1499-E74F15743F45}"/>
          </ac:picMkLst>
        </pc:picChg>
        <pc:picChg chg="add mod">
          <ac:chgData name="Reiner, Ben (B)" userId="db925a48-ca58-4dcf-b594-955bb056bb20" providerId="ADAL" clId="{6181BEA9-9D87-456A-854F-E2D33B5493A7}" dt="2026-08-19T16:52:16.879" v="1016" actId="1076"/>
          <ac:picMkLst>
            <pc:docMk/>
            <pc:sldMk cId="908742173" sldId="313"/>
            <ac:picMk id="18" creationId="{ADA1C986-90BB-C938-9478-95EA8BA72AC8}"/>
          </ac:picMkLst>
        </pc:picChg>
        <pc:picChg chg="add mod">
          <ac:chgData name="Reiner, Ben (B)" userId="db925a48-ca58-4dcf-b594-955bb056bb20" providerId="ADAL" clId="{6181BEA9-9D87-456A-854F-E2D33B5493A7}" dt="2026-08-19T16:52:16.879" v="1016" actId="1076"/>
          <ac:picMkLst>
            <pc:docMk/>
            <pc:sldMk cId="908742173" sldId="313"/>
            <ac:picMk id="20" creationId="{F46ABAE7-2725-0D64-2751-BA82631BBF3A}"/>
          </ac:picMkLst>
        </pc:picChg>
        <pc:picChg chg="add mod">
          <ac:chgData name="Reiner, Ben (B)" userId="db925a48-ca58-4dcf-b594-955bb056bb20" providerId="ADAL" clId="{6181BEA9-9D87-456A-854F-E2D33B5493A7}" dt="2026-08-19T16:52:16.879" v="1016" actId="1076"/>
          <ac:picMkLst>
            <pc:docMk/>
            <pc:sldMk cId="908742173" sldId="313"/>
            <ac:picMk id="22" creationId="{20643A65-7866-E414-1099-BD271E9245F5}"/>
          </ac:picMkLst>
        </pc:picChg>
      </pc:sldChg>
      <pc:sldChg chg="del">
        <pc:chgData name="Reiner, Ben (B)" userId="db925a48-ca58-4dcf-b594-955bb056bb20" providerId="ADAL" clId="{6181BEA9-9D87-456A-854F-E2D33B5493A7}" dt="2026-08-19T18:43:26.030" v="4110" actId="47"/>
        <pc:sldMkLst>
          <pc:docMk/>
          <pc:sldMk cId="2985144008" sldId="419"/>
        </pc:sldMkLst>
      </pc:sldChg>
      <pc:sldChg chg="delSp modSp add del mod">
        <pc:chgData name="Reiner, Ben (B)" userId="db925a48-ca58-4dcf-b594-955bb056bb20" providerId="ADAL" clId="{6181BEA9-9D87-456A-854F-E2D33B5493A7}" dt="2026-08-20T13:19:43.513" v="13652" actId="207"/>
        <pc:sldMkLst>
          <pc:docMk/>
          <pc:sldMk cId="307320148" sldId="457"/>
        </pc:sldMkLst>
        <pc:spChg chg="del">
          <ac:chgData name="Reiner, Ben (B)" userId="db925a48-ca58-4dcf-b594-955bb056bb20" providerId="ADAL" clId="{6181BEA9-9D87-456A-854F-E2D33B5493A7}" dt="2026-08-20T13:11:14.574" v="13535" actId="478"/>
          <ac:spMkLst>
            <pc:docMk/>
            <pc:sldMk cId="307320148" sldId="457"/>
            <ac:spMk id="10" creationId="{AC8645AF-AFA0-1E50-AD35-E7D156AB00D9}"/>
          </ac:spMkLst>
        </pc:spChg>
        <pc:spChg chg="mod">
          <ac:chgData name="Reiner, Ben (B)" userId="db925a48-ca58-4dcf-b594-955bb056bb20" providerId="ADAL" clId="{6181BEA9-9D87-456A-854F-E2D33B5493A7}" dt="2026-08-20T13:11:12.315" v="13534" actId="207"/>
          <ac:spMkLst>
            <pc:docMk/>
            <pc:sldMk cId="307320148" sldId="457"/>
            <ac:spMk id="11" creationId="{D2C121D6-A531-44C1-DF69-5BFBBA35DDAF}"/>
          </ac:spMkLst>
        </pc:spChg>
        <pc:spChg chg="mod">
          <ac:chgData name="Reiner, Ben (B)" userId="db925a48-ca58-4dcf-b594-955bb056bb20" providerId="ADAL" clId="{6181BEA9-9D87-456A-854F-E2D33B5493A7}" dt="2026-08-20T13:11:42.376" v="13538" actId="207"/>
          <ac:spMkLst>
            <pc:docMk/>
            <pc:sldMk cId="307320148" sldId="457"/>
            <ac:spMk id="12" creationId="{F0C9809A-0FA5-0935-1657-EAD52AA96C40}"/>
          </ac:spMkLst>
        </pc:spChg>
        <pc:spChg chg="mod">
          <ac:chgData name="Reiner, Ben (B)" userId="db925a48-ca58-4dcf-b594-955bb056bb20" providerId="ADAL" clId="{6181BEA9-9D87-456A-854F-E2D33B5493A7}" dt="2026-08-20T13:11:42.376" v="13538" actId="207"/>
          <ac:spMkLst>
            <pc:docMk/>
            <pc:sldMk cId="307320148" sldId="457"/>
            <ac:spMk id="13" creationId="{DCCC22EC-3288-758C-C23F-B7C9010C0FB3}"/>
          </ac:spMkLst>
        </pc:spChg>
        <pc:spChg chg="mod">
          <ac:chgData name="Reiner, Ben (B)" userId="db925a48-ca58-4dcf-b594-955bb056bb20" providerId="ADAL" clId="{6181BEA9-9D87-456A-854F-E2D33B5493A7}" dt="2026-08-20T13:11:42.376" v="13538" actId="207"/>
          <ac:spMkLst>
            <pc:docMk/>
            <pc:sldMk cId="307320148" sldId="457"/>
            <ac:spMk id="14" creationId="{CAEDCFD8-8456-F9B8-F23B-0DD70D3C4379}"/>
          </ac:spMkLst>
        </pc:spChg>
        <pc:spChg chg="mod">
          <ac:chgData name="Reiner, Ben (B)" userId="db925a48-ca58-4dcf-b594-955bb056bb20" providerId="ADAL" clId="{6181BEA9-9D87-456A-854F-E2D33B5493A7}" dt="2026-08-20T13:19:43.513" v="13652" actId="207"/>
          <ac:spMkLst>
            <pc:docMk/>
            <pc:sldMk cId="307320148" sldId="457"/>
            <ac:spMk id="15" creationId="{3A39FB22-A817-BD4E-7403-0C9AE5192781}"/>
          </ac:spMkLst>
        </pc:spChg>
        <pc:spChg chg="mod">
          <ac:chgData name="Reiner, Ben (B)" userId="db925a48-ca58-4dcf-b594-955bb056bb20" providerId="ADAL" clId="{6181BEA9-9D87-456A-854F-E2D33B5493A7}" dt="2026-08-20T13:09:35.971" v="13521" actId="2711"/>
          <ac:spMkLst>
            <pc:docMk/>
            <pc:sldMk cId="307320148" sldId="457"/>
            <ac:spMk id="16" creationId="{4CCEE689-334A-3448-96DD-C1AAE2571AA3}"/>
          </ac:spMkLst>
        </pc:spChg>
        <pc:spChg chg="mod">
          <ac:chgData name="Reiner, Ben (B)" userId="db925a48-ca58-4dcf-b594-955bb056bb20" providerId="ADAL" clId="{6181BEA9-9D87-456A-854F-E2D33B5493A7}" dt="2026-08-20T13:19:43.513" v="13652" actId="207"/>
          <ac:spMkLst>
            <pc:docMk/>
            <pc:sldMk cId="307320148" sldId="457"/>
            <ac:spMk id="17" creationId="{37669395-59EA-CFAE-46AE-8446D6E3FCCA}"/>
          </ac:spMkLst>
        </pc:spChg>
        <pc:spChg chg="mod">
          <ac:chgData name="Reiner, Ben (B)" userId="db925a48-ca58-4dcf-b594-955bb056bb20" providerId="ADAL" clId="{6181BEA9-9D87-456A-854F-E2D33B5493A7}" dt="2026-08-20T13:09:35.971" v="13521" actId="2711"/>
          <ac:spMkLst>
            <pc:docMk/>
            <pc:sldMk cId="307320148" sldId="457"/>
            <ac:spMk id="18" creationId="{4183126D-3C8D-F2E6-157A-2423D5E961F1}"/>
          </ac:spMkLst>
        </pc:spChg>
        <pc:spChg chg="mod">
          <ac:chgData name="Reiner, Ben (B)" userId="db925a48-ca58-4dcf-b594-955bb056bb20" providerId="ADAL" clId="{6181BEA9-9D87-456A-854F-E2D33B5493A7}" dt="2026-08-20T13:19:43.513" v="13652" actId="207"/>
          <ac:spMkLst>
            <pc:docMk/>
            <pc:sldMk cId="307320148" sldId="457"/>
            <ac:spMk id="19" creationId="{3B69606A-3757-41D1-3457-71B63565F8EF}"/>
          </ac:spMkLst>
        </pc:spChg>
        <pc:spChg chg="mod">
          <ac:chgData name="Reiner, Ben (B)" userId="db925a48-ca58-4dcf-b594-955bb056bb20" providerId="ADAL" clId="{6181BEA9-9D87-456A-854F-E2D33B5493A7}" dt="2026-08-20T13:09:35.971" v="13521" actId="2711"/>
          <ac:spMkLst>
            <pc:docMk/>
            <pc:sldMk cId="307320148" sldId="457"/>
            <ac:spMk id="20" creationId="{3D8C71F1-3D49-6944-9855-D47D5BFD69AE}"/>
          </ac:spMkLst>
        </pc:spChg>
        <pc:spChg chg="mod">
          <ac:chgData name="Reiner, Ben (B)" userId="db925a48-ca58-4dcf-b594-955bb056bb20" providerId="ADAL" clId="{6181BEA9-9D87-456A-854F-E2D33B5493A7}" dt="2026-08-20T13:11:45.957" v="13539" actId="207"/>
          <ac:spMkLst>
            <pc:docMk/>
            <pc:sldMk cId="307320148" sldId="457"/>
            <ac:spMk id="21" creationId="{A7EB627A-395A-2CAE-F668-D1A0D0914DB6}"/>
          </ac:spMkLst>
        </pc:spChg>
        <pc:spChg chg="del mod">
          <ac:chgData name="Reiner, Ben (B)" userId="db925a48-ca58-4dcf-b594-955bb056bb20" providerId="ADAL" clId="{6181BEA9-9D87-456A-854F-E2D33B5493A7}" dt="2026-08-20T13:11:18.237" v="13536" actId="478"/>
          <ac:spMkLst>
            <pc:docMk/>
            <pc:sldMk cId="307320148" sldId="457"/>
            <ac:spMk id="22" creationId="{D2B0DA2A-00A9-E334-FC7C-749905896D06}"/>
          </ac:spMkLst>
        </pc:spChg>
      </pc:sldChg>
      <pc:sldChg chg="del">
        <pc:chgData name="Reiner, Ben (B)" userId="db925a48-ca58-4dcf-b594-955bb056bb20" providerId="ADAL" clId="{6181BEA9-9D87-456A-854F-E2D33B5493A7}" dt="2026-08-19T18:42:34.317" v="4101" actId="47"/>
        <pc:sldMkLst>
          <pc:docMk/>
          <pc:sldMk cId="241815406" sldId="459"/>
        </pc:sldMkLst>
      </pc:sldChg>
      <pc:sldChg chg="addSp delSp modSp add del mod">
        <pc:chgData name="Reiner, Ben (B)" userId="db925a48-ca58-4dcf-b594-955bb056bb20" providerId="ADAL" clId="{6181BEA9-9D87-456A-854F-E2D33B5493A7}" dt="2026-08-20T13:12:23.976" v="13550" actId="113"/>
        <pc:sldMkLst>
          <pc:docMk/>
          <pc:sldMk cId="1014401689" sldId="659"/>
        </pc:sldMkLst>
        <pc:spChg chg="add del">
          <ac:chgData name="Reiner, Ben (B)" userId="db925a48-ca58-4dcf-b594-955bb056bb20" providerId="ADAL" clId="{6181BEA9-9D87-456A-854F-E2D33B5493A7}" dt="2026-08-20T13:11:55.709" v="13542" actId="478"/>
          <ac:spMkLst>
            <pc:docMk/>
            <pc:sldMk cId="1014401689" sldId="659"/>
            <ac:spMk id="23" creationId="{E4D5F7B9-88C2-6FF5-5D8B-622686333D12}"/>
          </ac:spMkLst>
        </pc:spChg>
        <pc:spChg chg="mod">
          <ac:chgData name="Reiner, Ben (B)" userId="db925a48-ca58-4dcf-b594-955bb056bb20" providerId="ADAL" clId="{6181BEA9-9D87-456A-854F-E2D33B5493A7}" dt="2026-08-20T13:11:53.455" v="13540" actId="207"/>
          <ac:spMkLst>
            <pc:docMk/>
            <pc:sldMk cId="1014401689" sldId="659"/>
            <ac:spMk id="24" creationId="{1D8AC921-22D4-DDD1-76D5-EAA47C6529D1}"/>
          </ac:spMkLst>
        </pc:spChg>
        <pc:spChg chg="mod">
          <ac:chgData name="Reiner, Ben (B)" userId="db925a48-ca58-4dcf-b594-955bb056bb20" providerId="ADAL" clId="{6181BEA9-9D87-456A-854F-E2D33B5493A7}" dt="2026-08-20T13:12:19.034" v="13547" actId="113"/>
          <ac:spMkLst>
            <pc:docMk/>
            <pc:sldMk cId="1014401689" sldId="659"/>
            <ac:spMk id="25" creationId="{097A3999-B9C6-2013-764E-5755E969C6AA}"/>
          </ac:spMkLst>
        </pc:spChg>
        <pc:spChg chg="mod">
          <ac:chgData name="Reiner, Ben (B)" userId="db925a48-ca58-4dcf-b594-955bb056bb20" providerId="ADAL" clId="{6181BEA9-9D87-456A-854F-E2D33B5493A7}" dt="2026-08-20T13:12:20.791" v="13548" actId="113"/>
          <ac:spMkLst>
            <pc:docMk/>
            <pc:sldMk cId="1014401689" sldId="659"/>
            <ac:spMk id="26" creationId="{9808980D-E965-69DE-CDA6-23EBCB959888}"/>
          </ac:spMkLst>
        </pc:spChg>
        <pc:spChg chg="mod">
          <ac:chgData name="Reiner, Ben (B)" userId="db925a48-ca58-4dcf-b594-955bb056bb20" providerId="ADAL" clId="{6181BEA9-9D87-456A-854F-E2D33B5493A7}" dt="2026-08-20T13:12:22.169" v="13549" actId="113"/>
          <ac:spMkLst>
            <pc:docMk/>
            <pc:sldMk cId="1014401689" sldId="659"/>
            <ac:spMk id="27" creationId="{4FFB36F6-830B-A6FD-B9EE-B2156DB5ACD3}"/>
          </ac:spMkLst>
        </pc:spChg>
        <pc:spChg chg="mod">
          <ac:chgData name="Reiner, Ben (B)" userId="db925a48-ca58-4dcf-b594-955bb056bb20" providerId="ADAL" clId="{6181BEA9-9D87-456A-854F-E2D33B5493A7}" dt="2026-08-20T13:12:23.976" v="13550" actId="113"/>
          <ac:spMkLst>
            <pc:docMk/>
            <pc:sldMk cId="1014401689" sldId="659"/>
            <ac:spMk id="28" creationId="{FDF2AB1C-F7BF-88D1-D6BC-DA12487AE015}"/>
          </ac:spMkLst>
        </pc:spChg>
        <pc:spChg chg="mod">
          <ac:chgData name="Reiner, Ben (B)" userId="db925a48-ca58-4dcf-b594-955bb056bb20" providerId="ADAL" clId="{6181BEA9-9D87-456A-854F-E2D33B5493A7}" dt="2026-08-20T13:12:11.840" v="13544" actId="207"/>
          <ac:spMkLst>
            <pc:docMk/>
            <pc:sldMk cId="1014401689" sldId="659"/>
            <ac:spMk id="29" creationId="{0E419AFD-154A-A4EC-E885-2EB7FA0AFE4B}"/>
          </ac:spMkLst>
        </pc:spChg>
        <pc:spChg chg="mod">
          <ac:chgData name="Reiner, Ben (B)" userId="db925a48-ca58-4dcf-b594-955bb056bb20" providerId="ADAL" clId="{6181BEA9-9D87-456A-854F-E2D33B5493A7}" dt="2026-08-20T13:12:11.840" v="13544" actId="207"/>
          <ac:spMkLst>
            <pc:docMk/>
            <pc:sldMk cId="1014401689" sldId="659"/>
            <ac:spMk id="30" creationId="{082F5B34-5A9D-05D0-F0B6-C57395AA05D2}"/>
          </ac:spMkLst>
        </pc:spChg>
        <pc:spChg chg="mod">
          <ac:chgData name="Reiner, Ben (B)" userId="db925a48-ca58-4dcf-b594-955bb056bb20" providerId="ADAL" clId="{6181BEA9-9D87-456A-854F-E2D33B5493A7}" dt="2026-08-20T13:12:11.840" v="13544" actId="207"/>
          <ac:spMkLst>
            <pc:docMk/>
            <pc:sldMk cId="1014401689" sldId="659"/>
            <ac:spMk id="31" creationId="{A1F68ED5-DEEB-00C1-C816-B9CDD3E6C444}"/>
          </ac:spMkLst>
        </pc:spChg>
        <pc:spChg chg="mod">
          <ac:chgData name="Reiner, Ben (B)" userId="db925a48-ca58-4dcf-b594-955bb056bb20" providerId="ADAL" clId="{6181BEA9-9D87-456A-854F-E2D33B5493A7}" dt="2026-08-20T13:12:05.316" v="13543" actId="207"/>
          <ac:spMkLst>
            <pc:docMk/>
            <pc:sldMk cId="1014401689" sldId="659"/>
            <ac:spMk id="32" creationId="{61615720-1B14-0519-E55B-30191C555558}"/>
          </ac:spMkLst>
        </pc:spChg>
        <pc:spChg chg="mod">
          <ac:chgData name="Reiner, Ben (B)" userId="db925a48-ca58-4dcf-b594-955bb056bb20" providerId="ADAL" clId="{6181BEA9-9D87-456A-854F-E2D33B5493A7}" dt="2026-08-20T13:09:51.983" v="13523" actId="2711"/>
          <ac:spMkLst>
            <pc:docMk/>
            <pc:sldMk cId="1014401689" sldId="659"/>
            <ac:spMk id="33" creationId="{7070B447-824D-5D98-B562-E307E6A85EC9}"/>
          </ac:spMkLst>
        </pc:spChg>
        <pc:spChg chg="del">
          <ac:chgData name="Reiner, Ben (B)" userId="db925a48-ca58-4dcf-b594-955bb056bb20" providerId="ADAL" clId="{6181BEA9-9D87-456A-854F-E2D33B5493A7}" dt="2026-08-20T13:11:55.029" v="13541" actId="478"/>
          <ac:spMkLst>
            <pc:docMk/>
            <pc:sldMk cId="1014401689" sldId="659"/>
            <ac:spMk id="34" creationId="{D9A4059E-D078-FE42-669E-413025BEB591}"/>
          </ac:spMkLst>
        </pc:spChg>
      </pc:sldChg>
      <pc:sldChg chg="addSp delSp modSp add del mod">
        <pc:chgData name="Reiner, Ben (B)" userId="db925a48-ca58-4dcf-b594-955bb056bb20" providerId="ADAL" clId="{6181BEA9-9D87-456A-854F-E2D33B5493A7}" dt="2026-08-20T13:13:14.850" v="13563" actId="207"/>
        <pc:sldMkLst>
          <pc:docMk/>
          <pc:sldMk cId="4087370247" sldId="862"/>
        </pc:sldMkLst>
        <pc:spChg chg="add del">
          <ac:chgData name="Reiner, Ben (B)" userId="db925a48-ca58-4dcf-b594-955bb056bb20" providerId="ADAL" clId="{6181BEA9-9D87-456A-854F-E2D33B5493A7}" dt="2026-08-20T13:12:53.754" v="13556" actId="478"/>
          <ac:spMkLst>
            <pc:docMk/>
            <pc:sldMk cId="4087370247" sldId="862"/>
            <ac:spMk id="35" creationId="{3F52A64D-FA4C-AF7F-A416-3E8CD69CB6C9}"/>
          </ac:spMkLst>
        </pc:spChg>
        <pc:spChg chg="mod">
          <ac:chgData name="Reiner, Ben (B)" userId="db925a48-ca58-4dcf-b594-955bb056bb20" providerId="ADAL" clId="{6181BEA9-9D87-456A-854F-E2D33B5493A7}" dt="2026-08-20T13:12:52.524" v="13555" actId="207"/>
          <ac:spMkLst>
            <pc:docMk/>
            <pc:sldMk cId="4087370247" sldId="862"/>
            <ac:spMk id="36" creationId="{535FE9A5-09FD-9D64-7E2E-0A884A3907D9}"/>
          </ac:spMkLst>
        </pc:spChg>
        <pc:spChg chg="mod">
          <ac:chgData name="Reiner, Ben (B)" userId="db925a48-ca58-4dcf-b594-955bb056bb20" providerId="ADAL" clId="{6181BEA9-9D87-456A-854F-E2D33B5493A7}" dt="2026-08-20T13:13:14.850" v="13563" actId="207"/>
          <ac:spMkLst>
            <pc:docMk/>
            <pc:sldMk cId="4087370247" sldId="862"/>
            <ac:spMk id="37" creationId="{054099B1-A724-3A73-5409-9CC44ABC134F}"/>
          </ac:spMkLst>
        </pc:spChg>
        <pc:spChg chg="mod">
          <ac:chgData name="Reiner, Ben (B)" userId="db925a48-ca58-4dcf-b594-955bb056bb20" providerId="ADAL" clId="{6181BEA9-9D87-456A-854F-E2D33B5493A7}" dt="2026-08-20T13:12:58.212" v="13557" actId="207"/>
          <ac:spMkLst>
            <pc:docMk/>
            <pc:sldMk cId="4087370247" sldId="862"/>
            <ac:spMk id="38" creationId="{86C7015A-4AD4-3204-CE18-81CFF5E54B6C}"/>
          </ac:spMkLst>
        </pc:spChg>
      </pc:sldChg>
      <pc:sldChg chg="addSp delSp modSp add del mod">
        <pc:chgData name="Reiner, Ben (B)" userId="db925a48-ca58-4dcf-b594-955bb056bb20" providerId="ADAL" clId="{6181BEA9-9D87-456A-854F-E2D33B5493A7}" dt="2026-08-20T13:14:41.337" v="13593" actId="2711"/>
        <pc:sldMkLst>
          <pc:docMk/>
          <pc:sldMk cId="3472031917" sldId="1066"/>
        </pc:sldMkLst>
        <pc:spChg chg="del">
          <ac:chgData name="Reiner, Ben (B)" userId="db925a48-ca58-4dcf-b594-955bb056bb20" providerId="ADAL" clId="{6181BEA9-9D87-456A-854F-E2D33B5493A7}" dt="2026-08-20T13:13:31.093" v="13566" actId="478"/>
          <ac:spMkLst>
            <pc:docMk/>
            <pc:sldMk cId="3472031917" sldId="1066"/>
            <ac:spMk id="41" creationId="{D985A50E-6ED4-F1C1-BF9C-E88F30428BD4}"/>
          </ac:spMkLst>
        </pc:spChg>
        <pc:spChg chg="mod">
          <ac:chgData name="Reiner, Ben (B)" userId="db925a48-ca58-4dcf-b594-955bb056bb20" providerId="ADAL" clId="{6181BEA9-9D87-456A-854F-E2D33B5493A7}" dt="2026-08-20T13:14:41.337" v="13593" actId="2711"/>
          <ac:spMkLst>
            <pc:docMk/>
            <pc:sldMk cId="3472031917" sldId="1066"/>
            <ac:spMk id="42" creationId="{8CA60CE2-A603-D6B7-C606-443E4C318451}"/>
          </ac:spMkLst>
        </pc:spChg>
        <pc:spChg chg="mod">
          <ac:chgData name="Reiner, Ben (B)" userId="db925a48-ca58-4dcf-b594-955bb056bb20" providerId="ADAL" clId="{6181BEA9-9D87-456A-854F-E2D33B5493A7}" dt="2026-08-20T13:13:21.291" v="13564" actId="207"/>
          <ac:spMkLst>
            <pc:docMk/>
            <pc:sldMk cId="3472031917" sldId="1066"/>
            <ac:spMk id="43" creationId="{F8AD52CC-C378-5B5D-EE38-61CDA4D3F6AE}"/>
          </ac:spMkLst>
        </pc:spChg>
        <pc:spChg chg="mod">
          <ac:chgData name="Reiner, Ben (B)" userId="db925a48-ca58-4dcf-b594-955bb056bb20" providerId="ADAL" clId="{6181BEA9-9D87-456A-854F-E2D33B5493A7}" dt="2026-08-20T13:13:27.869" v="13565" actId="207"/>
          <ac:spMkLst>
            <pc:docMk/>
            <pc:sldMk cId="3472031917" sldId="1066"/>
            <ac:spMk id="44" creationId="{0298EE2E-975C-D901-8D6D-F4AE00E330F2}"/>
          </ac:spMkLst>
        </pc:spChg>
        <pc:spChg chg="mod">
          <ac:chgData name="Reiner, Ben (B)" userId="db925a48-ca58-4dcf-b594-955bb056bb20" providerId="ADAL" clId="{6181BEA9-9D87-456A-854F-E2D33B5493A7}" dt="2026-08-20T13:13:21.291" v="13564" actId="207"/>
          <ac:spMkLst>
            <pc:docMk/>
            <pc:sldMk cId="3472031917" sldId="1066"/>
            <ac:spMk id="45" creationId="{DC28CE92-BF20-E305-BEC6-4D42008E7B69}"/>
          </ac:spMkLst>
        </pc:spChg>
        <pc:spChg chg="mod">
          <ac:chgData name="Reiner, Ben (B)" userId="db925a48-ca58-4dcf-b594-955bb056bb20" providerId="ADAL" clId="{6181BEA9-9D87-456A-854F-E2D33B5493A7}" dt="2026-08-20T13:13:27.869" v="13565" actId="207"/>
          <ac:spMkLst>
            <pc:docMk/>
            <pc:sldMk cId="3472031917" sldId="1066"/>
            <ac:spMk id="46" creationId="{C24269DD-3A78-7FB3-C037-CE0059A4146B}"/>
          </ac:spMkLst>
        </pc:spChg>
        <pc:spChg chg="mod">
          <ac:chgData name="Reiner, Ben (B)" userId="db925a48-ca58-4dcf-b594-955bb056bb20" providerId="ADAL" clId="{6181BEA9-9D87-456A-854F-E2D33B5493A7}" dt="2026-08-20T13:13:21.291" v="13564" actId="207"/>
          <ac:spMkLst>
            <pc:docMk/>
            <pc:sldMk cId="3472031917" sldId="1066"/>
            <ac:spMk id="47" creationId="{8B3B95D4-10D5-BA72-6FD3-01280FC7D3DF}"/>
          </ac:spMkLst>
        </pc:spChg>
        <pc:spChg chg="mod">
          <ac:chgData name="Reiner, Ben (B)" userId="db925a48-ca58-4dcf-b594-955bb056bb20" providerId="ADAL" clId="{6181BEA9-9D87-456A-854F-E2D33B5493A7}" dt="2026-08-20T13:13:27.869" v="13565" actId="207"/>
          <ac:spMkLst>
            <pc:docMk/>
            <pc:sldMk cId="3472031917" sldId="1066"/>
            <ac:spMk id="48" creationId="{96B8BCC9-53FC-0E37-68D5-C15791188053}"/>
          </ac:spMkLst>
        </pc:spChg>
        <pc:spChg chg="mod">
          <ac:chgData name="Reiner, Ben (B)" userId="db925a48-ca58-4dcf-b594-955bb056bb20" providerId="ADAL" clId="{6181BEA9-9D87-456A-854F-E2D33B5493A7}" dt="2026-08-20T13:13:41.791" v="13571" actId="207"/>
          <ac:spMkLst>
            <pc:docMk/>
            <pc:sldMk cId="3472031917" sldId="1066"/>
            <ac:spMk id="49" creationId="{32D2E22E-942E-CC61-75CD-CC2BA9E7587F}"/>
          </ac:spMkLst>
        </pc:spChg>
        <pc:spChg chg="add del mod">
          <ac:chgData name="Reiner, Ben (B)" userId="db925a48-ca58-4dcf-b594-955bb056bb20" providerId="ADAL" clId="{6181BEA9-9D87-456A-854F-E2D33B5493A7}" dt="2026-08-20T13:13:47.295" v="13573" actId="478"/>
          <ac:spMkLst>
            <pc:docMk/>
            <pc:sldMk cId="3472031917" sldId="1066"/>
            <ac:spMk id="51" creationId="{20282281-9961-631A-F3A7-B26AF6759357}"/>
          </ac:spMkLst>
        </pc:spChg>
      </pc:sldChg>
      <pc:sldChg chg="delSp modSp add del mod">
        <pc:chgData name="Reiner, Ben (B)" userId="db925a48-ca58-4dcf-b594-955bb056bb20" providerId="ADAL" clId="{6181BEA9-9D87-456A-854F-E2D33B5493A7}" dt="2026-08-20T13:15:19.690" v="13604" actId="2711"/>
        <pc:sldMkLst>
          <pc:docMk/>
          <pc:sldMk cId="2013026009" sldId="1271"/>
        </pc:sldMkLst>
        <pc:spChg chg="del">
          <ac:chgData name="Reiner, Ben (B)" userId="db925a48-ca58-4dcf-b594-955bb056bb20" providerId="ADAL" clId="{6181BEA9-9D87-456A-854F-E2D33B5493A7}" dt="2026-08-20T13:14:48.211" v="13595" actId="478"/>
          <ac:spMkLst>
            <pc:docMk/>
            <pc:sldMk cId="2013026009" sldId="1271"/>
            <ac:spMk id="52" creationId="{1D029E16-B200-4E84-2B07-87CD717BC608}"/>
          </ac:spMkLst>
        </pc:spChg>
        <pc:spChg chg="mod">
          <ac:chgData name="Reiner, Ben (B)" userId="db925a48-ca58-4dcf-b594-955bb056bb20" providerId="ADAL" clId="{6181BEA9-9D87-456A-854F-E2D33B5493A7}" dt="2026-08-20T13:15:19.690" v="13604" actId="2711"/>
          <ac:spMkLst>
            <pc:docMk/>
            <pc:sldMk cId="2013026009" sldId="1271"/>
            <ac:spMk id="53" creationId="{C55BCC06-1FD6-5B56-2A8A-0D036086C6E2}"/>
          </ac:spMkLst>
        </pc:spChg>
        <pc:spChg chg="mod">
          <ac:chgData name="Reiner, Ben (B)" userId="db925a48-ca58-4dcf-b594-955bb056bb20" providerId="ADAL" clId="{6181BEA9-9D87-456A-854F-E2D33B5493A7}" dt="2026-08-20T13:15:09.895" v="13599" actId="113"/>
          <ac:spMkLst>
            <pc:docMk/>
            <pc:sldMk cId="2013026009" sldId="1271"/>
            <ac:spMk id="54" creationId="{0DA998DA-499D-9BC5-FE94-C44E47ED06B8}"/>
          </ac:spMkLst>
        </pc:spChg>
        <pc:spChg chg="mod">
          <ac:chgData name="Reiner, Ben (B)" userId="db925a48-ca58-4dcf-b594-955bb056bb20" providerId="ADAL" clId="{6181BEA9-9D87-456A-854F-E2D33B5493A7}" dt="2026-08-20T13:15:11.680" v="13600" actId="113"/>
          <ac:spMkLst>
            <pc:docMk/>
            <pc:sldMk cId="2013026009" sldId="1271"/>
            <ac:spMk id="55" creationId="{302B3B64-EEC5-4B9F-4EE5-6B99A2B4365B}"/>
          </ac:spMkLst>
        </pc:spChg>
        <pc:spChg chg="mod">
          <ac:chgData name="Reiner, Ben (B)" userId="db925a48-ca58-4dcf-b594-955bb056bb20" providerId="ADAL" clId="{6181BEA9-9D87-456A-854F-E2D33B5493A7}" dt="2026-08-20T13:15:13.337" v="13601" actId="113"/>
          <ac:spMkLst>
            <pc:docMk/>
            <pc:sldMk cId="2013026009" sldId="1271"/>
            <ac:spMk id="56" creationId="{DA72D21A-EFBF-6F94-49DD-74C45543705D}"/>
          </ac:spMkLst>
        </pc:spChg>
        <pc:spChg chg="mod">
          <ac:chgData name="Reiner, Ben (B)" userId="db925a48-ca58-4dcf-b594-955bb056bb20" providerId="ADAL" clId="{6181BEA9-9D87-456A-854F-E2D33B5493A7}" dt="2026-08-20T13:15:14.894" v="13602" actId="113"/>
          <ac:spMkLst>
            <pc:docMk/>
            <pc:sldMk cId="2013026009" sldId="1271"/>
            <ac:spMk id="57" creationId="{33DA2862-BB1A-A421-716C-D51F2DDD9AC1}"/>
          </ac:spMkLst>
        </pc:spChg>
        <pc:spChg chg="mod">
          <ac:chgData name="Reiner, Ben (B)" userId="db925a48-ca58-4dcf-b594-955bb056bb20" providerId="ADAL" clId="{6181BEA9-9D87-456A-854F-E2D33B5493A7}" dt="2026-08-20T13:15:16.436" v="13603" actId="113"/>
          <ac:spMkLst>
            <pc:docMk/>
            <pc:sldMk cId="2013026009" sldId="1271"/>
            <ac:spMk id="58" creationId="{B5BEFFB1-6510-893D-71CE-4C5B560D6658}"/>
          </ac:spMkLst>
        </pc:spChg>
        <pc:spChg chg="mod">
          <ac:chgData name="Reiner, Ben (B)" userId="db925a48-ca58-4dcf-b594-955bb056bb20" providerId="ADAL" clId="{6181BEA9-9D87-456A-854F-E2D33B5493A7}" dt="2026-08-20T13:15:03.441" v="13598" actId="207"/>
          <ac:spMkLst>
            <pc:docMk/>
            <pc:sldMk cId="2013026009" sldId="1271"/>
            <ac:spMk id="59" creationId="{AB78C5BA-38BA-AB64-4C49-92D37F9A8BA6}"/>
          </ac:spMkLst>
        </pc:spChg>
        <pc:spChg chg="mod">
          <ac:chgData name="Reiner, Ben (B)" userId="db925a48-ca58-4dcf-b594-955bb056bb20" providerId="ADAL" clId="{6181BEA9-9D87-456A-854F-E2D33B5493A7}" dt="2026-08-20T13:15:03.441" v="13598" actId="207"/>
          <ac:spMkLst>
            <pc:docMk/>
            <pc:sldMk cId="2013026009" sldId="1271"/>
            <ac:spMk id="60" creationId="{3B09D4C4-D906-B152-D987-F6FEE9AC8FD9}"/>
          </ac:spMkLst>
        </pc:spChg>
        <pc:spChg chg="mod">
          <ac:chgData name="Reiner, Ben (B)" userId="db925a48-ca58-4dcf-b594-955bb056bb20" providerId="ADAL" clId="{6181BEA9-9D87-456A-854F-E2D33B5493A7}" dt="2026-08-20T13:15:03.441" v="13598" actId="207"/>
          <ac:spMkLst>
            <pc:docMk/>
            <pc:sldMk cId="2013026009" sldId="1271"/>
            <ac:spMk id="61" creationId="{DC602313-27BB-1D37-0487-4AB3D66EBBCE}"/>
          </ac:spMkLst>
        </pc:spChg>
        <pc:spChg chg="mod">
          <ac:chgData name="Reiner, Ben (B)" userId="db925a48-ca58-4dcf-b594-955bb056bb20" providerId="ADAL" clId="{6181BEA9-9D87-456A-854F-E2D33B5493A7}" dt="2026-08-20T13:15:03.441" v="13598" actId="207"/>
          <ac:spMkLst>
            <pc:docMk/>
            <pc:sldMk cId="2013026009" sldId="1271"/>
            <ac:spMk id="62" creationId="{D6858B9A-9E0F-A1E6-7C0B-65316F27C28D}"/>
          </ac:spMkLst>
        </pc:spChg>
        <pc:spChg chg="mod">
          <ac:chgData name="Reiner, Ben (B)" userId="db925a48-ca58-4dcf-b594-955bb056bb20" providerId="ADAL" clId="{6181BEA9-9D87-456A-854F-E2D33B5493A7}" dt="2026-08-20T13:15:03.441" v="13598" actId="207"/>
          <ac:spMkLst>
            <pc:docMk/>
            <pc:sldMk cId="2013026009" sldId="1271"/>
            <ac:spMk id="64" creationId="{BAD243C7-6692-ED46-0F2D-46BB5EA3190A}"/>
          </ac:spMkLst>
        </pc:spChg>
        <pc:spChg chg="del">
          <ac:chgData name="Reiner, Ben (B)" userId="db925a48-ca58-4dcf-b594-955bb056bb20" providerId="ADAL" clId="{6181BEA9-9D87-456A-854F-E2D33B5493A7}" dt="2026-08-20T13:14:46.801" v="13594" actId="478"/>
          <ac:spMkLst>
            <pc:docMk/>
            <pc:sldMk cId="2013026009" sldId="1271"/>
            <ac:spMk id="65" creationId="{DDEBC13F-ACE0-1ABF-6F37-5B7531171497}"/>
          </ac:spMkLst>
        </pc:spChg>
      </pc:sldChg>
      <pc:sldChg chg="delSp modSp add del mod">
        <pc:chgData name="Reiner, Ben (B)" userId="db925a48-ca58-4dcf-b594-955bb056bb20" providerId="ADAL" clId="{6181BEA9-9D87-456A-854F-E2D33B5493A7}" dt="2026-08-20T13:19:58.657" v="13655" actId="207"/>
        <pc:sldMkLst>
          <pc:docMk/>
          <pc:sldMk cId="1027138353" sldId="1477"/>
        </pc:sldMkLst>
        <pc:spChg chg="del">
          <ac:chgData name="Reiner, Ben (B)" userId="db925a48-ca58-4dcf-b594-955bb056bb20" providerId="ADAL" clId="{6181BEA9-9D87-456A-854F-E2D33B5493A7}" dt="2026-08-20T13:15:46.576" v="13610" actId="478"/>
          <ac:spMkLst>
            <pc:docMk/>
            <pc:sldMk cId="1027138353" sldId="1477"/>
            <ac:spMk id="66" creationId="{BABAD4F5-E7A0-A1CC-E9C2-1A3886EE00F7}"/>
          </ac:spMkLst>
        </pc:spChg>
        <pc:spChg chg="mod">
          <ac:chgData name="Reiner, Ben (B)" userId="db925a48-ca58-4dcf-b594-955bb056bb20" providerId="ADAL" clId="{6181BEA9-9D87-456A-854F-E2D33B5493A7}" dt="2026-08-20T13:15:56.254" v="13612" actId="207"/>
          <ac:spMkLst>
            <pc:docMk/>
            <pc:sldMk cId="1027138353" sldId="1477"/>
            <ac:spMk id="67" creationId="{374D813D-14C7-9E9B-F1A1-151D7AF80389}"/>
          </ac:spMkLst>
        </pc:spChg>
        <pc:spChg chg="mod">
          <ac:chgData name="Reiner, Ben (B)" userId="db925a48-ca58-4dcf-b594-955bb056bb20" providerId="ADAL" clId="{6181BEA9-9D87-456A-854F-E2D33B5493A7}" dt="2026-08-20T13:15:29.604" v="13606" actId="207"/>
          <ac:spMkLst>
            <pc:docMk/>
            <pc:sldMk cId="1027138353" sldId="1477"/>
            <ac:spMk id="68" creationId="{3EE5B638-BE55-DA53-E090-574862841403}"/>
          </ac:spMkLst>
        </pc:spChg>
        <pc:spChg chg="mod">
          <ac:chgData name="Reiner, Ben (B)" userId="db925a48-ca58-4dcf-b594-955bb056bb20" providerId="ADAL" clId="{6181BEA9-9D87-456A-854F-E2D33B5493A7}" dt="2026-08-20T13:15:51.802" v="13611" actId="208"/>
          <ac:spMkLst>
            <pc:docMk/>
            <pc:sldMk cId="1027138353" sldId="1477"/>
            <ac:spMk id="69" creationId="{EF04B5DC-8837-51F2-46C8-381FDF883D8C}"/>
          </ac:spMkLst>
        </pc:spChg>
        <pc:spChg chg="mod">
          <ac:chgData name="Reiner, Ben (B)" userId="db925a48-ca58-4dcf-b594-955bb056bb20" providerId="ADAL" clId="{6181BEA9-9D87-456A-854F-E2D33B5493A7}" dt="2026-08-20T13:19:58.657" v="13655" actId="207"/>
          <ac:spMkLst>
            <pc:docMk/>
            <pc:sldMk cId="1027138353" sldId="1477"/>
            <ac:spMk id="71" creationId="{0E8CDBE2-600C-9A33-1D99-D18517D3C84C}"/>
          </ac:spMkLst>
        </pc:spChg>
        <pc:spChg chg="del">
          <ac:chgData name="Reiner, Ben (B)" userId="db925a48-ca58-4dcf-b594-955bb056bb20" providerId="ADAL" clId="{6181BEA9-9D87-456A-854F-E2D33B5493A7}" dt="2026-08-20T13:15:35.972" v="13607" actId="478"/>
          <ac:spMkLst>
            <pc:docMk/>
            <pc:sldMk cId="1027138353" sldId="1477"/>
            <ac:spMk id="72" creationId="{1066F881-5B04-F929-9404-820E6CE1B74F}"/>
          </ac:spMkLst>
        </pc:spChg>
      </pc:sldChg>
      <pc:sldChg chg="delSp modSp add del mod">
        <pc:chgData name="Reiner, Ben (B)" userId="db925a48-ca58-4dcf-b594-955bb056bb20" providerId="ADAL" clId="{6181BEA9-9D87-456A-854F-E2D33B5493A7}" dt="2026-08-20T13:19:54.270" v="13654" actId="207"/>
        <pc:sldMkLst>
          <pc:docMk/>
          <pc:sldMk cId="424636119" sldId="1684"/>
        </pc:sldMkLst>
        <pc:spChg chg="del">
          <ac:chgData name="Reiner, Ben (B)" userId="db925a48-ca58-4dcf-b594-955bb056bb20" providerId="ADAL" clId="{6181BEA9-9D87-456A-854F-E2D33B5493A7}" dt="2026-08-20T13:16:50.943" v="13622" actId="478"/>
          <ac:spMkLst>
            <pc:docMk/>
            <pc:sldMk cId="424636119" sldId="1684"/>
            <ac:spMk id="73" creationId="{E667D0FD-EDAC-52C2-6DCF-57F9145553FF}"/>
          </ac:spMkLst>
        </pc:spChg>
        <pc:spChg chg="mod">
          <ac:chgData name="Reiner, Ben (B)" userId="db925a48-ca58-4dcf-b594-955bb056bb20" providerId="ADAL" clId="{6181BEA9-9D87-456A-854F-E2D33B5493A7}" dt="2026-08-20T13:16:49.783" v="13621" actId="207"/>
          <ac:spMkLst>
            <pc:docMk/>
            <pc:sldMk cId="424636119" sldId="1684"/>
            <ac:spMk id="74" creationId="{388B9DF0-06A2-9F69-519B-699387A0F5C4}"/>
          </ac:spMkLst>
        </pc:spChg>
        <pc:spChg chg="mod">
          <ac:chgData name="Reiner, Ben (B)" userId="db925a48-ca58-4dcf-b594-955bb056bb20" providerId="ADAL" clId="{6181BEA9-9D87-456A-854F-E2D33B5493A7}" dt="2026-08-20T13:16:35.906" v="13618" actId="207"/>
          <ac:spMkLst>
            <pc:docMk/>
            <pc:sldMk cId="424636119" sldId="1684"/>
            <ac:spMk id="75" creationId="{88415EE5-F231-3028-3BCC-43333F0672C0}"/>
          </ac:spMkLst>
        </pc:spChg>
        <pc:spChg chg="mod">
          <ac:chgData name="Reiner, Ben (B)" userId="db925a48-ca58-4dcf-b594-955bb056bb20" providerId="ADAL" clId="{6181BEA9-9D87-456A-854F-E2D33B5493A7}" dt="2026-08-20T13:16:35.906" v="13618" actId="207"/>
          <ac:spMkLst>
            <pc:docMk/>
            <pc:sldMk cId="424636119" sldId="1684"/>
            <ac:spMk id="76" creationId="{05FEB963-0B43-31C4-C47C-69AA46A07D52}"/>
          </ac:spMkLst>
        </pc:spChg>
        <pc:spChg chg="mod">
          <ac:chgData name="Reiner, Ben (B)" userId="db925a48-ca58-4dcf-b594-955bb056bb20" providerId="ADAL" clId="{6181BEA9-9D87-456A-854F-E2D33B5493A7}" dt="2026-08-20T13:16:35.906" v="13618" actId="207"/>
          <ac:spMkLst>
            <pc:docMk/>
            <pc:sldMk cId="424636119" sldId="1684"/>
            <ac:spMk id="77" creationId="{A44411F9-CE23-1EEB-73F3-2D161EAF89E3}"/>
          </ac:spMkLst>
        </pc:spChg>
        <pc:spChg chg="mod">
          <ac:chgData name="Reiner, Ben (B)" userId="db925a48-ca58-4dcf-b594-955bb056bb20" providerId="ADAL" clId="{6181BEA9-9D87-456A-854F-E2D33B5493A7}" dt="2026-08-20T13:19:50.469" v="13653" actId="207"/>
          <ac:spMkLst>
            <pc:docMk/>
            <pc:sldMk cId="424636119" sldId="1684"/>
            <ac:spMk id="78" creationId="{4AA109DC-0AC6-6CB8-FE60-1DD289EA1913}"/>
          </ac:spMkLst>
        </pc:spChg>
        <pc:spChg chg="mod">
          <ac:chgData name="Reiner, Ben (B)" userId="db925a48-ca58-4dcf-b594-955bb056bb20" providerId="ADAL" clId="{6181BEA9-9D87-456A-854F-E2D33B5493A7}" dt="2026-08-20T13:19:50.469" v="13653" actId="207"/>
          <ac:spMkLst>
            <pc:docMk/>
            <pc:sldMk cId="424636119" sldId="1684"/>
            <ac:spMk id="80" creationId="{B8B056A2-3D5C-7D74-F692-3C4534F8C091}"/>
          </ac:spMkLst>
        </pc:spChg>
        <pc:spChg chg="mod">
          <ac:chgData name="Reiner, Ben (B)" userId="db925a48-ca58-4dcf-b594-955bb056bb20" providerId="ADAL" clId="{6181BEA9-9D87-456A-854F-E2D33B5493A7}" dt="2026-08-20T13:19:50.469" v="13653" actId="207"/>
          <ac:spMkLst>
            <pc:docMk/>
            <pc:sldMk cId="424636119" sldId="1684"/>
            <ac:spMk id="82" creationId="{06F5B82D-4D2F-72C0-83D2-A9973DC186B6}"/>
          </ac:spMkLst>
        </pc:spChg>
        <pc:spChg chg="mod">
          <ac:chgData name="Reiner, Ben (B)" userId="db925a48-ca58-4dcf-b594-955bb056bb20" providerId="ADAL" clId="{6181BEA9-9D87-456A-854F-E2D33B5493A7}" dt="2026-08-20T13:19:54.270" v="13654" actId="207"/>
          <ac:spMkLst>
            <pc:docMk/>
            <pc:sldMk cId="424636119" sldId="1684"/>
            <ac:spMk id="84" creationId="{F9339C33-EF7D-8F61-1E5A-12B44ED32E3A}"/>
          </ac:spMkLst>
        </pc:spChg>
        <pc:spChg chg="del">
          <ac:chgData name="Reiner, Ben (B)" userId="db925a48-ca58-4dcf-b594-955bb056bb20" providerId="ADAL" clId="{6181BEA9-9D87-456A-854F-E2D33B5493A7}" dt="2026-08-20T13:16:25.942" v="13615" actId="478"/>
          <ac:spMkLst>
            <pc:docMk/>
            <pc:sldMk cId="424636119" sldId="1684"/>
            <ac:spMk id="85" creationId="{6CDA5B6B-C98F-B3BE-3306-5256EC3F9301}"/>
          </ac:spMkLst>
        </pc:spChg>
      </pc:sldChg>
      <pc:sldChg chg="delSp modSp add del mod">
        <pc:chgData name="Reiner, Ben (B)" userId="db925a48-ca58-4dcf-b594-955bb056bb20" providerId="ADAL" clId="{6181BEA9-9D87-456A-854F-E2D33B5493A7}" dt="2026-08-20T13:20:07.654" v="13658" actId="1035"/>
        <pc:sldMkLst>
          <pc:docMk/>
          <pc:sldMk cId="526280390" sldId="1892"/>
        </pc:sldMkLst>
        <pc:spChg chg="del">
          <ac:chgData name="Reiner, Ben (B)" userId="db925a48-ca58-4dcf-b594-955bb056bb20" providerId="ADAL" clId="{6181BEA9-9D87-456A-854F-E2D33B5493A7}" dt="2026-08-20T13:17:13.401" v="13628" actId="478"/>
          <ac:spMkLst>
            <pc:docMk/>
            <pc:sldMk cId="526280390" sldId="1892"/>
            <ac:spMk id="86" creationId="{37531561-F98A-E714-80D5-CCFB2531FA7D}"/>
          </ac:spMkLst>
        </pc:spChg>
        <pc:spChg chg="mod">
          <ac:chgData name="Reiner, Ben (B)" userId="db925a48-ca58-4dcf-b594-955bb056bb20" providerId="ADAL" clId="{6181BEA9-9D87-456A-854F-E2D33B5493A7}" dt="2026-08-20T13:17:19.131" v="13629" actId="207"/>
          <ac:spMkLst>
            <pc:docMk/>
            <pc:sldMk cId="526280390" sldId="1892"/>
            <ac:spMk id="87" creationId="{B4EDBC5B-4187-173B-E26C-F266E78A2E76}"/>
          </ac:spMkLst>
        </pc:spChg>
        <pc:spChg chg="mod">
          <ac:chgData name="Reiner, Ben (B)" userId="db925a48-ca58-4dcf-b594-955bb056bb20" providerId="ADAL" clId="{6181BEA9-9D87-456A-854F-E2D33B5493A7}" dt="2026-08-20T13:17:19.131" v="13629" actId="207"/>
          <ac:spMkLst>
            <pc:docMk/>
            <pc:sldMk cId="526280390" sldId="1892"/>
            <ac:spMk id="88" creationId="{967A12B0-FDF8-E1CE-2C5A-2FCD22C147C7}"/>
          </ac:spMkLst>
        </pc:spChg>
        <pc:spChg chg="mod">
          <ac:chgData name="Reiner, Ben (B)" userId="db925a48-ca58-4dcf-b594-955bb056bb20" providerId="ADAL" clId="{6181BEA9-9D87-456A-854F-E2D33B5493A7}" dt="2026-08-20T13:17:03.723" v="13625" actId="208"/>
          <ac:spMkLst>
            <pc:docMk/>
            <pc:sldMk cId="526280390" sldId="1892"/>
            <ac:spMk id="89" creationId="{F878C473-A2CC-4576-D373-50BAB65EE925}"/>
          </ac:spMkLst>
        </pc:spChg>
        <pc:spChg chg="mod">
          <ac:chgData name="Reiner, Ben (B)" userId="db925a48-ca58-4dcf-b594-955bb056bb20" providerId="ADAL" clId="{6181BEA9-9D87-456A-854F-E2D33B5493A7}" dt="2026-08-20T13:17:03.723" v="13625" actId="208"/>
          <ac:spMkLst>
            <pc:docMk/>
            <pc:sldMk cId="526280390" sldId="1892"/>
            <ac:spMk id="90" creationId="{4C08AAF3-C712-1964-2CF6-937FEFC8D1DB}"/>
          </ac:spMkLst>
        </pc:spChg>
        <pc:spChg chg="mod">
          <ac:chgData name="Reiner, Ben (B)" userId="db925a48-ca58-4dcf-b594-955bb056bb20" providerId="ADAL" clId="{6181BEA9-9D87-456A-854F-E2D33B5493A7}" dt="2026-08-20T13:17:03.723" v="13625" actId="208"/>
          <ac:spMkLst>
            <pc:docMk/>
            <pc:sldMk cId="526280390" sldId="1892"/>
            <ac:spMk id="91" creationId="{12F22EA8-E457-233E-CB01-43CCEDE89971}"/>
          </ac:spMkLst>
        </pc:spChg>
        <pc:spChg chg="mod">
          <ac:chgData name="Reiner, Ben (B)" userId="db925a48-ca58-4dcf-b594-955bb056bb20" providerId="ADAL" clId="{6181BEA9-9D87-456A-854F-E2D33B5493A7}" dt="2026-08-20T13:20:07.654" v="13658" actId="1035"/>
          <ac:spMkLst>
            <pc:docMk/>
            <pc:sldMk cId="526280390" sldId="1892"/>
            <ac:spMk id="92" creationId="{C96FE18C-8EEB-C83D-91B8-770D49924861}"/>
          </ac:spMkLst>
        </pc:spChg>
        <pc:spChg chg="del">
          <ac:chgData name="Reiner, Ben (B)" userId="db925a48-ca58-4dcf-b594-955bb056bb20" providerId="ADAL" clId="{6181BEA9-9D87-456A-854F-E2D33B5493A7}" dt="2026-08-20T13:17:12.067" v="13627" actId="478"/>
          <ac:spMkLst>
            <pc:docMk/>
            <pc:sldMk cId="526280390" sldId="1892"/>
            <ac:spMk id="93" creationId="{B643B009-1E14-5A10-521F-E054D2D1BDD4}"/>
          </ac:spMkLst>
        </pc:spChg>
      </pc:sldChg>
      <pc:sldChg chg="delSp modSp add del mod">
        <pc:chgData name="Reiner, Ben (B)" userId="db925a48-ca58-4dcf-b594-955bb056bb20" providerId="ADAL" clId="{6181BEA9-9D87-456A-854F-E2D33B5493A7}" dt="2026-08-20T13:19:09.600" v="13650" actId="2711"/>
        <pc:sldMkLst>
          <pc:docMk/>
          <pc:sldMk cId="3834354588" sldId="2101"/>
        </pc:sldMkLst>
        <pc:spChg chg="del">
          <ac:chgData name="Reiner, Ben (B)" userId="db925a48-ca58-4dcf-b594-955bb056bb20" providerId="ADAL" clId="{6181BEA9-9D87-456A-854F-E2D33B5493A7}" dt="2026-08-20T13:17:30.349" v="13632" actId="478"/>
          <ac:spMkLst>
            <pc:docMk/>
            <pc:sldMk cId="3834354588" sldId="2101"/>
            <ac:spMk id="94" creationId="{79E5A83B-831E-9809-BEC9-A1961A730477}"/>
          </ac:spMkLst>
        </pc:spChg>
        <pc:spChg chg="mod">
          <ac:chgData name="Reiner, Ben (B)" userId="db925a48-ca58-4dcf-b594-955bb056bb20" providerId="ADAL" clId="{6181BEA9-9D87-456A-854F-E2D33B5493A7}" dt="2026-08-20T13:19:09.600" v="13650" actId="2711"/>
          <ac:spMkLst>
            <pc:docMk/>
            <pc:sldMk cId="3834354588" sldId="2101"/>
            <ac:spMk id="95" creationId="{E826DCF6-0DA1-DB23-569D-835F44837BC4}"/>
          </ac:spMkLst>
        </pc:spChg>
        <pc:spChg chg="mod">
          <ac:chgData name="Reiner, Ben (B)" userId="db925a48-ca58-4dcf-b594-955bb056bb20" providerId="ADAL" clId="{6181BEA9-9D87-456A-854F-E2D33B5493A7}" dt="2026-08-20T13:17:51.156" v="13638" actId="207"/>
          <ac:spMkLst>
            <pc:docMk/>
            <pc:sldMk cId="3834354588" sldId="2101"/>
            <ac:spMk id="96" creationId="{193E3FFA-141E-09CD-CCB3-6CFB6E5FAB7B}"/>
          </ac:spMkLst>
        </pc:spChg>
        <pc:spChg chg="mod">
          <ac:chgData name="Reiner, Ben (B)" userId="db925a48-ca58-4dcf-b594-955bb056bb20" providerId="ADAL" clId="{6181BEA9-9D87-456A-854F-E2D33B5493A7}" dt="2026-08-20T13:17:51.156" v="13638" actId="207"/>
          <ac:spMkLst>
            <pc:docMk/>
            <pc:sldMk cId="3834354588" sldId="2101"/>
            <ac:spMk id="97" creationId="{8471D2C2-1F01-AFD9-C85D-49DC6268B688}"/>
          </ac:spMkLst>
        </pc:spChg>
        <pc:spChg chg="mod">
          <ac:chgData name="Reiner, Ben (B)" userId="db925a48-ca58-4dcf-b594-955bb056bb20" providerId="ADAL" clId="{6181BEA9-9D87-456A-854F-E2D33B5493A7}" dt="2026-08-20T13:17:51.156" v="13638" actId="207"/>
          <ac:spMkLst>
            <pc:docMk/>
            <pc:sldMk cId="3834354588" sldId="2101"/>
            <ac:spMk id="98" creationId="{C05454BB-18A5-2615-521C-D78B09300DC2}"/>
          </ac:spMkLst>
        </pc:spChg>
        <pc:spChg chg="mod">
          <ac:chgData name="Reiner, Ben (B)" userId="db925a48-ca58-4dcf-b594-955bb056bb20" providerId="ADAL" clId="{6181BEA9-9D87-456A-854F-E2D33B5493A7}" dt="2026-08-20T13:17:51.156" v="13638" actId="207"/>
          <ac:spMkLst>
            <pc:docMk/>
            <pc:sldMk cId="3834354588" sldId="2101"/>
            <ac:spMk id="99" creationId="{5C5D8F2F-5346-3C5C-6E2D-178E4AE187DA}"/>
          </ac:spMkLst>
        </pc:spChg>
        <pc:spChg chg="mod">
          <ac:chgData name="Reiner, Ben (B)" userId="db925a48-ca58-4dcf-b594-955bb056bb20" providerId="ADAL" clId="{6181BEA9-9D87-456A-854F-E2D33B5493A7}" dt="2026-08-20T13:17:36.914" v="13633" actId="207"/>
          <ac:spMkLst>
            <pc:docMk/>
            <pc:sldMk cId="3834354588" sldId="2101"/>
            <ac:spMk id="100" creationId="{C0ED17C2-AEF3-AA49-F855-C16459B784D6}"/>
          </ac:spMkLst>
        </pc:spChg>
        <pc:spChg chg="mod">
          <ac:chgData name="Reiner, Ben (B)" userId="db925a48-ca58-4dcf-b594-955bb056bb20" providerId="ADAL" clId="{6181BEA9-9D87-456A-854F-E2D33B5493A7}" dt="2026-08-20T13:17:36.914" v="13633" actId="207"/>
          <ac:spMkLst>
            <pc:docMk/>
            <pc:sldMk cId="3834354588" sldId="2101"/>
            <ac:spMk id="101" creationId="{77860F3C-F049-94D0-32CD-CB49ECE48003}"/>
          </ac:spMkLst>
        </pc:spChg>
        <pc:spChg chg="mod">
          <ac:chgData name="Reiner, Ben (B)" userId="db925a48-ca58-4dcf-b594-955bb056bb20" providerId="ADAL" clId="{6181BEA9-9D87-456A-854F-E2D33B5493A7}" dt="2026-08-20T13:17:36.914" v="13633" actId="207"/>
          <ac:spMkLst>
            <pc:docMk/>
            <pc:sldMk cId="3834354588" sldId="2101"/>
            <ac:spMk id="102" creationId="{154FA2A7-25C0-85F7-B747-D5DAEEDD7CD2}"/>
          </ac:spMkLst>
        </pc:spChg>
        <pc:spChg chg="mod">
          <ac:chgData name="Reiner, Ben (B)" userId="db925a48-ca58-4dcf-b594-955bb056bb20" providerId="ADAL" clId="{6181BEA9-9D87-456A-854F-E2D33B5493A7}" dt="2026-08-20T13:17:51.156" v="13638" actId="207"/>
          <ac:spMkLst>
            <pc:docMk/>
            <pc:sldMk cId="3834354588" sldId="2101"/>
            <ac:spMk id="103" creationId="{71F830ED-C181-1FCF-65AD-7F7E085997A3}"/>
          </ac:spMkLst>
        </pc:spChg>
        <pc:spChg chg="del">
          <ac:chgData name="Reiner, Ben (B)" userId="db925a48-ca58-4dcf-b594-955bb056bb20" providerId="ADAL" clId="{6181BEA9-9D87-456A-854F-E2D33B5493A7}" dt="2026-08-20T13:17:28.974" v="13631" actId="478"/>
          <ac:spMkLst>
            <pc:docMk/>
            <pc:sldMk cId="3834354588" sldId="2101"/>
            <ac:spMk id="105" creationId="{C9585A1D-8637-0998-3703-D9CFAF2F86AD}"/>
          </ac:spMkLst>
        </pc:spChg>
      </pc:sldChg>
      <pc:sldChg chg="delSp modSp add del mod">
        <pc:chgData name="Reiner, Ben (B)" userId="db925a48-ca58-4dcf-b594-955bb056bb20" providerId="ADAL" clId="{6181BEA9-9D87-456A-854F-E2D33B5493A7}" dt="2026-08-20T13:20:13.624" v="13659" actId="207"/>
        <pc:sldMkLst>
          <pc:docMk/>
          <pc:sldMk cId="4148528582" sldId="2311"/>
        </pc:sldMkLst>
        <pc:spChg chg="del">
          <ac:chgData name="Reiner, Ben (B)" userId="db925a48-ca58-4dcf-b594-955bb056bb20" providerId="ADAL" clId="{6181BEA9-9D87-456A-854F-E2D33B5493A7}" dt="2026-08-20T13:18:14.909" v="13642" actId="478"/>
          <ac:spMkLst>
            <pc:docMk/>
            <pc:sldMk cId="4148528582" sldId="2311"/>
            <ac:spMk id="106" creationId="{9AB3BACF-5E75-B610-EEA1-37523CDEDA80}"/>
          </ac:spMkLst>
        </pc:spChg>
        <pc:spChg chg="mod">
          <ac:chgData name="Reiner, Ben (B)" userId="db925a48-ca58-4dcf-b594-955bb056bb20" providerId="ADAL" clId="{6181BEA9-9D87-456A-854F-E2D33B5493A7}" dt="2026-08-20T13:18:11.336" v="13641" actId="207"/>
          <ac:spMkLst>
            <pc:docMk/>
            <pc:sldMk cId="4148528582" sldId="2311"/>
            <ac:spMk id="107" creationId="{C0BDD49C-8DE3-C575-EBEC-F89726E6A676}"/>
          </ac:spMkLst>
        </pc:spChg>
        <pc:spChg chg="mod">
          <ac:chgData name="Reiner, Ben (B)" userId="db925a48-ca58-4dcf-b594-955bb056bb20" providerId="ADAL" clId="{6181BEA9-9D87-456A-854F-E2D33B5493A7}" dt="2026-08-20T13:18:24.158" v="13645" actId="207"/>
          <ac:spMkLst>
            <pc:docMk/>
            <pc:sldMk cId="4148528582" sldId="2311"/>
            <ac:spMk id="108" creationId="{A6F866D2-BD42-2561-1432-9FB352B6BC8A}"/>
          </ac:spMkLst>
        </pc:spChg>
        <pc:spChg chg="mod">
          <ac:chgData name="Reiner, Ben (B)" userId="db925a48-ca58-4dcf-b594-955bb056bb20" providerId="ADAL" clId="{6181BEA9-9D87-456A-854F-E2D33B5493A7}" dt="2026-08-20T13:18:24.158" v="13645" actId="207"/>
          <ac:spMkLst>
            <pc:docMk/>
            <pc:sldMk cId="4148528582" sldId="2311"/>
            <ac:spMk id="109" creationId="{218A4ABC-4FC9-595F-07AA-E92965B1C150}"/>
          </ac:spMkLst>
        </pc:spChg>
        <pc:spChg chg="mod">
          <ac:chgData name="Reiner, Ben (B)" userId="db925a48-ca58-4dcf-b594-955bb056bb20" providerId="ADAL" clId="{6181BEA9-9D87-456A-854F-E2D33B5493A7}" dt="2026-08-20T13:18:24.158" v="13645" actId="207"/>
          <ac:spMkLst>
            <pc:docMk/>
            <pc:sldMk cId="4148528582" sldId="2311"/>
            <ac:spMk id="110" creationId="{3CB49B5F-BDE5-C63F-0951-6551E8DD2383}"/>
          </ac:spMkLst>
        </pc:spChg>
        <pc:spChg chg="mod">
          <ac:chgData name="Reiner, Ben (B)" userId="db925a48-ca58-4dcf-b594-955bb056bb20" providerId="ADAL" clId="{6181BEA9-9D87-456A-854F-E2D33B5493A7}" dt="2026-08-20T13:19:31.138" v="13651" actId="207"/>
          <ac:spMkLst>
            <pc:docMk/>
            <pc:sldMk cId="4148528582" sldId="2311"/>
            <ac:spMk id="111" creationId="{9CAA5DF4-A293-880E-8B8A-509D58094758}"/>
          </ac:spMkLst>
        </pc:spChg>
        <pc:spChg chg="mod">
          <ac:chgData name="Reiner, Ben (B)" userId="db925a48-ca58-4dcf-b594-955bb056bb20" providerId="ADAL" clId="{6181BEA9-9D87-456A-854F-E2D33B5493A7}" dt="2026-08-20T13:18:24.158" v="13645" actId="207"/>
          <ac:spMkLst>
            <pc:docMk/>
            <pc:sldMk cId="4148528582" sldId="2311"/>
            <ac:spMk id="112" creationId="{F06FCCF6-914E-3BB0-3DAB-1DDDD4E7A14B}"/>
          </ac:spMkLst>
        </pc:spChg>
        <pc:spChg chg="mod">
          <ac:chgData name="Reiner, Ben (B)" userId="db925a48-ca58-4dcf-b594-955bb056bb20" providerId="ADAL" clId="{6181BEA9-9D87-456A-854F-E2D33B5493A7}" dt="2026-08-20T13:19:31.138" v="13651" actId="207"/>
          <ac:spMkLst>
            <pc:docMk/>
            <pc:sldMk cId="4148528582" sldId="2311"/>
            <ac:spMk id="113" creationId="{45BE1C35-B6F4-4E20-9758-F532DB1B9F10}"/>
          </ac:spMkLst>
        </pc:spChg>
        <pc:spChg chg="mod">
          <ac:chgData name="Reiner, Ben (B)" userId="db925a48-ca58-4dcf-b594-955bb056bb20" providerId="ADAL" clId="{6181BEA9-9D87-456A-854F-E2D33B5493A7}" dt="2026-08-20T13:19:31.138" v="13651" actId="207"/>
          <ac:spMkLst>
            <pc:docMk/>
            <pc:sldMk cId="4148528582" sldId="2311"/>
            <ac:spMk id="115" creationId="{6A75EF96-2C04-8E45-A72F-BAC0541AE007}"/>
          </ac:spMkLst>
        </pc:spChg>
        <pc:spChg chg="mod">
          <ac:chgData name="Reiner, Ben (B)" userId="db925a48-ca58-4dcf-b594-955bb056bb20" providerId="ADAL" clId="{6181BEA9-9D87-456A-854F-E2D33B5493A7}" dt="2026-08-20T13:20:13.624" v="13659" actId="207"/>
          <ac:spMkLst>
            <pc:docMk/>
            <pc:sldMk cId="4148528582" sldId="2311"/>
            <ac:spMk id="117" creationId="{2928A4DF-FFBE-14B0-78BF-993018E66301}"/>
          </ac:spMkLst>
        </pc:spChg>
        <pc:spChg chg="mod">
          <ac:chgData name="Reiner, Ben (B)" userId="db925a48-ca58-4dcf-b594-955bb056bb20" providerId="ADAL" clId="{6181BEA9-9D87-456A-854F-E2D33B5493A7}" dt="2026-08-20T13:18:47.280" v="13649" actId="20577"/>
          <ac:spMkLst>
            <pc:docMk/>
            <pc:sldMk cId="4148528582" sldId="2311"/>
            <ac:spMk id="118" creationId="{946FE1F5-57DD-B9E9-3BA5-7EF18DCC1351}"/>
          </ac:spMkLst>
        </pc:spChg>
      </pc:sldChg>
      <pc:sldChg chg="add del ord">
        <pc:chgData name="Reiner, Ben (B)" userId="db925a48-ca58-4dcf-b594-955bb056bb20" providerId="ADAL" clId="{6181BEA9-9D87-456A-854F-E2D33B5493A7}" dt="2026-08-20T13:16:06.389" v="13613" actId="47"/>
        <pc:sldMkLst>
          <pc:docMk/>
          <pc:sldMk cId="4254585327" sldId="2522"/>
        </pc:sldMkLst>
      </pc:sldChg>
      <pc:sldChg chg="del">
        <pc:chgData name="Reiner, Ben (B)" userId="db925a48-ca58-4dcf-b594-955bb056bb20" providerId="ADAL" clId="{6181BEA9-9D87-456A-854F-E2D33B5493A7}" dt="2026-08-19T18:42:46.496" v="4102" actId="47"/>
        <pc:sldMkLst>
          <pc:docMk/>
          <pc:sldMk cId="1625090337" sldId="2146847234"/>
        </pc:sldMkLst>
      </pc:sldChg>
      <pc:sldChg chg="add del">
        <pc:chgData name="Reiner, Ben (B)" userId="db925a48-ca58-4dcf-b594-955bb056bb20" providerId="ADAL" clId="{6181BEA9-9D87-456A-854F-E2D33B5493A7}" dt="2026-08-20T13:04:46.641" v="13441" actId="47"/>
        <pc:sldMkLst>
          <pc:docMk/>
          <pc:sldMk cId="170613921" sldId="2146847250"/>
        </pc:sldMkLst>
      </pc:sldChg>
      <pc:sldChg chg="add del">
        <pc:chgData name="Reiner, Ben (B)" userId="db925a48-ca58-4dcf-b594-955bb056bb20" providerId="ADAL" clId="{6181BEA9-9D87-456A-854F-E2D33B5493A7}" dt="2026-08-19T18:43:05.934" v="4107" actId="2696"/>
        <pc:sldMkLst>
          <pc:docMk/>
          <pc:sldMk cId="1213004079" sldId="2146847250"/>
        </pc:sldMkLst>
      </pc:sldChg>
      <pc:sldChg chg="del">
        <pc:chgData name="Reiner, Ben (B)" userId="db925a48-ca58-4dcf-b594-955bb056bb20" providerId="ADAL" clId="{6181BEA9-9D87-456A-854F-E2D33B5493A7}" dt="2026-08-19T18:42:51.078" v="4103" actId="2696"/>
        <pc:sldMkLst>
          <pc:docMk/>
          <pc:sldMk cId="1415764732" sldId="2146847250"/>
        </pc:sldMkLst>
      </pc:sldChg>
      <pc:sldChg chg="del">
        <pc:chgData name="Reiner, Ben (B)" userId="db925a48-ca58-4dcf-b594-955bb056bb20" providerId="ADAL" clId="{6181BEA9-9D87-456A-854F-E2D33B5493A7}" dt="2026-08-19T18:42:51.078" v="4103" actId="2696"/>
        <pc:sldMkLst>
          <pc:docMk/>
          <pc:sldMk cId="348220445" sldId="2146847252"/>
        </pc:sldMkLst>
      </pc:sldChg>
      <pc:sldChg chg="add del">
        <pc:chgData name="Reiner, Ben (B)" userId="db925a48-ca58-4dcf-b594-955bb056bb20" providerId="ADAL" clId="{6181BEA9-9D87-456A-854F-E2D33B5493A7}" dt="2026-08-20T13:04:46.641" v="13441" actId="47"/>
        <pc:sldMkLst>
          <pc:docMk/>
          <pc:sldMk cId="380037094" sldId="2146847252"/>
        </pc:sldMkLst>
      </pc:sldChg>
      <pc:sldChg chg="add del">
        <pc:chgData name="Reiner, Ben (B)" userId="db925a48-ca58-4dcf-b594-955bb056bb20" providerId="ADAL" clId="{6181BEA9-9D87-456A-854F-E2D33B5493A7}" dt="2026-08-19T18:43:05.934" v="4107" actId="2696"/>
        <pc:sldMkLst>
          <pc:docMk/>
          <pc:sldMk cId="678181061" sldId="2146847252"/>
        </pc:sldMkLst>
      </pc:sldChg>
      <pc:sldChg chg="del">
        <pc:chgData name="Reiner, Ben (B)" userId="db925a48-ca58-4dcf-b594-955bb056bb20" providerId="ADAL" clId="{6181BEA9-9D87-456A-854F-E2D33B5493A7}" dt="2026-08-19T18:42:51.078" v="4103" actId="2696"/>
        <pc:sldMkLst>
          <pc:docMk/>
          <pc:sldMk cId="1454145619" sldId="2146847259"/>
        </pc:sldMkLst>
      </pc:sldChg>
      <pc:sldChg chg="add del">
        <pc:chgData name="Reiner, Ben (B)" userId="db925a48-ca58-4dcf-b594-955bb056bb20" providerId="ADAL" clId="{6181BEA9-9D87-456A-854F-E2D33B5493A7}" dt="2026-08-20T13:04:46.641" v="13441" actId="47"/>
        <pc:sldMkLst>
          <pc:docMk/>
          <pc:sldMk cId="3394554574" sldId="2146847259"/>
        </pc:sldMkLst>
      </pc:sldChg>
      <pc:sldChg chg="add del">
        <pc:chgData name="Reiner, Ben (B)" userId="db925a48-ca58-4dcf-b594-955bb056bb20" providerId="ADAL" clId="{6181BEA9-9D87-456A-854F-E2D33B5493A7}" dt="2026-08-19T18:43:05.934" v="4107" actId="2696"/>
        <pc:sldMkLst>
          <pc:docMk/>
          <pc:sldMk cId="3516444934" sldId="2146847259"/>
        </pc:sldMkLst>
      </pc:sldChg>
      <pc:sldChg chg="del">
        <pc:chgData name="Reiner, Ben (B)" userId="db925a48-ca58-4dcf-b594-955bb056bb20" providerId="ADAL" clId="{6181BEA9-9D87-456A-854F-E2D33B5493A7}" dt="2026-08-19T18:42:20.512" v="4100" actId="47"/>
        <pc:sldMkLst>
          <pc:docMk/>
          <pc:sldMk cId="1113745174" sldId="2146847282"/>
        </pc:sldMkLst>
      </pc:sldChg>
      <pc:sldChg chg="del">
        <pc:chgData name="Reiner, Ben (B)" userId="db925a48-ca58-4dcf-b594-955bb056bb20" providerId="ADAL" clId="{6181BEA9-9D87-456A-854F-E2D33B5493A7}" dt="2026-08-19T18:42:07.541" v="4099" actId="47"/>
        <pc:sldMkLst>
          <pc:docMk/>
          <pc:sldMk cId="2504633513" sldId="2146847322"/>
        </pc:sldMkLst>
      </pc:sldChg>
      <pc:sldChg chg="del">
        <pc:chgData name="Reiner, Ben (B)" userId="db925a48-ca58-4dcf-b594-955bb056bb20" providerId="ADAL" clId="{6181BEA9-9D87-456A-854F-E2D33B5493A7}" dt="2026-08-19T18:42:07.541" v="4099" actId="47"/>
        <pc:sldMkLst>
          <pc:docMk/>
          <pc:sldMk cId="1664469243" sldId="2146847323"/>
        </pc:sldMkLst>
      </pc:sldChg>
      <pc:sldChg chg="del">
        <pc:chgData name="Reiner, Ben (B)" userId="db925a48-ca58-4dcf-b594-955bb056bb20" providerId="ADAL" clId="{6181BEA9-9D87-456A-854F-E2D33B5493A7}" dt="2026-08-19T18:42:07.541" v="4099" actId="47"/>
        <pc:sldMkLst>
          <pc:docMk/>
          <pc:sldMk cId="3445817251" sldId="2146847324"/>
        </pc:sldMkLst>
      </pc:sldChg>
      <pc:sldChg chg="del">
        <pc:chgData name="Reiner, Ben (B)" userId="db925a48-ca58-4dcf-b594-955bb056bb20" providerId="ADAL" clId="{6181BEA9-9D87-456A-854F-E2D33B5493A7}" dt="2026-08-19T18:42:07.541" v="4099" actId="47"/>
        <pc:sldMkLst>
          <pc:docMk/>
          <pc:sldMk cId="2862994872" sldId="2146847325"/>
        </pc:sldMkLst>
      </pc:sldChg>
      <pc:sldChg chg="del">
        <pc:chgData name="Reiner, Ben (B)" userId="db925a48-ca58-4dcf-b594-955bb056bb20" providerId="ADAL" clId="{6181BEA9-9D87-456A-854F-E2D33B5493A7}" dt="2026-08-19T18:42:07.541" v="4099" actId="47"/>
        <pc:sldMkLst>
          <pc:docMk/>
          <pc:sldMk cId="2808625794" sldId="2146847332"/>
        </pc:sldMkLst>
      </pc:sldChg>
      <pc:sldChg chg="del">
        <pc:chgData name="Reiner, Ben (B)" userId="db925a48-ca58-4dcf-b594-955bb056bb20" providerId="ADAL" clId="{6181BEA9-9D87-456A-854F-E2D33B5493A7}" dt="2026-08-19T18:42:20.512" v="4100" actId="47"/>
        <pc:sldMkLst>
          <pc:docMk/>
          <pc:sldMk cId="2282609199" sldId="2146847334"/>
        </pc:sldMkLst>
      </pc:sldChg>
      <pc:sldChg chg="add del">
        <pc:chgData name="Reiner, Ben (B)" userId="db925a48-ca58-4dcf-b594-955bb056bb20" providerId="ADAL" clId="{6181BEA9-9D87-456A-854F-E2D33B5493A7}" dt="2026-08-19T18:43:05.934" v="4107" actId="2696"/>
        <pc:sldMkLst>
          <pc:docMk/>
          <pc:sldMk cId="693465245" sldId="2146847335"/>
        </pc:sldMkLst>
      </pc:sldChg>
      <pc:sldChg chg="add del">
        <pc:chgData name="Reiner, Ben (B)" userId="db925a48-ca58-4dcf-b594-955bb056bb20" providerId="ADAL" clId="{6181BEA9-9D87-456A-854F-E2D33B5493A7}" dt="2026-08-20T13:04:46.641" v="13441" actId="47"/>
        <pc:sldMkLst>
          <pc:docMk/>
          <pc:sldMk cId="2011172172" sldId="2146847335"/>
        </pc:sldMkLst>
      </pc:sldChg>
      <pc:sldChg chg="del">
        <pc:chgData name="Reiner, Ben (B)" userId="db925a48-ca58-4dcf-b594-955bb056bb20" providerId="ADAL" clId="{6181BEA9-9D87-456A-854F-E2D33B5493A7}" dt="2026-08-19T18:42:51.078" v="4103" actId="2696"/>
        <pc:sldMkLst>
          <pc:docMk/>
          <pc:sldMk cId="4244860257" sldId="2146847335"/>
        </pc:sldMkLst>
      </pc:sldChg>
      <pc:sldChg chg="add del">
        <pc:chgData name="Reiner, Ben (B)" userId="db925a48-ca58-4dcf-b594-955bb056bb20" providerId="ADAL" clId="{6181BEA9-9D87-456A-854F-E2D33B5493A7}" dt="2026-08-19T18:43:05.934" v="4107" actId="2696"/>
        <pc:sldMkLst>
          <pc:docMk/>
          <pc:sldMk cId="632401940" sldId="2146847336"/>
        </pc:sldMkLst>
      </pc:sldChg>
      <pc:sldChg chg="add del">
        <pc:chgData name="Reiner, Ben (B)" userId="db925a48-ca58-4dcf-b594-955bb056bb20" providerId="ADAL" clId="{6181BEA9-9D87-456A-854F-E2D33B5493A7}" dt="2026-08-20T13:04:46.641" v="13441" actId="47"/>
        <pc:sldMkLst>
          <pc:docMk/>
          <pc:sldMk cId="2786813170" sldId="2146847336"/>
        </pc:sldMkLst>
      </pc:sldChg>
      <pc:sldChg chg="del">
        <pc:chgData name="Reiner, Ben (B)" userId="db925a48-ca58-4dcf-b594-955bb056bb20" providerId="ADAL" clId="{6181BEA9-9D87-456A-854F-E2D33B5493A7}" dt="2026-08-19T18:42:51.078" v="4103" actId="2696"/>
        <pc:sldMkLst>
          <pc:docMk/>
          <pc:sldMk cId="3220933434" sldId="2146847336"/>
        </pc:sldMkLst>
      </pc:sldChg>
      <pc:sldChg chg="delSp modSp add del mod modShow">
        <pc:chgData name="Reiner, Ben (B)" userId="db925a48-ca58-4dcf-b594-955bb056bb20" providerId="ADAL" clId="{6181BEA9-9D87-456A-854F-E2D33B5493A7}" dt="2026-08-20T11:44:18.475" v="9648" actId="47"/>
        <pc:sldMkLst>
          <pc:docMk/>
          <pc:sldMk cId="2574931411" sldId="2146847337"/>
        </pc:sldMkLst>
        <pc:spChg chg="del">
          <ac:chgData name="Reiner, Ben (B)" userId="db925a48-ca58-4dcf-b594-955bb056bb20" providerId="ADAL" clId="{6181BEA9-9D87-456A-854F-E2D33B5493A7}" dt="2026-08-19T17:17:22.387" v="2946" actId="478"/>
          <ac:spMkLst>
            <pc:docMk/>
            <pc:sldMk cId="2574931411" sldId="2146847337"/>
            <ac:spMk id="2" creationId="{11416AC7-543A-D1F2-C3A7-D893BD8F7AC7}"/>
          </ac:spMkLst>
        </pc:spChg>
        <pc:spChg chg="mod">
          <ac:chgData name="Reiner, Ben (B)" userId="db925a48-ca58-4dcf-b594-955bb056bb20" providerId="ADAL" clId="{6181BEA9-9D87-456A-854F-E2D33B5493A7}" dt="2026-08-20T11:31:11.608" v="8943" actId="400"/>
          <ac:spMkLst>
            <pc:docMk/>
            <pc:sldMk cId="2574931411" sldId="2146847337"/>
            <ac:spMk id="3" creationId="{53328939-8F54-C2CE-28CB-DECB9A1FD95C}"/>
          </ac:spMkLst>
        </pc:spChg>
        <pc:spChg chg="del">
          <ac:chgData name="Reiner, Ben (B)" userId="db925a48-ca58-4dcf-b594-955bb056bb20" providerId="ADAL" clId="{6181BEA9-9D87-456A-854F-E2D33B5493A7}" dt="2026-08-19T17:17:49.565" v="2954" actId="478"/>
          <ac:spMkLst>
            <pc:docMk/>
            <pc:sldMk cId="2574931411" sldId="2146847337"/>
            <ac:spMk id="4" creationId="{18B1302A-2D2B-0FDB-1D60-425B890226F3}"/>
          </ac:spMkLst>
        </pc:spChg>
        <pc:spChg chg="del">
          <ac:chgData name="Reiner, Ben (B)" userId="db925a48-ca58-4dcf-b594-955bb056bb20" providerId="ADAL" clId="{6181BEA9-9D87-456A-854F-E2D33B5493A7}" dt="2026-08-19T17:17:24.973" v="2947" actId="478"/>
          <ac:spMkLst>
            <pc:docMk/>
            <pc:sldMk cId="2574931411" sldId="2146847337"/>
            <ac:spMk id="5" creationId="{78D67E53-0EF2-1F56-6E4A-0040A5463E62}"/>
          </ac:spMkLst>
        </pc:spChg>
        <pc:spChg chg="del">
          <ac:chgData name="Reiner, Ben (B)" userId="db925a48-ca58-4dcf-b594-955bb056bb20" providerId="ADAL" clId="{6181BEA9-9D87-456A-854F-E2D33B5493A7}" dt="2026-08-19T17:17:33.478" v="2950" actId="478"/>
          <ac:spMkLst>
            <pc:docMk/>
            <pc:sldMk cId="2574931411" sldId="2146847337"/>
            <ac:spMk id="6" creationId="{91EAE2F5-5BA5-4717-B78D-95C5CEA833CC}"/>
          </ac:spMkLst>
        </pc:spChg>
        <pc:spChg chg="del">
          <ac:chgData name="Reiner, Ben (B)" userId="db925a48-ca58-4dcf-b594-955bb056bb20" providerId="ADAL" clId="{6181BEA9-9D87-456A-854F-E2D33B5493A7}" dt="2026-08-19T17:17:36.599" v="2951" actId="478"/>
          <ac:spMkLst>
            <pc:docMk/>
            <pc:sldMk cId="2574931411" sldId="2146847337"/>
            <ac:spMk id="7" creationId="{3E3B7D4C-C65E-A505-5C5D-DB3397F4E7EE}"/>
          </ac:spMkLst>
        </pc:spChg>
        <pc:spChg chg="del">
          <ac:chgData name="Reiner, Ben (B)" userId="db925a48-ca58-4dcf-b594-955bb056bb20" providerId="ADAL" clId="{6181BEA9-9D87-456A-854F-E2D33B5493A7}" dt="2026-08-19T17:17:38.438" v="2952" actId="478"/>
          <ac:spMkLst>
            <pc:docMk/>
            <pc:sldMk cId="2574931411" sldId="2146847337"/>
            <ac:spMk id="8" creationId="{A81EF5EA-6F0B-5FEF-FFA8-9EF2F2B7F86F}"/>
          </ac:spMkLst>
        </pc:spChg>
        <pc:spChg chg="del">
          <ac:chgData name="Reiner, Ben (B)" userId="db925a48-ca58-4dcf-b594-955bb056bb20" providerId="ADAL" clId="{6181BEA9-9D87-456A-854F-E2D33B5493A7}" dt="2026-08-19T17:17:28.104" v="2948" actId="478"/>
          <ac:spMkLst>
            <pc:docMk/>
            <pc:sldMk cId="2574931411" sldId="2146847337"/>
            <ac:spMk id="37" creationId="{B5D7280E-5FB9-1001-59E6-6F31FFADD643}"/>
          </ac:spMkLst>
        </pc:spChg>
        <pc:grpChg chg="del">
          <ac:chgData name="Reiner, Ben (B)" userId="db925a48-ca58-4dcf-b594-955bb056bb20" providerId="ADAL" clId="{6181BEA9-9D87-456A-854F-E2D33B5493A7}" dt="2026-08-19T17:17:31.264" v="2949" actId="478"/>
          <ac:grpSpMkLst>
            <pc:docMk/>
            <pc:sldMk cId="2574931411" sldId="2146847337"/>
            <ac:grpSpMk id="23" creationId="{98153827-9F28-9ED2-ACCC-4927FFBE9617}"/>
          </ac:grpSpMkLst>
        </pc:grpChg>
        <pc:picChg chg="del">
          <ac:chgData name="Reiner, Ben (B)" userId="db925a48-ca58-4dcf-b594-955bb056bb20" providerId="ADAL" clId="{6181BEA9-9D87-456A-854F-E2D33B5493A7}" dt="2026-08-19T17:17:31.264" v="2949" actId="478"/>
          <ac:picMkLst>
            <pc:docMk/>
            <pc:sldMk cId="2574931411" sldId="2146847337"/>
            <ac:picMk id="34" creationId="{6C78FC6F-DA5E-8116-C246-4388E485A17E}"/>
          </ac:picMkLst>
        </pc:picChg>
        <pc:picChg chg="del">
          <ac:chgData name="Reiner, Ben (B)" userId="db925a48-ca58-4dcf-b594-955bb056bb20" providerId="ADAL" clId="{6181BEA9-9D87-456A-854F-E2D33B5493A7}" dt="2026-08-19T17:17:28.104" v="2948" actId="478"/>
          <ac:picMkLst>
            <pc:docMk/>
            <pc:sldMk cId="2574931411" sldId="2146847337"/>
            <ac:picMk id="35" creationId="{34A79BA7-DEBE-5474-1A50-C3502E590BBD}"/>
          </ac:picMkLst>
        </pc:picChg>
        <pc:picChg chg="del">
          <ac:chgData name="Reiner, Ben (B)" userId="db925a48-ca58-4dcf-b594-955bb056bb20" providerId="ADAL" clId="{6181BEA9-9D87-456A-854F-E2D33B5493A7}" dt="2026-08-19T17:17:28.104" v="2948" actId="478"/>
          <ac:picMkLst>
            <pc:docMk/>
            <pc:sldMk cId="2574931411" sldId="2146847337"/>
            <ac:picMk id="36" creationId="{0A1A5E25-2B82-6083-1C14-97CFC8CAC2F5}"/>
          </ac:picMkLst>
        </pc:picChg>
      </pc:sldChg>
      <pc:sldChg chg="modSp add del mod">
        <pc:chgData name="Reiner, Ben (B)" userId="db925a48-ca58-4dcf-b594-955bb056bb20" providerId="ADAL" clId="{6181BEA9-9D87-456A-854F-E2D33B5493A7}" dt="2026-08-20T12:49:43.347" v="11610" actId="47"/>
        <pc:sldMkLst>
          <pc:docMk/>
          <pc:sldMk cId="1101516012" sldId="2146847338"/>
        </pc:sldMkLst>
        <pc:spChg chg="mod">
          <ac:chgData name="Reiner, Ben (B)" userId="db925a48-ca58-4dcf-b594-955bb056bb20" providerId="ADAL" clId="{6181BEA9-9D87-456A-854F-E2D33B5493A7}" dt="2026-08-19T18:53:26.087" v="4138" actId="20577"/>
          <ac:spMkLst>
            <pc:docMk/>
            <pc:sldMk cId="1101516012" sldId="2146847338"/>
            <ac:spMk id="3" creationId="{BD4E85F5-A2F9-C4CC-47EE-2893476F235D}"/>
          </ac:spMkLst>
        </pc:spChg>
      </pc:sldChg>
      <pc:sldChg chg="modSp add del mod">
        <pc:chgData name="Reiner, Ben (B)" userId="db925a48-ca58-4dcf-b594-955bb056bb20" providerId="ADAL" clId="{6181BEA9-9D87-456A-854F-E2D33B5493A7}" dt="2026-08-20T13:23:46.843" v="13814" actId="47"/>
        <pc:sldMkLst>
          <pc:docMk/>
          <pc:sldMk cId="1383855348" sldId="2146847339"/>
        </pc:sldMkLst>
        <pc:spChg chg="mod">
          <ac:chgData name="Reiner, Ben (B)" userId="db925a48-ca58-4dcf-b594-955bb056bb20" providerId="ADAL" clId="{6181BEA9-9D87-456A-854F-E2D33B5493A7}" dt="2026-08-19T18:57:15.197" v="4156" actId="20577"/>
          <ac:spMkLst>
            <pc:docMk/>
            <pc:sldMk cId="1383855348" sldId="2146847339"/>
            <ac:spMk id="3" creationId="{0DAB5007-79C9-4815-6047-8B06EDABCA35}"/>
          </ac:spMkLst>
        </pc:spChg>
      </pc:sldChg>
      <pc:sldChg chg="add del">
        <pc:chgData name="Reiner, Ben (B)" userId="db925a48-ca58-4dcf-b594-955bb056bb20" providerId="ADAL" clId="{6181BEA9-9D87-456A-854F-E2D33B5493A7}" dt="2026-08-20T13:54:16.230" v="16629" actId="47"/>
        <pc:sldMkLst>
          <pc:docMk/>
          <pc:sldMk cId="2961919375" sldId="2146847339"/>
        </pc:sldMkLst>
      </pc:sldChg>
      <pc:sldChg chg="addSp delSp modSp add mod">
        <pc:chgData name="Reiner, Ben (B)" userId="db925a48-ca58-4dcf-b594-955bb056bb20" providerId="ADAL" clId="{6181BEA9-9D87-456A-854F-E2D33B5493A7}" dt="2026-08-19T19:18:21.921" v="5302" actId="207"/>
        <pc:sldMkLst>
          <pc:docMk/>
          <pc:sldMk cId="1991633973" sldId="2146847340"/>
        </pc:sldMkLst>
        <pc:spChg chg="mod">
          <ac:chgData name="Reiner, Ben (B)" userId="db925a48-ca58-4dcf-b594-955bb056bb20" providerId="ADAL" clId="{6181BEA9-9D87-456A-854F-E2D33B5493A7}" dt="2026-08-19T19:01:24.545" v="4173" actId="20577"/>
          <ac:spMkLst>
            <pc:docMk/>
            <pc:sldMk cId="1991633973" sldId="2146847340"/>
            <ac:spMk id="3" creationId="{E5D513C2-12D0-F15E-711E-7EED4E14C5E2}"/>
          </ac:spMkLst>
        </pc:spChg>
        <pc:spChg chg="mod">
          <ac:chgData name="Reiner, Ben (B)" userId="db925a48-ca58-4dcf-b594-955bb056bb20" providerId="ADAL" clId="{6181BEA9-9D87-456A-854F-E2D33B5493A7}" dt="2026-08-19T19:18:21.921" v="5302" actId="207"/>
          <ac:spMkLst>
            <pc:docMk/>
            <pc:sldMk cId="1991633973" sldId="2146847340"/>
            <ac:spMk id="5" creationId="{EB29ECBE-44A3-9027-2951-A64CBC49824A}"/>
          </ac:spMkLst>
        </pc:spChg>
        <pc:spChg chg="mod">
          <ac:chgData name="Reiner, Ben (B)" userId="db925a48-ca58-4dcf-b594-955bb056bb20" providerId="ADAL" clId="{6181BEA9-9D87-456A-854F-E2D33B5493A7}" dt="2026-08-19T19:13:55.363" v="4890" actId="20577"/>
          <ac:spMkLst>
            <pc:docMk/>
            <pc:sldMk cId="1991633973" sldId="2146847340"/>
            <ac:spMk id="8" creationId="{0E942E70-6CAE-314A-7578-70C2862A6C39}"/>
          </ac:spMkLst>
        </pc:spChg>
        <pc:spChg chg="add mod">
          <ac:chgData name="Reiner, Ben (B)" userId="db925a48-ca58-4dcf-b594-955bb056bb20" providerId="ADAL" clId="{6181BEA9-9D87-456A-854F-E2D33B5493A7}" dt="2026-08-19T19:12:58.761" v="4825" actId="164"/>
          <ac:spMkLst>
            <pc:docMk/>
            <pc:sldMk cId="1991633973" sldId="2146847340"/>
            <ac:spMk id="10" creationId="{EC512530-BD4A-7252-3B11-9585EDFC02AC}"/>
          </ac:spMkLst>
        </pc:spChg>
        <pc:spChg chg="mod ord">
          <ac:chgData name="Reiner, Ben (B)" userId="db925a48-ca58-4dcf-b594-955bb056bb20" providerId="ADAL" clId="{6181BEA9-9D87-456A-854F-E2D33B5493A7}" dt="2026-08-19T19:13:22.153" v="4838" actId="166"/>
          <ac:spMkLst>
            <pc:docMk/>
            <pc:sldMk cId="1991633973" sldId="2146847340"/>
            <ac:spMk id="37" creationId="{395DBF48-C8DD-DE61-6419-F4A1AB7617E7}"/>
          </ac:spMkLst>
        </pc:spChg>
        <pc:grpChg chg="add del mod">
          <ac:chgData name="Reiner, Ben (B)" userId="db925a48-ca58-4dcf-b594-955bb056bb20" providerId="ADAL" clId="{6181BEA9-9D87-456A-854F-E2D33B5493A7}" dt="2026-08-19T19:13:03.317" v="4826" actId="21"/>
          <ac:grpSpMkLst>
            <pc:docMk/>
            <pc:sldMk cId="1991633973" sldId="2146847340"/>
            <ac:grpSpMk id="11" creationId="{6BD98CD8-1992-5DF6-7AE5-57DE5884BA71}"/>
          </ac:grpSpMkLst>
        </pc:grpChg>
        <pc:grpChg chg="del">
          <ac:chgData name="Reiner, Ben (B)" userId="db925a48-ca58-4dcf-b594-955bb056bb20" providerId="ADAL" clId="{6181BEA9-9D87-456A-854F-E2D33B5493A7}" dt="2026-08-19T19:01:36.797" v="4174" actId="478"/>
          <ac:grpSpMkLst>
            <pc:docMk/>
            <pc:sldMk cId="1991633973" sldId="2146847340"/>
            <ac:grpSpMk id="23" creationId="{3CA4D68A-4E19-71FB-16EB-FEE383797165}"/>
          </ac:grpSpMkLst>
        </pc:grpChg>
        <pc:picChg chg="add mod modCrop">
          <ac:chgData name="Reiner, Ben (B)" userId="db925a48-ca58-4dcf-b594-955bb056bb20" providerId="ADAL" clId="{6181BEA9-9D87-456A-854F-E2D33B5493A7}" dt="2026-08-19T19:12:58.761" v="4825" actId="164"/>
          <ac:picMkLst>
            <pc:docMk/>
            <pc:sldMk cId="1991633973" sldId="2146847340"/>
            <ac:picMk id="9" creationId="{970084A4-4709-234D-4A31-3C2800A22ECF}"/>
          </ac:picMkLst>
        </pc:picChg>
        <pc:picChg chg="add mod">
          <ac:chgData name="Reiner, Ben (B)" userId="db925a48-ca58-4dcf-b594-955bb056bb20" providerId="ADAL" clId="{6181BEA9-9D87-456A-854F-E2D33B5493A7}" dt="2026-08-19T19:13:26.090" v="4849" actId="1038"/>
          <ac:picMkLst>
            <pc:docMk/>
            <pc:sldMk cId="1991633973" sldId="2146847340"/>
            <ac:picMk id="13" creationId="{B9B68770-57FB-E039-3E1E-5813CDD9AAB7}"/>
          </ac:picMkLst>
        </pc:picChg>
        <pc:picChg chg="del">
          <ac:chgData name="Reiner, Ben (B)" userId="db925a48-ca58-4dcf-b594-955bb056bb20" providerId="ADAL" clId="{6181BEA9-9D87-456A-854F-E2D33B5493A7}" dt="2026-08-19T19:01:49.037" v="4176" actId="478"/>
          <ac:picMkLst>
            <pc:docMk/>
            <pc:sldMk cId="1991633973" sldId="2146847340"/>
            <ac:picMk id="34" creationId="{31B1F4A6-EFBD-27D9-BFC4-AD66AEF535CF}"/>
          </ac:picMkLst>
        </pc:picChg>
        <pc:picChg chg="del">
          <ac:chgData name="Reiner, Ben (B)" userId="db925a48-ca58-4dcf-b594-955bb056bb20" providerId="ADAL" clId="{6181BEA9-9D87-456A-854F-E2D33B5493A7}" dt="2026-08-19T19:01:49.037" v="4176" actId="478"/>
          <ac:picMkLst>
            <pc:docMk/>
            <pc:sldMk cId="1991633973" sldId="2146847340"/>
            <ac:picMk id="35" creationId="{E0E7A998-EDF6-77E3-B456-0C8EBB519DEB}"/>
          </ac:picMkLst>
        </pc:picChg>
        <pc:picChg chg="del">
          <ac:chgData name="Reiner, Ben (B)" userId="db925a48-ca58-4dcf-b594-955bb056bb20" providerId="ADAL" clId="{6181BEA9-9D87-456A-854F-E2D33B5493A7}" dt="2026-08-19T19:01:49.037" v="4176" actId="478"/>
          <ac:picMkLst>
            <pc:docMk/>
            <pc:sldMk cId="1991633973" sldId="2146847340"/>
            <ac:picMk id="36" creationId="{7CE6E2DC-98B6-9723-916C-8E2CCE7C10BC}"/>
          </ac:picMkLst>
        </pc:picChg>
      </pc:sldChg>
      <pc:sldChg chg="add del">
        <pc:chgData name="Reiner, Ben (B)" userId="db925a48-ca58-4dcf-b594-955bb056bb20" providerId="ADAL" clId="{6181BEA9-9D87-456A-854F-E2D33B5493A7}" dt="2026-08-19T19:14:49.284" v="4892"/>
        <pc:sldMkLst>
          <pc:docMk/>
          <pc:sldMk cId="1817075335" sldId="2146847341"/>
        </pc:sldMkLst>
      </pc:sldChg>
      <pc:sldChg chg="addSp delSp modSp add mod">
        <pc:chgData name="Reiner, Ben (B)" userId="db925a48-ca58-4dcf-b594-955bb056bb20" providerId="ADAL" clId="{6181BEA9-9D87-456A-854F-E2D33B5493A7}" dt="2026-08-20T13:57:20.929" v="16741" actId="20577"/>
        <pc:sldMkLst>
          <pc:docMk/>
          <pc:sldMk cId="2533563032" sldId="2146847341"/>
        </pc:sldMkLst>
        <pc:spChg chg="mod">
          <ac:chgData name="Reiner, Ben (B)" userId="db925a48-ca58-4dcf-b594-955bb056bb20" providerId="ADAL" clId="{6181BEA9-9D87-456A-854F-E2D33B5493A7}" dt="2026-08-19T19:15:29.079" v="4950" actId="20577"/>
          <ac:spMkLst>
            <pc:docMk/>
            <pc:sldMk cId="2533563032" sldId="2146847341"/>
            <ac:spMk id="2" creationId="{BA852900-56D7-A20A-4F79-E384133B0142}"/>
          </ac:spMkLst>
        </pc:spChg>
        <pc:spChg chg="add mod">
          <ac:chgData name="Reiner, Ben (B)" userId="db925a48-ca58-4dcf-b594-955bb056bb20" providerId="ADAL" clId="{6181BEA9-9D87-456A-854F-E2D33B5493A7}" dt="2026-08-20T13:57:20.929" v="16741" actId="20577"/>
          <ac:spMkLst>
            <pc:docMk/>
            <pc:sldMk cId="2533563032" sldId="2146847341"/>
            <ac:spMk id="4" creationId="{C19F3A63-A53A-4ABA-599B-FE984D134B19}"/>
          </ac:spMkLst>
        </pc:spChg>
        <pc:spChg chg="add mod ord">
          <ac:chgData name="Reiner, Ben (B)" userId="db925a48-ca58-4dcf-b594-955bb056bb20" providerId="ADAL" clId="{6181BEA9-9D87-456A-854F-E2D33B5493A7}" dt="2026-08-19T19:20:25.626" v="5386" actId="1036"/>
          <ac:spMkLst>
            <pc:docMk/>
            <pc:sldMk cId="2533563032" sldId="2146847341"/>
            <ac:spMk id="5" creationId="{1B39C80E-0417-618F-2678-BD0BFA788EE3}"/>
          </ac:spMkLst>
        </pc:spChg>
        <pc:spChg chg="mod">
          <ac:chgData name="Reiner, Ben (B)" userId="db925a48-ca58-4dcf-b594-955bb056bb20" providerId="ADAL" clId="{6181BEA9-9D87-456A-854F-E2D33B5493A7}" dt="2026-08-19T19:20:25.626" v="5386" actId="1036"/>
          <ac:spMkLst>
            <pc:docMk/>
            <pc:sldMk cId="2533563032" sldId="2146847341"/>
            <ac:spMk id="7" creationId="{0CAD2994-CB65-AC34-5521-F2BC3ECA5F8D}"/>
          </ac:spMkLst>
        </pc:spChg>
        <pc:spChg chg="add mod">
          <ac:chgData name="Reiner, Ben (B)" userId="db925a48-ca58-4dcf-b594-955bb056bb20" providerId="ADAL" clId="{6181BEA9-9D87-456A-854F-E2D33B5493A7}" dt="2026-08-20T09:40:23.030" v="5629" actId="164"/>
          <ac:spMkLst>
            <pc:docMk/>
            <pc:sldMk cId="2533563032" sldId="2146847341"/>
            <ac:spMk id="8" creationId="{2D05B640-1E80-9620-1311-BE25C144D51F}"/>
          </ac:spMkLst>
        </pc:spChg>
        <pc:spChg chg="mod">
          <ac:chgData name="Reiner, Ben (B)" userId="db925a48-ca58-4dcf-b594-955bb056bb20" providerId="ADAL" clId="{6181BEA9-9D87-456A-854F-E2D33B5493A7}" dt="2026-08-19T19:28:33.471" v="5621" actId="1582"/>
          <ac:spMkLst>
            <pc:docMk/>
            <pc:sldMk cId="2533563032" sldId="2146847341"/>
            <ac:spMk id="9" creationId="{043529FD-9B62-8217-F88E-C0C899F2D5B1}"/>
          </ac:spMkLst>
        </pc:spChg>
        <pc:spChg chg="del mod">
          <ac:chgData name="Reiner, Ben (B)" userId="db925a48-ca58-4dcf-b594-955bb056bb20" providerId="ADAL" clId="{6181BEA9-9D87-456A-854F-E2D33B5493A7}" dt="2026-08-19T19:16:52.046" v="5158" actId="478"/>
          <ac:spMkLst>
            <pc:docMk/>
            <pc:sldMk cId="2533563032" sldId="2146847341"/>
            <ac:spMk id="11" creationId="{F716E43F-CA99-EFE1-7304-2A7E3D8CB880}"/>
          </ac:spMkLst>
        </pc:spChg>
        <pc:spChg chg="add mod">
          <ac:chgData name="Reiner, Ben (B)" userId="db925a48-ca58-4dcf-b594-955bb056bb20" providerId="ADAL" clId="{6181BEA9-9D87-456A-854F-E2D33B5493A7}" dt="2026-08-20T09:40:23.030" v="5629" actId="164"/>
          <ac:spMkLst>
            <pc:docMk/>
            <pc:sldMk cId="2533563032" sldId="2146847341"/>
            <ac:spMk id="12" creationId="{AF46951B-2B78-FFCF-1F38-C7ACE1CBA03B}"/>
          </ac:spMkLst>
        </pc:spChg>
        <pc:spChg chg="del">
          <ac:chgData name="Reiner, Ben (B)" userId="db925a48-ca58-4dcf-b594-955bb056bb20" providerId="ADAL" clId="{6181BEA9-9D87-456A-854F-E2D33B5493A7}" dt="2026-08-19T19:16:54.129" v="5159" actId="478"/>
          <ac:spMkLst>
            <pc:docMk/>
            <pc:sldMk cId="2533563032" sldId="2146847341"/>
            <ac:spMk id="13" creationId="{BE7878F4-2A67-0D93-3C16-10EB0B8336EA}"/>
          </ac:spMkLst>
        </pc:spChg>
        <pc:spChg chg="mod">
          <ac:chgData name="Reiner, Ben (B)" userId="db925a48-ca58-4dcf-b594-955bb056bb20" providerId="ADAL" clId="{6181BEA9-9D87-456A-854F-E2D33B5493A7}" dt="2026-08-20T09:40:23.030" v="5629" actId="164"/>
          <ac:spMkLst>
            <pc:docMk/>
            <pc:sldMk cId="2533563032" sldId="2146847341"/>
            <ac:spMk id="15" creationId="{F6214592-E227-40A6-9933-574F99C3109B}"/>
          </ac:spMkLst>
        </pc:spChg>
        <pc:spChg chg="add mod">
          <ac:chgData name="Reiner, Ben (B)" userId="db925a48-ca58-4dcf-b594-955bb056bb20" providerId="ADAL" clId="{6181BEA9-9D87-456A-854F-E2D33B5493A7}" dt="2026-08-20T09:40:23.030" v="5629" actId="164"/>
          <ac:spMkLst>
            <pc:docMk/>
            <pc:sldMk cId="2533563032" sldId="2146847341"/>
            <ac:spMk id="16" creationId="{DA3F49E7-48A1-5793-B792-E08E964D41E7}"/>
          </ac:spMkLst>
        </pc:spChg>
        <pc:spChg chg="mod">
          <ac:chgData name="Reiner, Ben (B)" userId="db925a48-ca58-4dcf-b594-955bb056bb20" providerId="ADAL" clId="{6181BEA9-9D87-456A-854F-E2D33B5493A7}" dt="2026-08-19T19:20:25.626" v="5386" actId="1036"/>
          <ac:spMkLst>
            <pc:docMk/>
            <pc:sldMk cId="2533563032" sldId="2146847341"/>
            <ac:spMk id="17" creationId="{448310DB-87A6-CDBD-F665-77606C46B89C}"/>
          </ac:spMkLst>
        </pc:spChg>
        <pc:spChg chg="del">
          <ac:chgData name="Reiner, Ben (B)" userId="db925a48-ca58-4dcf-b594-955bb056bb20" providerId="ADAL" clId="{6181BEA9-9D87-456A-854F-E2D33B5493A7}" dt="2026-08-19T19:16:55.893" v="5160" actId="478"/>
          <ac:spMkLst>
            <pc:docMk/>
            <pc:sldMk cId="2533563032" sldId="2146847341"/>
            <ac:spMk id="18" creationId="{61C784BF-30F9-8128-C3EF-14546610EBDF}"/>
          </ac:spMkLst>
        </pc:spChg>
        <pc:spChg chg="mod">
          <ac:chgData name="Reiner, Ben (B)" userId="db925a48-ca58-4dcf-b594-955bb056bb20" providerId="ADAL" clId="{6181BEA9-9D87-456A-854F-E2D33B5493A7}" dt="2026-08-19T19:28:33.471" v="5621" actId="1582"/>
          <ac:spMkLst>
            <pc:docMk/>
            <pc:sldMk cId="2533563032" sldId="2146847341"/>
            <ac:spMk id="19" creationId="{4D17B49B-0691-0843-DC5E-742BAA1A361B}"/>
          </ac:spMkLst>
        </pc:spChg>
        <pc:spChg chg="add mod">
          <ac:chgData name="Reiner, Ben (B)" userId="db925a48-ca58-4dcf-b594-955bb056bb20" providerId="ADAL" clId="{6181BEA9-9D87-456A-854F-E2D33B5493A7}" dt="2026-08-20T09:40:23.030" v="5629" actId="164"/>
          <ac:spMkLst>
            <pc:docMk/>
            <pc:sldMk cId="2533563032" sldId="2146847341"/>
            <ac:spMk id="21" creationId="{46E8D321-F1B8-40F3-BC22-AF6E095E40C0}"/>
          </ac:spMkLst>
        </pc:spChg>
        <pc:spChg chg="add mod">
          <ac:chgData name="Reiner, Ben (B)" userId="db925a48-ca58-4dcf-b594-955bb056bb20" providerId="ADAL" clId="{6181BEA9-9D87-456A-854F-E2D33B5493A7}" dt="2026-08-20T09:40:23.030" v="5629" actId="164"/>
          <ac:spMkLst>
            <pc:docMk/>
            <pc:sldMk cId="2533563032" sldId="2146847341"/>
            <ac:spMk id="23" creationId="{F65E3BB2-81AC-9E60-4641-7D6A3A17E430}"/>
          </ac:spMkLst>
        </pc:spChg>
        <pc:grpChg chg="add mod">
          <ac:chgData name="Reiner, Ben (B)" userId="db925a48-ca58-4dcf-b594-955bb056bb20" providerId="ADAL" clId="{6181BEA9-9D87-456A-854F-E2D33B5493A7}" dt="2026-08-20T09:40:27.392" v="5630" actId="1076"/>
          <ac:grpSpMkLst>
            <pc:docMk/>
            <pc:sldMk cId="2533563032" sldId="2146847341"/>
            <ac:grpSpMk id="35" creationId="{6862D635-0E57-E728-D0C0-6836E4917923}"/>
          </ac:grpSpMkLst>
        </pc:grpChg>
        <pc:picChg chg="add mod">
          <ac:chgData name="Reiner, Ben (B)" userId="db925a48-ca58-4dcf-b594-955bb056bb20" providerId="ADAL" clId="{6181BEA9-9D87-456A-854F-E2D33B5493A7}" dt="2026-08-20T09:40:33.530" v="5631" actId="1076"/>
          <ac:picMkLst>
            <pc:docMk/>
            <pc:sldMk cId="2533563032" sldId="2146847341"/>
            <ac:picMk id="25" creationId="{5AC4567C-CF68-5472-08FB-CBA3F4099520}"/>
          </ac:picMkLst>
        </pc:picChg>
        <pc:picChg chg="add mod">
          <ac:chgData name="Reiner, Ben (B)" userId="db925a48-ca58-4dcf-b594-955bb056bb20" providerId="ADAL" clId="{6181BEA9-9D87-456A-854F-E2D33B5493A7}" dt="2026-08-20T09:40:13.923" v="5628" actId="207"/>
          <ac:picMkLst>
            <pc:docMk/>
            <pc:sldMk cId="2533563032" sldId="2146847341"/>
            <ac:picMk id="34" creationId="{611C6335-2313-9DCB-AAF6-005318D9E852}"/>
          </ac:picMkLst>
        </pc:picChg>
        <pc:cxnChg chg="add del">
          <ac:chgData name="Reiner, Ben (B)" userId="db925a48-ca58-4dcf-b594-955bb056bb20" providerId="ADAL" clId="{6181BEA9-9D87-456A-854F-E2D33B5493A7}" dt="2026-08-19T19:27:52.166" v="5614" actId="478"/>
          <ac:cxnSpMkLst>
            <pc:docMk/>
            <pc:sldMk cId="2533563032" sldId="2146847341"/>
            <ac:cxnSpMk id="27" creationId="{D92D9928-CD3F-01BA-F1FB-B792D3580877}"/>
          </ac:cxnSpMkLst>
        </pc:cxnChg>
        <pc:cxnChg chg="add del mod">
          <ac:chgData name="Reiner, Ben (B)" userId="db925a48-ca58-4dcf-b594-955bb056bb20" providerId="ADAL" clId="{6181BEA9-9D87-456A-854F-E2D33B5493A7}" dt="2026-08-19T19:28:07.594" v="5617" actId="478"/>
          <ac:cxnSpMkLst>
            <pc:docMk/>
            <pc:sldMk cId="2533563032" sldId="2146847341"/>
            <ac:cxnSpMk id="29" creationId="{DCB060F6-8104-6D40-EB5B-1868C3B28B4E}"/>
          </ac:cxnSpMkLst>
        </pc:cxnChg>
        <pc:cxnChg chg="add del">
          <ac:chgData name="Reiner, Ben (B)" userId="db925a48-ca58-4dcf-b594-955bb056bb20" providerId="ADAL" clId="{6181BEA9-9D87-456A-854F-E2D33B5493A7}" dt="2026-08-19T19:28:19.320" v="5619" actId="478"/>
          <ac:cxnSpMkLst>
            <pc:docMk/>
            <pc:sldMk cId="2533563032" sldId="2146847341"/>
            <ac:cxnSpMk id="32" creationId="{DE449AAB-2D89-07B5-6647-D5146E4992EB}"/>
          </ac:cxnSpMkLst>
        </pc:cxnChg>
      </pc:sldChg>
      <pc:sldChg chg="add del">
        <pc:chgData name="Reiner, Ben (B)" userId="db925a48-ca58-4dcf-b594-955bb056bb20" providerId="ADAL" clId="{6181BEA9-9D87-456A-854F-E2D33B5493A7}" dt="2026-08-19T19:03:55.524" v="4410" actId="47"/>
        <pc:sldMkLst>
          <pc:docMk/>
          <pc:sldMk cId="3552349042" sldId="2146847341"/>
        </pc:sldMkLst>
      </pc:sldChg>
      <pc:sldChg chg="modSp add mod">
        <pc:chgData name="Reiner, Ben (B)" userId="db925a48-ca58-4dcf-b594-955bb056bb20" providerId="ADAL" clId="{6181BEA9-9D87-456A-854F-E2D33B5493A7}" dt="2026-08-20T09:43:24.402" v="5748" actId="20577"/>
        <pc:sldMkLst>
          <pc:docMk/>
          <pc:sldMk cId="3584416243" sldId="2146847342"/>
        </pc:sldMkLst>
        <pc:spChg chg="mod">
          <ac:chgData name="Reiner, Ben (B)" userId="db925a48-ca58-4dcf-b594-955bb056bb20" providerId="ADAL" clId="{6181BEA9-9D87-456A-854F-E2D33B5493A7}" dt="2026-08-20T09:43:24.402" v="5748" actId="20577"/>
          <ac:spMkLst>
            <pc:docMk/>
            <pc:sldMk cId="3584416243" sldId="2146847342"/>
            <ac:spMk id="4" creationId="{AB63D7F2-844D-0366-4D0E-B6C95E65510A}"/>
          </ac:spMkLst>
        </pc:spChg>
      </pc:sldChg>
      <pc:sldChg chg="addSp delSp modSp add mod">
        <pc:chgData name="Reiner, Ben (B)" userId="db925a48-ca58-4dcf-b594-955bb056bb20" providerId="ADAL" clId="{6181BEA9-9D87-456A-854F-E2D33B5493A7}" dt="2026-08-20T10:47:32.905" v="6603" actId="20577"/>
        <pc:sldMkLst>
          <pc:docMk/>
          <pc:sldMk cId="472621665" sldId="2146847343"/>
        </pc:sldMkLst>
        <pc:spChg chg="mod">
          <ac:chgData name="Reiner, Ben (B)" userId="db925a48-ca58-4dcf-b594-955bb056bb20" providerId="ADAL" clId="{6181BEA9-9D87-456A-854F-E2D33B5493A7}" dt="2026-08-20T10:46:34.501" v="6332" actId="20577"/>
          <ac:spMkLst>
            <pc:docMk/>
            <pc:sldMk cId="472621665" sldId="2146847343"/>
            <ac:spMk id="2" creationId="{07C07F7C-407D-7EA1-F071-FF282B7CF132}"/>
          </ac:spMkLst>
        </pc:spChg>
        <pc:spChg chg="add">
          <ac:chgData name="Reiner, Ben (B)" userId="db925a48-ca58-4dcf-b594-955bb056bb20" providerId="ADAL" clId="{6181BEA9-9D87-456A-854F-E2D33B5493A7}" dt="2026-08-20T10:41:31.543" v="5843" actId="22"/>
          <ac:spMkLst>
            <pc:docMk/>
            <pc:sldMk cId="472621665" sldId="2146847343"/>
            <ac:spMk id="4" creationId="{BAAE4269-0292-F51E-C3C3-7AB7CAAD7E71}"/>
          </ac:spMkLst>
        </pc:spChg>
        <pc:spChg chg="add">
          <ac:chgData name="Reiner, Ben (B)" userId="db925a48-ca58-4dcf-b594-955bb056bb20" providerId="ADAL" clId="{6181BEA9-9D87-456A-854F-E2D33B5493A7}" dt="2026-08-20T10:41:31.543" v="5843" actId="22"/>
          <ac:spMkLst>
            <pc:docMk/>
            <pc:sldMk cId="472621665" sldId="2146847343"/>
            <ac:spMk id="6" creationId="{4F0D2B34-3E37-5DFD-0ACA-351CEE907987}"/>
          </ac:spMkLst>
        </pc:spChg>
        <pc:spChg chg="del mod">
          <ac:chgData name="Reiner, Ben (B)" userId="db925a48-ca58-4dcf-b594-955bb056bb20" providerId="ADAL" clId="{6181BEA9-9D87-456A-854F-E2D33B5493A7}" dt="2026-08-20T10:41:30.840" v="5842" actId="478"/>
          <ac:spMkLst>
            <pc:docMk/>
            <pc:sldMk cId="472621665" sldId="2146847343"/>
            <ac:spMk id="7" creationId="{86CC6884-F409-376A-401A-3426F15E479B}"/>
          </ac:spMkLst>
        </pc:spChg>
        <pc:spChg chg="del">
          <ac:chgData name="Reiner, Ben (B)" userId="db925a48-ca58-4dcf-b594-955bb056bb20" providerId="ADAL" clId="{6181BEA9-9D87-456A-854F-E2D33B5493A7}" dt="2026-08-20T10:41:30.840" v="5842" actId="478"/>
          <ac:spMkLst>
            <pc:docMk/>
            <pc:sldMk cId="472621665" sldId="2146847343"/>
            <ac:spMk id="9" creationId="{99168B8F-B862-109D-042C-BDA032899B52}"/>
          </ac:spMkLst>
        </pc:spChg>
        <pc:spChg chg="mod">
          <ac:chgData name="Reiner, Ben (B)" userId="db925a48-ca58-4dcf-b594-955bb056bb20" providerId="ADAL" clId="{6181BEA9-9D87-456A-854F-E2D33B5493A7}" dt="2026-08-20T10:41:45.991" v="5876" actId="20577"/>
          <ac:spMkLst>
            <pc:docMk/>
            <pc:sldMk cId="472621665" sldId="2146847343"/>
            <ac:spMk id="10" creationId="{4A9D7CAB-2408-0639-7987-E7FC0E2DE9ED}"/>
          </ac:spMkLst>
        </pc:spChg>
        <pc:spChg chg="del">
          <ac:chgData name="Reiner, Ben (B)" userId="db925a48-ca58-4dcf-b594-955bb056bb20" providerId="ADAL" clId="{6181BEA9-9D87-456A-854F-E2D33B5493A7}" dt="2026-08-20T10:41:30.840" v="5842" actId="478"/>
          <ac:spMkLst>
            <pc:docMk/>
            <pc:sldMk cId="472621665" sldId="2146847343"/>
            <ac:spMk id="11" creationId="{9327DD28-CADB-A40D-EF6E-9E9A1FD7BF12}"/>
          </ac:spMkLst>
        </pc:spChg>
        <pc:spChg chg="del">
          <ac:chgData name="Reiner, Ben (B)" userId="db925a48-ca58-4dcf-b594-955bb056bb20" providerId="ADAL" clId="{6181BEA9-9D87-456A-854F-E2D33B5493A7}" dt="2026-08-20T10:41:30.840" v="5842" actId="478"/>
          <ac:spMkLst>
            <pc:docMk/>
            <pc:sldMk cId="472621665" sldId="2146847343"/>
            <ac:spMk id="13" creationId="{3AF15F15-BC13-A0E4-4571-6817C5AAA35D}"/>
          </ac:spMkLst>
        </pc:spChg>
        <pc:spChg chg="add mod">
          <ac:chgData name="Reiner, Ben (B)" userId="db925a48-ca58-4dcf-b594-955bb056bb20" providerId="ADAL" clId="{6181BEA9-9D87-456A-854F-E2D33B5493A7}" dt="2026-08-20T10:44:51.004" v="6171" actId="20577"/>
          <ac:spMkLst>
            <pc:docMk/>
            <pc:sldMk cId="472621665" sldId="2146847343"/>
            <ac:spMk id="14" creationId="{708488C3-3491-A769-1A78-54219B76F47C}"/>
          </ac:spMkLst>
        </pc:spChg>
        <pc:spChg chg="del">
          <ac:chgData name="Reiner, Ben (B)" userId="db925a48-ca58-4dcf-b594-955bb056bb20" providerId="ADAL" clId="{6181BEA9-9D87-456A-854F-E2D33B5493A7}" dt="2026-08-20T10:41:30.840" v="5842" actId="478"/>
          <ac:spMkLst>
            <pc:docMk/>
            <pc:sldMk cId="472621665" sldId="2146847343"/>
            <ac:spMk id="15" creationId="{39F4B5D4-83BA-2B96-8C97-5E10191630B6}"/>
          </ac:spMkLst>
        </pc:spChg>
        <pc:spChg chg="del">
          <ac:chgData name="Reiner, Ben (B)" userId="db925a48-ca58-4dcf-b594-955bb056bb20" providerId="ADAL" clId="{6181BEA9-9D87-456A-854F-E2D33B5493A7}" dt="2026-08-20T10:41:30.840" v="5842" actId="478"/>
          <ac:spMkLst>
            <pc:docMk/>
            <pc:sldMk cId="472621665" sldId="2146847343"/>
            <ac:spMk id="17" creationId="{16CF915D-441D-5AFE-8F03-C843DD344141}"/>
          </ac:spMkLst>
        </pc:spChg>
        <pc:spChg chg="del">
          <ac:chgData name="Reiner, Ben (B)" userId="db925a48-ca58-4dcf-b594-955bb056bb20" providerId="ADAL" clId="{6181BEA9-9D87-456A-854F-E2D33B5493A7}" dt="2026-08-20T10:41:30.840" v="5842" actId="478"/>
          <ac:spMkLst>
            <pc:docMk/>
            <pc:sldMk cId="472621665" sldId="2146847343"/>
            <ac:spMk id="18" creationId="{807BC4BD-92DC-8CD7-BE2A-B2ECABB90BD3}"/>
          </ac:spMkLst>
        </pc:spChg>
        <pc:spChg chg="del">
          <ac:chgData name="Reiner, Ben (B)" userId="db925a48-ca58-4dcf-b594-955bb056bb20" providerId="ADAL" clId="{6181BEA9-9D87-456A-854F-E2D33B5493A7}" dt="2026-08-20T10:41:30.840" v="5842" actId="478"/>
          <ac:spMkLst>
            <pc:docMk/>
            <pc:sldMk cId="472621665" sldId="2146847343"/>
            <ac:spMk id="19" creationId="{11742B2F-4E28-9CEC-2FD6-2AFFEF961390}"/>
          </ac:spMkLst>
        </pc:spChg>
        <pc:spChg chg="add mod">
          <ac:chgData name="Reiner, Ben (B)" userId="db925a48-ca58-4dcf-b594-955bb056bb20" providerId="ADAL" clId="{6181BEA9-9D87-456A-854F-E2D33B5493A7}" dt="2026-08-20T10:42:04.986" v="5909" actId="20577"/>
          <ac:spMkLst>
            <pc:docMk/>
            <pc:sldMk cId="472621665" sldId="2146847343"/>
            <ac:spMk id="20" creationId="{A4B1402E-50F4-FBCE-8292-D01EDB1F6151}"/>
          </ac:spMkLst>
        </pc:spChg>
        <pc:spChg chg="add">
          <ac:chgData name="Reiner, Ben (B)" userId="db925a48-ca58-4dcf-b594-955bb056bb20" providerId="ADAL" clId="{6181BEA9-9D87-456A-854F-E2D33B5493A7}" dt="2026-08-20T10:41:31.543" v="5843" actId="22"/>
          <ac:spMkLst>
            <pc:docMk/>
            <pc:sldMk cId="472621665" sldId="2146847343"/>
            <ac:spMk id="24" creationId="{B4B81474-B75E-FB73-4BA6-42E8D6859795}"/>
          </ac:spMkLst>
        </pc:spChg>
        <pc:spChg chg="mod">
          <ac:chgData name="Reiner, Ben (B)" userId="db925a48-ca58-4dcf-b594-955bb056bb20" providerId="ADAL" clId="{6181BEA9-9D87-456A-854F-E2D33B5493A7}" dt="2026-08-20T10:41:42.953" v="5867" actId="20577"/>
          <ac:spMkLst>
            <pc:docMk/>
            <pc:sldMk cId="472621665" sldId="2146847343"/>
            <ac:spMk id="26" creationId="{8403FADD-35E4-7463-5CBC-D004B860AB7D}"/>
          </ac:spMkLst>
        </pc:spChg>
        <pc:spChg chg="add mod">
          <ac:chgData name="Reiner, Ben (B)" userId="db925a48-ca58-4dcf-b594-955bb056bb20" providerId="ADAL" clId="{6181BEA9-9D87-456A-854F-E2D33B5493A7}" dt="2026-08-20T10:46:53.516" v="6435" actId="20577"/>
          <ac:spMkLst>
            <pc:docMk/>
            <pc:sldMk cId="472621665" sldId="2146847343"/>
            <ac:spMk id="28" creationId="{1366F965-7439-0682-4415-BBC3D7C56044}"/>
          </ac:spMkLst>
        </pc:spChg>
        <pc:spChg chg="mod">
          <ac:chgData name="Reiner, Ben (B)" userId="db925a48-ca58-4dcf-b594-955bb056bb20" providerId="ADAL" clId="{6181BEA9-9D87-456A-854F-E2D33B5493A7}" dt="2026-08-20T10:42:17.573" v="5931" actId="20577"/>
          <ac:spMkLst>
            <pc:docMk/>
            <pc:sldMk cId="472621665" sldId="2146847343"/>
            <ac:spMk id="30" creationId="{22F19647-B3D3-5B66-0E45-1EB5C80A6AB9}"/>
          </ac:spMkLst>
        </pc:spChg>
        <pc:spChg chg="add">
          <ac:chgData name="Reiner, Ben (B)" userId="db925a48-ca58-4dcf-b594-955bb056bb20" providerId="ADAL" clId="{6181BEA9-9D87-456A-854F-E2D33B5493A7}" dt="2026-08-20T10:41:31.543" v="5843" actId="22"/>
          <ac:spMkLst>
            <pc:docMk/>
            <pc:sldMk cId="472621665" sldId="2146847343"/>
            <ac:spMk id="32" creationId="{138E6CF5-E51C-22D8-DC0D-D0531E393FDC}"/>
          </ac:spMkLst>
        </pc:spChg>
        <pc:spChg chg="add">
          <ac:chgData name="Reiner, Ben (B)" userId="db925a48-ca58-4dcf-b594-955bb056bb20" providerId="ADAL" clId="{6181BEA9-9D87-456A-854F-E2D33B5493A7}" dt="2026-08-20T10:41:31.543" v="5843" actId="22"/>
          <ac:spMkLst>
            <pc:docMk/>
            <pc:sldMk cId="472621665" sldId="2146847343"/>
            <ac:spMk id="34" creationId="{6ADACB05-DAF3-AAA2-CE97-8BAD492AC4AE}"/>
          </ac:spMkLst>
        </pc:spChg>
        <pc:spChg chg="add mod">
          <ac:chgData name="Reiner, Ben (B)" userId="db925a48-ca58-4dcf-b594-955bb056bb20" providerId="ADAL" clId="{6181BEA9-9D87-456A-854F-E2D33B5493A7}" dt="2026-08-20T10:41:54.352" v="5890" actId="20577"/>
          <ac:spMkLst>
            <pc:docMk/>
            <pc:sldMk cId="472621665" sldId="2146847343"/>
            <ac:spMk id="36" creationId="{BF8F9314-27DB-1D20-C67E-7E1461F285D5}"/>
          </ac:spMkLst>
        </pc:spChg>
        <pc:spChg chg="add mod">
          <ac:chgData name="Reiner, Ben (B)" userId="db925a48-ca58-4dcf-b594-955bb056bb20" providerId="ADAL" clId="{6181BEA9-9D87-456A-854F-E2D33B5493A7}" dt="2026-08-20T10:47:32.905" v="6603" actId="20577"/>
          <ac:spMkLst>
            <pc:docMk/>
            <pc:sldMk cId="472621665" sldId="2146847343"/>
            <ac:spMk id="38" creationId="{28A40F2A-4577-102F-B55F-F0E4553E49AC}"/>
          </ac:spMkLst>
        </pc:spChg>
        <pc:spChg chg="mod">
          <ac:chgData name="Reiner, Ben (B)" userId="db925a48-ca58-4dcf-b594-955bb056bb20" providerId="ADAL" clId="{6181BEA9-9D87-456A-854F-E2D33B5493A7}" dt="2026-08-20T10:42:26.454" v="5959" actId="20577"/>
          <ac:spMkLst>
            <pc:docMk/>
            <pc:sldMk cId="472621665" sldId="2146847343"/>
            <ac:spMk id="40" creationId="{88560185-6342-3A1F-AF28-53AE70E10281}"/>
          </ac:spMkLst>
        </pc:spChg>
      </pc:sldChg>
      <pc:sldChg chg="modSp add mod ord">
        <pc:chgData name="Reiner, Ben (B)" userId="db925a48-ca58-4dcf-b594-955bb056bb20" providerId="ADAL" clId="{6181BEA9-9D87-456A-854F-E2D33B5493A7}" dt="2026-08-20T10:55:36.542" v="7515"/>
        <pc:sldMkLst>
          <pc:docMk/>
          <pc:sldMk cId="495429800" sldId="2146847344"/>
        </pc:sldMkLst>
        <pc:spChg chg="mod">
          <ac:chgData name="Reiner, Ben (B)" userId="db925a48-ca58-4dcf-b594-955bb056bb20" providerId="ADAL" clId="{6181BEA9-9D87-456A-854F-E2D33B5493A7}" dt="2026-08-20T10:48:41.651" v="6643" actId="20577"/>
          <ac:spMkLst>
            <pc:docMk/>
            <pc:sldMk cId="495429800" sldId="2146847344"/>
            <ac:spMk id="2" creationId="{DAA21F59-390E-0D7A-E7CD-D169354A923A}"/>
          </ac:spMkLst>
        </pc:spChg>
        <pc:spChg chg="mod">
          <ac:chgData name="Reiner, Ben (B)" userId="db925a48-ca58-4dcf-b594-955bb056bb20" providerId="ADAL" clId="{6181BEA9-9D87-456A-854F-E2D33B5493A7}" dt="2026-08-20T10:48:46.036" v="6652" actId="20577"/>
          <ac:spMkLst>
            <pc:docMk/>
            <pc:sldMk cId="495429800" sldId="2146847344"/>
            <ac:spMk id="4" creationId="{37E1DDBD-935E-6DAE-C255-6D6EE46FE13F}"/>
          </ac:spMkLst>
        </pc:spChg>
        <pc:spChg chg="mod">
          <ac:chgData name="Reiner, Ben (B)" userId="db925a48-ca58-4dcf-b594-955bb056bb20" providerId="ADAL" clId="{6181BEA9-9D87-456A-854F-E2D33B5493A7}" dt="2026-08-20T10:49:01.537" v="6687" actId="20577"/>
          <ac:spMkLst>
            <pc:docMk/>
            <pc:sldMk cId="495429800" sldId="2146847344"/>
            <ac:spMk id="7" creationId="{59045A55-4D11-37E5-FB19-90124BF7B650}"/>
          </ac:spMkLst>
        </pc:spChg>
        <pc:spChg chg="mod">
          <ac:chgData name="Reiner, Ben (B)" userId="db925a48-ca58-4dcf-b594-955bb056bb20" providerId="ADAL" clId="{6181BEA9-9D87-456A-854F-E2D33B5493A7}" dt="2026-08-20T10:53:18.020" v="7225" actId="20577"/>
          <ac:spMkLst>
            <pc:docMk/>
            <pc:sldMk cId="495429800" sldId="2146847344"/>
            <ac:spMk id="8" creationId="{8016EA12-DA8C-A63E-8606-AEBABC3201DE}"/>
          </ac:spMkLst>
        </pc:spChg>
        <pc:spChg chg="mod">
          <ac:chgData name="Reiner, Ben (B)" userId="db925a48-ca58-4dcf-b594-955bb056bb20" providerId="ADAL" clId="{6181BEA9-9D87-456A-854F-E2D33B5493A7}" dt="2026-08-20T10:50:04.452" v="6864" actId="20577"/>
          <ac:spMkLst>
            <pc:docMk/>
            <pc:sldMk cId="495429800" sldId="2146847344"/>
            <ac:spMk id="10" creationId="{5C5D36DA-E4A3-D0BB-9E1D-1B41E1038BF6}"/>
          </ac:spMkLst>
        </pc:spChg>
        <pc:spChg chg="mod">
          <ac:chgData name="Reiner, Ben (B)" userId="db925a48-ca58-4dcf-b594-955bb056bb20" providerId="ADAL" clId="{6181BEA9-9D87-456A-854F-E2D33B5493A7}" dt="2026-08-20T10:54:38.998" v="7409" actId="20577"/>
          <ac:spMkLst>
            <pc:docMk/>
            <pc:sldMk cId="495429800" sldId="2146847344"/>
            <ac:spMk id="11" creationId="{BE687306-B0E1-9B03-248F-8AE5268F486F}"/>
          </ac:spMkLst>
        </pc:spChg>
        <pc:spChg chg="mod">
          <ac:chgData name="Reiner, Ben (B)" userId="db925a48-ca58-4dcf-b594-955bb056bb20" providerId="ADAL" clId="{6181BEA9-9D87-456A-854F-E2D33B5493A7}" dt="2026-08-20T10:49:56.132" v="6833" actId="20577"/>
          <ac:spMkLst>
            <pc:docMk/>
            <pc:sldMk cId="495429800" sldId="2146847344"/>
            <ac:spMk id="13" creationId="{389B3952-6266-756F-5012-30EF23D9B43E}"/>
          </ac:spMkLst>
        </pc:spChg>
        <pc:spChg chg="mod">
          <ac:chgData name="Reiner, Ben (B)" userId="db925a48-ca58-4dcf-b594-955bb056bb20" providerId="ADAL" clId="{6181BEA9-9D87-456A-854F-E2D33B5493A7}" dt="2026-08-20T10:54:09.923" v="7331" actId="20577"/>
          <ac:spMkLst>
            <pc:docMk/>
            <pc:sldMk cId="495429800" sldId="2146847344"/>
            <ac:spMk id="14" creationId="{40A5F6C2-E549-1D0B-FEFA-D72E6F87B0DF}"/>
          </ac:spMkLst>
        </pc:spChg>
        <pc:spChg chg="mod">
          <ac:chgData name="Reiner, Ben (B)" userId="db925a48-ca58-4dcf-b594-955bb056bb20" providerId="ADAL" clId="{6181BEA9-9D87-456A-854F-E2D33B5493A7}" dt="2026-08-20T10:48:50.319" v="6665" actId="20577"/>
          <ac:spMkLst>
            <pc:docMk/>
            <pc:sldMk cId="495429800" sldId="2146847344"/>
            <ac:spMk id="16" creationId="{037652CD-1686-DA12-1165-18ADE89B7366}"/>
          </ac:spMkLst>
        </pc:spChg>
        <pc:spChg chg="mod">
          <ac:chgData name="Reiner, Ben (B)" userId="db925a48-ca58-4dcf-b594-955bb056bb20" providerId="ADAL" clId="{6181BEA9-9D87-456A-854F-E2D33B5493A7}" dt="2026-08-20T10:51:03.583" v="6980" actId="20577"/>
          <ac:spMkLst>
            <pc:docMk/>
            <pc:sldMk cId="495429800" sldId="2146847344"/>
            <ac:spMk id="19" creationId="{1D05439D-2697-B692-778C-8880C03DF03A}"/>
          </ac:spMkLst>
        </pc:spChg>
        <pc:spChg chg="mod">
          <ac:chgData name="Reiner, Ben (B)" userId="db925a48-ca58-4dcf-b594-955bb056bb20" providerId="ADAL" clId="{6181BEA9-9D87-456A-854F-E2D33B5493A7}" dt="2026-08-20T10:53:19.817" v="7227" actId="20577"/>
          <ac:spMkLst>
            <pc:docMk/>
            <pc:sldMk cId="495429800" sldId="2146847344"/>
            <ac:spMk id="20" creationId="{2F44DDE3-EE80-9911-9583-A7F204B4202A}"/>
          </ac:spMkLst>
        </pc:spChg>
        <pc:spChg chg="mod">
          <ac:chgData name="Reiner, Ben (B)" userId="db925a48-ca58-4dcf-b594-955bb056bb20" providerId="ADAL" clId="{6181BEA9-9D87-456A-854F-E2D33B5493A7}" dt="2026-08-20T10:50:33.247" v="6920" actId="20577"/>
          <ac:spMkLst>
            <pc:docMk/>
            <pc:sldMk cId="495429800" sldId="2146847344"/>
            <ac:spMk id="22" creationId="{6028D2A2-F896-D6BD-37BF-B9D1EB13DF7E}"/>
          </ac:spMkLst>
        </pc:spChg>
        <pc:spChg chg="mod">
          <ac:chgData name="Reiner, Ben (B)" userId="db925a48-ca58-4dcf-b594-955bb056bb20" providerId="ADAL" clId="{6181BEA9-9D87-456A-854F-E2D33B5493A7}" dt="2026-08-20T10:55:25.070" v="7513" actId="20577"/>
          <ac:spMkLst>
            <pc:docMk/>
            <pc:sldMk cId="495429800" sldId="2146847344"/>
            <ac:spMk id="23" creationId="{641E4DD0-5D63-C123-00F6-A1DBF0E8B10F}"/>
          </ac:spMkLst>
        </pc:spChg>
        <pc:spChg chg="mod">
          <ac:chgData name="Reiner, Ben (B)" userId="db925a48-ca58-4dcf-b594-955bb056bb20" providerId="ADAL" clId="{6181BEA9-9D87-456A-854F-E2D33B5493A7}" dt="2026-08-20T10:50:54.206" v="6946" actId="313"/>
          <ac:spMkLst>
            <pc:docMk/>
            <pc:sldMk cId="495429800" sldId="2146847344"/>
            <ac:spMk id="25" creationId="{FA93192F-A5A9-017C-0857-AEA5BE891341}"/>
          </ac:spMkLst>
        </pc:spChg>
      </pc:sldChg>
      <pc:sldChg chg="modSp add mod">
        <pc:chgData name="Reiner, Ben (B)" userId="db925a48-ca58-4dcf-b594-955bb056bb20" providerId="ADAL" clId="{6181BEA9-9D87-456A-854F-E2D33B5493A7}" dt="2026-08-20T13:56:18.913" v="16731" actId="20577"/>
        <pc:sldMkLst>
          <pc:docMk/>
          <pc:sldMk cId="3022899274" sldId="2146847345"/>
        </pc:sldMkLst>
        <pc:spChg chg="mod">
          <ac:chgData name="Reiner, Ben (B)" userId="db925a48-ca58-4dcf-b594-955bb056bb20" providerId="ADAL" clId="{6181BEA9-9D87-456A-854F-E2D33B5493A7}" dt="2026-08-20T10:57:08.571" v="7539" actId="20577"/>
          <ac:spMkLst>
            <pc:docMk/>
            <pc:sldMk cId="3022899274" sldId="2146847345"/>
            <ac:spMk id="2" creationId="{3A38ACE5-080E-16D9-A85D-860DF76A4314}"/>
          </ac:spMkLst>
        </pc:spChg>
        <pc:spChg chg="mod">
          <ac:chgData name="Reiner, Ben (B)" userId="db925a48-ca58-4dcf-b594-955bb056bb20" providerId="ADAL" clId="{6181BEA9-9D87-456A-854F-E2D33B5493A7}" dt="2026-08-20T10:57:41.056" v="7582" actId="20577"/>
          <ac:spMkLst>
            <pc:docMk/>
            <pc:sldMk cId="3022899274" sldId="2146847345"/>
            <ac:spMk id="3" creationId="{E8658E1F-C4B7-AFFC-CCDC-174D904BFCDE}"/>
          </ac:spMkLst>
        </pc:spChg>
        <pc:spChg chg="mod">
          <ac:chgData name="Reiner, Ben (B)" userId="db925a48-ca58-4dcf-b594-955bb056bb20" providerId="ADAL" clId="{6181BEA9-9D87-456A-854F-E2D33B5493A7}" dt="2026-08-20T10:57:44.445" v="7591" actId="20577"/>
          <ac:spMkLst>
            <pc:docMk/>
            <pc:sldMk cId="3022899274" sldId="2146847345"/>
            <ac:spMk id="4" creationId="{99B5F0E6-3F9D-5C55-34AB-10436F857633}"/>
          </ac:spMkLst>
        </pc:spChg>
        <pc:spChg chg="mod">
          <ac:chgData name="Reiner, Ben (B)" userId="db925a48-ca58-4dcf-b594-955bb056bb20" providerId="ADAL" clId="{6181BEA9-9D87-456A-854F-E2D33B5493A7}" dt="2026-08-20T11:00:04.152" v="8046" actId="20577"/>
          <ac:spMkLst>
            <pc:docMk/>
            <pc:sldMk cId="3022899274" sldId="2146847345"/>
            <ac:spMk id="5" creationId="{9F0D2993-CB98-05DC-B9B2-15C62FC03360}"/>
          </ac:spMkLst>
        </pc:spChg>
        <pc:spChg chg="mod">
          <ac:chgData name="Reiner, Ben (B)" userId="db925a48-ca58-4dcf-b594-955bb056bb20" providerId="ADAL" clId="{6181BEA9-9D87-456A-854F-E2D33B5493A7}" dt="2026-08-20T13:56:18.913" v="16731" actId="20577"/>
          <ac:spMkLst>
            <pc:docMk/>
            <pc:sldMk cId="3022899274" sldId="2146847345"/>
            <ac:spMk id="6" creationId="{A1676C5E-800B-9627-900F-1CD50575C116}"/>
          </ac:spMkLst>
        </pc:spChg>
      </pc:sldChg>
      <pc:sldChg chg="addSp delSp modSp add del mod">
        <pc:chgData name="Reiner, Ben (B)" userId="db925a48-ca58-4dcf-b594-955bb056bb20" providerId="ADAL" clId="{6181BEA9-9D87-456A-854F-E2D33B5493A7}" dt="2026-08-20T11:25:27.864" v="8906" actId="47"/>
        <pc:sldMkLst>
          <pc:docMk/>
          <pc:sldMk cId="2982430702" sldId="2146847346"/>
        </pc:sldMkLst>
        <pc:spChg chg="mod">
          <ac:chgData name="Reiner, Ben (B)" userId="db925a48-ca58-4dcf-b594-955bb056bb20" providerId="ADAL" clId="{6181BEA9-9D87-456A-854F-E2D33B5493A7}" dt="2026-08-20T11:12:23.813" v="8414" actId="20577"/>
          <ac:spMkLst>
            <pc:docMk/>
            <pc:sldMk cId="2982430702" sldId="2146847346"/>
            <ac:spMk id="2" creationId="{607959EB-AF76-DA93-6E3F-E3D68DDE4AC3}"/>
          </ac:spMkLst>
        </pc:spChg>
        <pc:spChg chg="mod">
          <ac:chgData name="Reiner, Ben (B)" userId="db925a48-ca58-4dcf-b594-955bb056bb20" providerId="ADAL" clId="{6181BEA9-9D87-456A-854F-E2D33B5493A7}" dt="2026-08-20T11:13:33.846" v="8630" actId="14100"/>
          <ac:spMkLst>
            <pc:docMk/>
            <pc:sldMk cId="2982430702" sldId="2146847346"/>
            <ac:spMk id="3" creationId="{22B03B1D-740C-196A-FDDC-454D5E756E4C}"/>
          </ac:spMkLst>
        </pc:spChg>
        <pc:spChg chg="del">
          <ac:chgData name="Reiner, Ben (B)" userId="db925a48-ca58-4dcf-b594-955bb056bb20" providerId="ADAL" clId="{6181BEA9-9D87-456A-854F-E2D33B5493A7}" dt="2026-08-20T11:12:29.218" v="8415" actId="478"/>
          <ac:spMkLst>
            <pc:docMk/>
            <pc:sldMk cId="2982430702" sldId="2146847346"/>
            <ac:spMk id="4" creationId="{2FDD9782-0606-E3FA-1EDF-C309FBA2BD88}"/>
          </ac:spMkLst>
        </pc:spChg>
        <pc:spChg chg="del">
          <ac:chgData name="Reiner, Ben (B)" userId="db925a48-ca58-4dcf-b594-955bb056bb20" providerId="ADAL" clId="{6181BEA9-9D87-456A-854F-E2D33B5493A7}" dt="2026-08-20T11:12:37.907" v="8418" actId="478"/>
          <ac:spMkLst>
            <pc:docMk/>
            <pc:sldMk cId="2982430702" sldId="2146847346"/>
            <ac:spMk id="5" creationId="{E6A2B388-4FB9-587E-7CBF-C820F4A8170D}"/>
          </ac:spMkLst>
        </pc:spChg>
        <pc:spChg chg="del mod">
          <ac:chgData name="Reiner, Ben (B)" userId="db925a48-ca58-4dcf-b594-955bb056bb20" providerId="ADAL" clId="{6181BEA9-9D87-456A-854F-E2D33B5493A7}" dt="2026-08-20T11:12:35.330" v="8417" actId="478"/>
          <ac:spMkLst>
            <pc:docMk/>
            <pc:sldMk cId="2982430702" sldId="2146847346"/>
            <ac:spMk id="6" creationId="{C439DB4A-9359-515A-5006-DDEE7643273E}"/>
          </ac:spMkLst>
        </pc:spChg>
        <pc:spChg chg="add mod">
          <ac:chgData name="Reiner, Ben (B)" userId="db925a48-ca58-4dcf-b594-955bb056bb20" providerId="ADAL" clId="{6181BEA9-9D87-456A-854F-E2D33B5493A7}" dt="2026-08-20T11:21:45.011" v="8838" actId="1076"/>
          <ac:spMkLst>
            <pc:docMk/>
            <pc:sldMk cId="2982430702" sldId="2146847346"/>
            <ac:spMk id="8" creationId="{2417FD98-7107-E451-8BE7-FB8038088415}"/>
          </ac:spMkLst>
        </pc:spChg>
        <pc:spChg chg="add mod">
          <ac:chgData name="Reiner, Ben (B)" userId="db925a48-ca58-4dcf-b594-955bb056bb20" providerId="ADAL" clId="{6181BEA9-9D87-456A-854F-E2D33B5493A7}" dt="2026-08-20T11:21:45.011" v="8838" actId="1076"/>
          <ac:spMkLst>
            <pc:docMk/>
            <pc:sldMk cId="2982430702" sldId="2146847346"/>
            <ac:spMk id="10" creationId="{FF21D9BC-ABA2-5D26-757E-008A52F5A488}"/>
          </ac:spMkLst>
        </pc:spChg>
        <pc:spChg chg="add mod">
          <ac:chgData name="Reiner, Ben (B)" userId="db925a48-ca58-4dcf-b594-955bb056bb20" providerId="ADAL" clId="{6181BEA9-9D87-456A-854F-E2D33B5493A7}" dt="2026-08-20T11:21:45.011" v="8838" actId="1076"/>
          <ac:spMkLst>
            <pc:docMk/>
            <pc:sldMk cId="2982430702" sldId="2146847346"/>
            <ac:spMk id="12" creationId="{5E21F83C-D64B-76DA-B28C-D92C652E063A}"/>
          </ac:spMkLst>
        </pc:spChg>
        <pc:spChg chg="add mod">
          <ac:chgData name="Reiner, Ben (B)" userId="db925a48-ca58-4dcf-b594-955bb056bb20" providerId="ADAL" clId="{6181BEA9-9D87-456A-854F-E2D33B5493A7}" dt="2026-08-20T11:21:45.011" v="8838" actId="1076"/>
          <ac:spMkLst>
            <pc:docMk/>
            <pc:sldMk cId="2982430702" sldId="2146847346"/>
            <ac:spMk id="14" creationId="{69E1BCEC-530A-4A9D-B28F-6F6D738E8A39}"/>
          </ac:spMkLst>
        </pc:spChg>
        <pc:spChg chg="add mod">
          <ac:chgData name="Reiner, Ben (B)" userId="db925a48-ca58-4dcf-b594-955bb056bb20" providerId="ADAL" clId="{6181BEA9-9D87-456A-854F-E2D33B5493A7}" dt="2026-08-20T11:21:45.011" v="8838" actId="1076"/>
          <ac:spMkLst>
            <pc:docMk/>
            <pc:sldMk cId="2982430702" sldId="2146847346"/>
            <ac:spMk id="16" creationId="{B28D5A26-21E8-093F-41CD-1E041539E952}"/>
          </ac:spMkLst>
        </pc:spChg>
        <pc:spChg chg="add mod">
          <ac:chgData name="Reiner, Ben (B)" userId="db925a48-ca58-4dcf-b594-955bb056bb20" providerId="ADAL" clId="{6181BEA9-9D87-456A-854F-E2D33B5493A7}" dt="2026-08-20T11:21:45.011" v="8838" actId="1076"/>
          <ac:spMkLst>
            <pc:docMk/>
            <pc:sldMk cId="2982430702" sldId="2146847346"/>
            <ac:spMk id="18" creationId="{CE834CCF-0D29-E479-DF5D-E6D241B055E8}"/>
          </ac:spMkLst>
        </pc:spChg>
        <pc:spChg chg="add mod">
          <ac:chgData name="Reiner, Ben (B)" userId="db925a48-ca58-4dcf-b594-955bb056bb20" providerId="ADAL" clId="{6181BEA9-9D87-456A-854F-E2D33B5493A7}" dt="2026-08-20T11:21:45.011" v="8838" actId="1076"/>
          <ac:spMkLst>
            <pc:docMk/>
            <pc:sldMk cId="2982430702" sldId="2146847346"/>
            <ac:spMk id="20" creationId="{CF564FA7-D9AF-CED5-CD58-803F800B8C55}"/>
          </ac:spMkLst>
        </pc:spChg>
        <pc:spChg chg="add mod">
          <ac:chgData name="Reiner, Ben (B)" userId="db925a48-ca58-4dcf-b594-955bb056bb20" providerId="ADAL" clId="{6181BEA9-9D87-456A-854F-E2D33B5493A7}" dt="2026-08-20T11:21:45.011" v="8838" actId="1076"/>
          <ac:spMkLst>
            <pc:docMk/>
            <pc:sldMk cId="2982430702" sldId="2146847346"/>
            <ac:spMk id="22" creationId="{9341FDB1-B317-F841-E42A-4850F68F09FC}"/>
          </ac:spMkLst>
        </pc:spChg>
        <pc:picChg chg="add del mod">
          <ac:chgData name="Reiner, Ben (B)" userId="db925a48-ca58-4dcf-b594-955bb056bb20" providerId="ADAL" clId="{6181BEA9-9D87-456A-854F-E2D33B5493A7}" dt="2026-08-20T11:22:15.927" v="8841" actId="478"/>
          <ac:picMkLst>
            <pc:docMk/>
            <pc:sldMk cId="2982430702" sldId="2146847346"/>
            <ac:picMk id="24" creationId="{8DA54449-8CBA-703D-73FA-5F9B09554AE0}"/>
          </ac:picMkLst>
        </pc:picChg>
        <pc:picChg chg="add mod">
          <ac:chgData name="Reiner, Ben (B)" userId="db925a48-ca58-4dcf-b594-955bb056bb20" providerId="ADAL" clId="{6181BEA9-9D87-456A-854F-E2D33B5493A7}" dt="2026-08-20T11:23:14.788" v="8848" actId="1076"/>
          <ac:picMkLst>
            <pc:docMk/>
            <pc:sldMk cId="2982430702" sldId="2146847346"/>
            <ac:picMk id="26" creationId="{389D267C-D3D3-658D-F946-2FC88D1E032D}"/>
          </ac:picMkLst>
        </pc:picChg>
        <pc:picChg chg="add mod">
          <ac:chgData name="Reiner, Ben (B)" userId="db925a48-ca58-4dcf-b594-955bb056bb20" providerId="ADAL" clId="{6181BEA9-9D87-456A-854F-E2D33B5493A7}" dt="2026-08-20T11:23:16.556" v="8849" actId="1076"/>
          <ac:picMkLst>
            <pc:docMk/>
            <pc:sldMk cId="2982430702" sldId="2146847346"/>
            <ac:picMk id="28" creationId="{C176B754-F240-97F7-45DB-319F26CE71B8}"/>
          </ac:picMkLst>
        </pc:picChg>
      </pc:sldChg>
      <pc:sldChg chg="add del">
        <pc:chgData name="Reiner, Ben (B)" userId="db925a48-ca58-4dcf-b594-955bb056bb20" providerId="ADAL" clId="{6181BEA9-9D87-456A-854F-E2D33B5493A7}" dt="2026-08-20T11:25:27.864" v="8906" actId="47"/>
        <pc:sldMkLst>
          <pc:docMk/>
          <pc:sldMk cId="2480812564" sldId="2146847347"/>
        </pc:sldMkLst>
      </pc:sldChg>
      <pc:sldChg chg="add del">
        <pc:chgData name="Reiner, Ben (B)" userId="db925a48-ca58-4dcf-b594-955bb056bb20" providerId="ADAL" clId="{6181BEA9-9D87-456A-854F-E2D33B5493A7}" dt="2026-08-20T11:25:27.864" v="8906" actId="47"/>
        <pc:sldMkLst>
          <pc:docMk/>
          <pc:sldMk cId="1443523567" sldId="2146847348"/>
        </pc:sldMkLst>
      </pc:sldChg>
      <pc:sldChg chg="addSp delSp modSp add mod">
        <pc:chgData name="Reiner, Ben (B)" userId="db925a48-ca58-4dcf-b594-955bb056bb20" providerId="ADAL" clId="{6181BEA9-9D87-456A-854F-E2D33B5493A7}" dt="2026-08-20T11:27:18.528" v="8934" actId="1582"/>
        <pc:sldMkLst>
          <pc:docMk/>
          <pc:sldMk cId="1479969909" sldId="2146847349"/>
        </pc:sldMkLst>
        <pc:spChg chg="mod">
          <ac:chgData name="Reiner, Ben (B)" userId="db925a48-ca58-4dcf-b594-955bb056bb20" providerId="ADAL" clId="{6181BEA9-9D87-456A-854F-E2D33B5493A7}" dt="2026-08-20T11:27:18.528" v="8934" actId="1582"/>
          <ac:spMkLst>
            <pc:docMk/>
            <pc:sldMk cId="1479969909" sldId="2146847349"/>
            <ac:spMk id="8" creationId="{B7E20291-4EFA-12BF-B815-929D91781384}"/>
          </ac:spMkLst>
        </pc:spChg>
        <pc:spChg chg="mod">
          <ac:chgData name="Reiner, Ben (B)" userId="db925a48-ca58-4dcf-b594-955bb056bb20" providerId="ADAL" clId="{6181BEA9-9D87-456A-854F-E2D33B5493A7}" dt="2026-08-20T11:25:04.086" v="8901" actId="164"/>
          <ac:spMkLst>
            <pc:docMk/>
            <pc:sldMk cId="1479969909" sldId="2146847349"/>
            <ac:spMk id="10" creationId="{8F23D024-3426-8915-5768-6614A0C1968A}"/>
          </ac:spMkLst>
        </pc:spChg>
        <pc:spChg chg="mod">
          <ac:chgData name="Reiner, Ben (B)" userId="db925a48-ca58-4dcf-b594-955bb056bb20" providerId="ADAL" clId="{6181BEA9-9D87-456A-854F-E2D33B5493A7}" dt="2026-08-20T11:25:10.780" v="8903" actId="164"/>
          <ac:spMkLst>
            <pc:docMk/>
            <pc:sldMk cId="1479969909" sldId="2146847349"/>
            <ac:spMk id="12" creationId="{0C2B787D-8DD7-6B80-A947-1015D0BC7AE6}"/>
          </ac:spMkLst>
        </pc:spChg>
        <pc:spChg chg="mod">
          <ac:chgData name="Reiner, Ben (B)" userId="db925a48-ca58-4dcf-b594-955bb056bb20" providerId="ADAL" clId="{6181BEA9-9D87-456A-854F-E2D33B5493A7}" dt="2026-08-20T11:24:53.309" v="8898" actId="552"/>
          <ac:spMkLst>
            <pc:docMk/>
            <pc:sldMk cId="1479969909" sldId="2146847349"/>
            <ac:spMk id="14" creationId="{169AC434-1C85-C60F-3E29-F58D8C74290A}"/>
          </ac:spMkLst>
        </pc:spChg>
        <pc:spChg chg="mod">
          <ac:chgData name="Reiner, Ben (B)" userId="db925a48-ca58-4dcf-b594-955bb056bb20" providerId="ADAL" clId="{6181BEA9-9D87-456A-854F-E2D33B5493A7}" dt="2026-08-20T11:25:01.549" v="8900" actId="164"/>
          <ac:spMkLst>
            <pc:docMk/>
            <pc:sldMk cId="1479969909" sldId="2146847349"/>
            <ac:spMk id="16" creationId="{BB7B68A8-705F-FE55-2E24-8C5DADAF76CC}"/>
          </ac:spMkLst>
        </pc:spChg>
        <pc:spChg chg="mod">
          <ac:chgData name="Reiner, Ben (B)" userId="db925a48-ca58-4dcf-b594-955bb056bb20" providerId="ADAL" clId="{6181BEA9-9D87-456A-854F-E2D33B5493A7}" dt="2026-08-20T11:25:04.086" v="8901" actId="164"/>
          <ac:spMkLst>
            <pc:docMk/>
            <pc:sldMk cId="1479969909" sldId="2146847349"/>
            <ac:spMk id="18" creationId="{E60502CA-5978-B6E0-13A6-8136E086C044}"/>
          </ac:spMkLst>
        </pc:spChg>
        <pc:spChg chg="mod">
          <ac:chgData name="Reiner, Ben (B)" userId="db925a48-ca58-4dcf-b594-955bb056bb20" providerId="ADAL" clId="{6181BEA9-9D87-456A-854F-E2D33B5493A7}" dt="2026-08-20T11:25:10.780" v="8903" actId="164"/>
          <ac:spMkLst>
            <pc:docMk/>
            <pc:sldMk cId="1479969909" sldId="2146847349"/>
            <ac:spMk id="20" creationId="{8425ADB3-C540-1FC3-C9D6-9C5D5A82B148}"/>
          </ac:spMkLst>
        </pc:spChg>
        <pc:spChg chg="del">
          <ac:chgData name="Reiner, Ben (B)" userId="db925a48-ca58-4dcf-b594-955bb056bb20" providerId="ADAL" clId="{6181BEA9-9D87-456A-854F-E2D33B5493A7}" dt="2026-08-20T11:24:34.582" v="8895" actId="478"/>
          <ac:spMkLst>
            <pc:docMk/>
            <pc:sldMk cId="1479969909" sldId="2146847349"/>
            <ac:spMk id="22" creationId="{87E6031F-7D4C-1B57-CB25-27CDA41D6B25}"/>
          </ac:spMkLst>
        </pc:spChg>
        <pc:grpChg chg="add mod">
          <ac:chgData name="Reiner, Ben (B)" userId="db925a48-ca58-4dcf-b594-955bb056bb20" providerId="ADAL" clId="{6181BEA9-9D87-456A-854F-E2D33B5493A7}" dt="2026-08-20T11:25:01.549" v="8900" actId="164"/>
          <ac:grpSpMkLst>
            <pc:docMk/>
            <pc:sldMk cId="1479969909" sldId="2146847349"/>
            <ac:grpSpMk id="4" creationId="{79865159-E8CA-82D6-47C4-0C7AAEDE5044}"/>
          </ac:grpSpMkLst>
        </pc:grpChg>
        <pc:grpChg chg="add mod">
          <ac:chgData name="Reiner, Ben (B)" userId="db925a48-ca58-4dcf-b594-955bb056bb20" providerId="ADAL" clId="{6181BEA9-9D87-456A-854F-E2D33B5493A7}" dt="2026-08-20T11:25:18.605" v="8904" actId="465"/>
          <ac:grpSpMkLst>
            <pc:docMk/>
            <pc:sldMk cId="1479969909" sldId="2146847349"/>
            <ac:grpSpMk id="5" creationId="{E4559439-F6CC-6B55-CDD5-73741D1E4F77}"/>
          </ac:grpSpMkLst>
        </pc:grpChg>
        <pc:grpChg chg="add mod">
          <ac:chgData name="Reiner, Ben (B)" userId="db925a48-ca58-4dcf-b594-955bb056bb20" providerId="ADAL" clId="{6181BEA9-9D87-456A-854F-E2D33B5493A7}" dt="2026-08-20T11:25:18.605" v="8904" actId="465"/>
          <ac:grpSpMkLst>
            <pc:docMk/>
            <pc:sldMk cId="1479969909" sldId="2146847349"/>
            <ac:grpSpMk id="6" creationId="{7411CB7F-8E9A-88A3-5D81-4D0CB82AE68F}"/>
          </ac:grpSpMkLst>
        </pc:grpChg>
        <pc:picChg chg="add del mod">
          <ac:chgData name="Reiner, Ben (B)" userId="db925a48-ca58-4dcf-b594-955bb056bb20" providerId="ADAL" clId="{6181BEA9-9D87-456A-854F-E2D33B5493A7}" dt="2026-08-20T11:26:17.001" v="8930" actId="21"/>
          <ac:picMkLst>
            <pc:docMk/>
            <pc:sldMk cId="1479969909" sldId="2146847349"/>
            <ac:picMk id="9" creationId="{CFE1FA46-810F-8FA4-607E-53B7C4C4E646}"/>
          </ac:picMkLst>
        </pc:picChg>
        <pc:picChg chg="mod">
          <ac:chgData name="Reiner, Ben (B)" userId="db925a48-ca58-4dcf-b594-955bb056bb20" providerId="ADAL" clId="{6181BEA9-9D87-456A-854F-E2D33B5493A7}" dt="2026-08-20T11:25:49.328" v="8915" actId="1076"/>
          <ac:picMkLst>
            <pc:docMk/>
            <pc:sldMk cId="1479969909" sldId="2146847349"/>
            <ac:picMk id="26" creationId="{10A4D421-CE4B-2494-31A2-40CB7194C5E7}"/>
          </ac:picMkLst>
        </pc:picChg>
        <pc:picChg chg="del mod">
          <ac:chgData name="Reiner, Ben (B)" userId="db925a48-ca58-4dcf-b594-955bb056bb20" providerId="ADAL" clId="{6181BEA9-9D87-456A-854F-E2D33B5493A7}" dt="2026-08-20T11:25:36.313" v="8910" actId="478"/>
          <ac:picMkLst>
            <pc:docMk/>
            <pc:sldMk cId="1479969909" sldId="2146847349"/>
            <ac:picMk id="28" creationId="{DFEA359A-9CC1-9C4A-10BF-49AB2B5DD81A}"/>
          </ac:picMkLst>
        </pc:picChg>
      </pc:sldChg>
      <pc:sldChg chg="addSp delSp modSp add mod">
        <pc:chgData name="Reiner, Ben (B)" userId="db925a48-ca58-4dcf-b594-955bb056bb20" providerId="ADAL" clId="{6181BEA9-9D87-456A-854F-E2D33B5493A7}" dt="2026-08-20T11:37:24.440" v="9115" actId="21"/>
        <pc:sldMkLst>
          <pc:docMk/>
          <pc:sldMk cId="1371056796" sldId="2146847350"/>
        </pc:sldMkLst>
        <pc:spChg chg="mod">
          <ac:chgData name="Reiner, Ben (B)" userId="db925a48-ca58-4dcf-b594-955bb056bb20" providerId="ADAL" clId="{6181BEA9-9D87-456A-854F-E2D33B5493A7}" dt="2026-08-20T11:27:23.232" v="8935" actId="208"/>
          <ac:spMkLst>
            <pc:docMk/>
            <pc:sldMk cId="1371056796" sldId="2146847350"/>
            <ac:spMk id="10" creationId="{DCBDEAE0-AB32-885A-D712-CAE66F57F05F}"/>
          </ac:spMkLst>
        </pc:spChg>
        <pc:picChg chg="add">
          <ac:chgData name="Reiner, Ben (B)" userId="db925a48-ca58-4dcf-b594-955bb056bb20" providerId="ADAL" clId="{6181BEA9-9D87-456A-854F-E2D33B5493A7}" dt="2026-08-20T11:26:18.297" v="8931" actId="22"/>
          <ac:picMkLst>
            <pc:docMk/>
            <pc:sldMk cId="1371056796" sldId="2146847350"/>
            <ac:picMk id="9" creationId="{62A4152A-48EB-D8AD-F933-5F838FAB98A2}"/>
          </ac:picMkLst>
        </pc:picChg>
        <pc:picChg chg="add del">
          <ac:chgData name="Reiner, Ben (B)" userId="db925a48-ca58-4dcf-b594-955bb056bb20" providerId="ADAL" clId="{6181BEA9-9D87-456A-854F-E2D33B5493A7}" dt="2026-08-20T11:27:32.343" v="8937" actId="22"/>
          <ac:picMkLst>
            <pc:docMk/>
            <pc:sldMk cId="1371056796" sldId="2146847350"/>
            <ac:picMk id="13" creationId="{B4DFFE2F-823B-B31A-ABC1-860616EC7BDC}"/>
          </ac:picMkLst>
        </pc:picChg>
        <pc:picChg chg="add del mod">
          <ac:chgData name="Reiner, Ben (B)" userId="db925a48-ca58-4dcf-b594-955bb056bb20" providerId="ADAL" clId="{6181BEA9-9D87-456A-854F-E2D33B5493A7}" dt="2026-08-20T11:37:24.440" v="9115" actId="21"/>
          <ac:picMkLst>
            <pc:docMk/>
            <pc:sldMk cId="1371056796" sldId="2146847350"/>
            <ac:picMk id="17" creationId="{7E7049DF-A509-A1D6-A2EE-37AED8BA6555}"/>
          </ac:picMkLst>
        </pc:picChg>
        <pc:picChg chg="add del">
          <ac:chgData name="Reiner, Ben (B)" userId="db925a48-ca58-4dcf-b594-955bb056bb20" providerId="ADAL" clId="{6181BEA9-9D87-456A-854F-E2D33B5493A7}" dt="2026-08-20T11:25:57.887" v="8920" actId="478"/>
          <ac:picMkLst>
            <pc:docMk/>
            <pc:sldMk cId="1371056796" sldId="2146847350"/>
            <ac:picMk id="26" creationId="{E23E3540-0BBF-13B1-B28D-395F478168D5}"/>
          </ac:picMkLst>
        </pc:picChg>
        <pc:picChg chg="add del">
          <ac:chgData name="Reiner, Ben (B)" userId="db925a48-ca58-4dcf-b594-955bb056bb20" providerId="ADAL" clId="{6181BEA9-9D87-456A-854F-E2D33B5493A7}" dt="2026-08-20T11:25:59.233" v="8921" actId="21"/>
          <ac:picMkLst>
            <pc:docMk/>
            <pc:sldMk cId="1371056796" sldId="2146847350"/>
            <ac:picMk id="28" creationId="{3417D5ED-EA11-5837-2667-30FDDE11646C}"/>
          </ac:picMkLst>
        </pc:picChg>
      </pc:sldChg>
      <pc:sldChg chg="addSp delSp modSp add mod">
        <pc:chgData name="Reiner, Ben (B)" userId="db925a48-ca58-4dcf-b594-955bb056bb20" providerId="ADAL" clId="{6181BEA9-9D87-456A-854F-E2D33B5493A7}" dt="2026-08-20T11:37:25.642" v="9116" actId="22"/>
        <pc:sldMkLst>
          <pc:docMk/>
          <pc:sldMk cId="1222732849" sldId="2146847351"/>
        </pc:sldMkLst>
        <pc:spChg chg="mod">
          <ac:chgData name="Reiner, Ben (B)" userId="db925a48-ca58-4dcf-b594-955bb056bb20" providerId="ADAL" clId="{6181BEA9-9D87-456A-854F-E2D33B5493A7}" dt="2026-08-20T11:27:50.620" v="8941" actId="2085"/>
          <ac:spMkLst>
            <pc:docMk/>
            <pc:sldMk cId="1222732849" sldId="2146847351"/>
            <ac:spMk id="10" creationId="{E9E8AF18-9496-D446-4237-A3C4A0B545F5}"/>
          </ac:spMkLst>
        </pc:spChg>
        <pc:spChg chg="mod">
          <ac:chgData name="Reiner, Ben (B)" userId="db925a48-ca58-4dcf-b594-955bb056bb20" providerId="ADAL" clId="{6181BEA9-9D87-456A-854F-E2D33B5493A7}" dt="2026-08-20T11:27:42.832" v="8940" actId="1582"/>
          <ac:spMkLst>
            <pc:docMk/>
            <pc:sldMk cId="1222732849" sldId="2146847351"/>
            <ac:spMk id="12" creationId="{00B84989-CC1A-A0BA-87DD-CCA97FEE5798}"/>
          </ac:spMkLst>
        </pc:spChg>
        <pc:grpChg chg="add del mod">
          <ac:chgData name="Reiner, Ben (B)" userId="db925a48-ca58-4dcf-b594-955bb056bb20" providerId="ADAL" clId="{6181BEA9-9D87-456A-854F-E2D33B5493A7}" dt="2026-08-20T11:37:05.371" v="9110" actId="21"/>
          <ac:grpSpMkLst>
            <pc:docMk/>
            <pc:sldMk cId="1222732849" sldId="2146847351"/>
            <ac:grpSpMk id="17" creationId="{AE116C00-833B-B79B-121B-63B4D91C3085}"/>
          </ac:grpSpMkLst>
        </pc:grpChg>
        <pc:picChg chg="del">
          <ac:chgData name="Reiner, Ben (B)" userId="db925a48-ca58-4dcf-b594-955bb056bb20" providerId="ADAL" clId="{6181BEA9-9D87-456A-854F-E2D33B5493A7}" dt="2026-08-20T11:35:38.802" v="9097" actId="478"/>
          <ac:picMkLst>
            <pc:docMk/>
            <pc:sldMk cId="1222732849" sldId="2146847351"/>
            <ac:picMk id="9" creationId="{0FD027A1-45E7-CF24-F7C4-6731FD2FC44D}"/>
          </ac:picMkLst>
        </pc:picChg>
        <pc:picChg chg="add mod modCrop">
          <ac:chgData name="Reiner, Ben (B)" userId="db925a48-ca58-4dcf-b594-955bb056bb20" providerId="ADAL" clId="{6181BEA9-9D87-456A-854F-E2D33B5493A7}" dt="2026-08-20T11:36:38.796" v="9109" actId="164"/>
          <ac:picMkLst>
            <pc:docMk/>
            <pc:sldMk cId="1222732849" sldId="2146847351"/>
            <ac:picMk id="11" creationId="{5DFF80E0-0BE1-35D1-1DBC-2DD13395A850}"/>
          </ac:picMkLst>
        </pc:picChg>
        <pc:picChg chg="add mod modCrop">
          <ac:chgData name="Reiner, Ben (B)" userId="db925a48-ca58-4dcf-b594-955bb056bb20" providerId="ADAL" clId="{6181BEA9-9D87-456A-854F-E2D33B5493A7}" dt="2026-08-20T11:36:38.796" v="9109" actId="164"/>
          <ac:picMkLst>
            <pc:docMk/>
            <pc:sldMk cId="1222732849" sldId="2146847351"/>
            <ac:picMk id="15" creationId="{EF430B00-60DC-08A5-0807-2F14F8F93C3F}"/>
          </ac:picMkLst>
        </pc:picChg>
        <pc:picChg chg="add del">
          <ac:chgData name="Reiner, Ben (B)" userId="db925a48-ca58-4dcf-b594-955bb056bb20" providerId="ADAL" clId="{6181BEA9-9D87-456A-854F-E2D33B5493A7}" dt="2026-08-20T11:37:11.241" v="9112" actId="21"/>
          <ac:picMkLst>
            <pc:docMk/>
            <pc:sldMk cId="1222732849" sldId="2146847351"/>
            <ac:picMk id="21" creationId="{D170BDDA-0A7F-FD78-1375-FDEFC41E24A3}"/>
          </ac:picMkLst>
        </pc:picChg>
        <pc:picChg chg="add">
          <ac:chgData name="Reiner, Ben (B)" userId="db925a48-ca58-4dcf-b594-955bb056bb20" providerId="ADAL" clId="{6181BEA9-9D87-456A-854F-E2D33B5493A7}" dt="2026-08-20T11:37:25.642" v="9116" actId="22"/>
          <ac:picMkLst>
            <pc:docMk/>
            <pc:sldMk cId="1222732849" sldId="2146847351"/>
            <ac:picMk id="23" creationId="{0E8D01AE-5AD7-00E0-0CAE-A2D7782D8638}"/>
          </ac:picMkLst>
        </pc:picChg>
      </pc:sldChg>
      <pc:sldChg chg="add del">
        <pc:chgData name="Reiner, Ben (B)" userId="db925a48-ca58-4dcf-b594-955bb056bb20" providerId="ADAL" clId="{6181BEA9-9D87-456A-854F-E2D33B5493A7}" dt="2026-08-20T11:27:04.185" v="8932" actId="47"/>
        <pc:sldMkLst>
          <pc:docMk/>
          <pc:sldMk cId="3231067821" sldId="2146847351"/>
        </pc:sldMkLst>
      </pc:sldChg>
      <pc:sldChg chg="addSp delSp modSp add mod">
        <pc:chgData name="Reiner, Ben (B)" userId="db925a48-ca58-4dcf-b594-955bb056bb20" providerId="ADAL" clId="{6181BEA9-9D87-456A-854F-E2D33B5493A7}" dt="2026-08-20T13:57:56.814" v="16743" actId="20577"/>
        <pc:sldMkLst>
          <pc:docMk/>
          <pc:sldMk cId="2066687215" sldId="2146847352"/>
        </pc:sldMkLst>
        <pc:spChg chg="mod">
          <ac:chgData name="Reiner, Ben (B)" userId="db925a48-ca58-4dcf-b594-955bb056bb20" providerId="ADAL" clId="{6181BEA9-9D87-456A-854F-E2D33B5493A7}" dt="2026-08-20T11:34:31.614" v="8977" actId="20577"/>
          <ac:spMkLst>
            <pc:docMk/>
            <pc:sldMk cId="2066687215" sldId="2146847352"/>
            <ac:spMk id="5" creationId="{96BC644A-079C-1299-0FD9-EAD52E4C0985}"/>
          </ac:spMkLst>
        </pc:spChg>
        <pc:spChg chg="del">
          <ac:chgData name="Reiner, Ben (B)" userId="db925a48-ca58-4dcf-b594-955bb056bb20" providerId="ADAL" clId="{6181BEA9-9D87-456A-854F-E2D33B5493A7}" dt="2026-08-20T11:32:11.424" v="8946" actId="478"/>
          <ac:spMkLst>
            <pc:docMk/>
            <pc:sldMk cId="2066687215" sldId="2146847352"/>
            <ac:spMk id="6" creationId="{869DF268-B91C-1ED3-A98E-7CD8B481B63B}"/>
          </ac:spMkLst>
        </pc:spChg>
        <pc:spChg chg="add del mod">
          <ac:chgData name="Reiner, Ben (B)" userId="db925a48-ca58-4dcf-b594-955bb056bb20" providerId="ADAL" clId="{6181BEA9-9D87-456A-854F-E2D33B5493A7}" dt="2026-08-20T11:32:13.237" v="8947" actId="478"/>
          <ac:spMkLst>
            <pc:docMk/>
            <pc:sldMk cId="2066687215" sldId="2146847352"/>
            <ac:spMk id="7" creationId="{D83FE6D8-33FD-5F48-5CC9-6EB498BCAF77}"/>
          </ac:spMkLst>
        </pc:spChg>
        <pc:spChg chg="add mod">
          <ac:chgData name="Reiner, Ben (B)" userId="db925a48-ca58-4dcf-b594-955bb056bb20" providerId="ADAL" clId="{6181BEA9-9D87-456A-854F-E2D33B5493A7}" dt="2026-08-20T11:35:23.469" v="9095" actId="20577"/>
          <ac:spMkLst>
            <pc:docMk/>
            <pc:sldMk cId="2066687215" sldId="2146847352"/>
            <ac:spMk id="9" creationId="{FC3C34D5-EDD7-8B3C-0B85-FEB5C633E15A}"/>
          </ac:spMkLst>
        </pc:spChg>
        <pc:spChg chg="del">
          <ac:chgData name="Reiner, Ben (B)" userId="db925a48-ca58-4dcf-b594-955bb056bb20" providerId="ADAL" clId="{6181BEA9-9D87-456A-854F-E2D33B5493A7}" dt="2026-08-20T11:32:17.627" v="8949" actId="478"/>
          <ac:spMkLst>
            <pc:docMk/>
            <pc:sldMk cId="2066687215" sldId="2146847352"/>
            <ac:spMk id="26" creationId="{6A6F5D35-A070-CF3F-8582-DBAE989B8DB0}"/>
          </ac:spMkLst>
        </pc:spChg>
        <pc:spChg chg="del">
          <ac:chgData name="Reiner, Ben (B)" userId="db925a48-ca58-4dcf-b594-955bb056bb20" providerId="ADAL" clId="{6181BEA9-9D87-456A-854F-E2D33B5493A7}" dt="2026-08-20T11:32:17.627" v="8949" actId="478"/>
          <ac:spMkLst>
            <pc:docMk/>
            <pc:sldMk cId="2066687215" sldId="2146847352"/>
            <ac:spMk id="27" creationId="{547DEC71-4A60-82AF-7234-C3A3FB953A92}"/>
          </ac:spMkLst>
        </pc:spChg>
        <pc:spChg chg="del">
          <ac:chgData name="Reiner, Ben (B)" userId="db925a48-ca58-4dcf-b594-955bb056bb20" providerId="ADAL" clId="{6181BEA9-9D87-456A-854F-E2D33B5493A7}" dt="2026-08-20T11:32:17.627" v="8949" actId="478"/>
          <ac:spMkLst>
            <pc:docMk/>
            <pc:sldMk cId="2066687215" sldId="2146847352"/>
            <ac:spMk id="28" creationId="{7615AE94-EECD-283B-4409-057AC9B2FCEF}"/>
          </ac:spMkLst>
        </pc:spChg>
        <pc:spChg chg="del">
          <ac:chgData name="Reiner, Ben (B)" userId="db925a48-ca58-4dcf-b594-955bb056bb20" providerId="ADAL" clId="{6181BEA9-9D87-456A-854F-E2D33B5493A7}" dt="2026-08-20T11:32:17.627" v="8949" actId="478"/>
          <ac:spMkLst>
            <pc:docMk/>
            <pc:sldMk cId="2066687215" sldId="2146847352"/>
            <ac:spMk id="29" creationId="{A18E5DF5-3863-F1E5-3C44-06AB8B70F3E7}"/>
          </ac:spMkLst>
        </pc:spChg>
        <pc:spChg chg="del">
          <ac:chgData name="Reiner, Ben (B)" userId="db925a48-ca58-4dcf-b594-955bb056bb20" providerId="ADAL" clId="{6181BEA9-9D87-456A-854F-E2D33B5493A7}" dt="2026-08-20T11:32:17.627" v="8949" actId="478"/>
          <ac:spMkLst>
            <pc:docMk/>
            <pc:sldMk cId="2066687215" sldId="2146847352"/>
            <ac:spMk id="30" creationId="{D6972A43-CE3C-34D5-41FE-54062A5D3F42}"/>
          </ac:spMkLst>
        </pc:spChg>
        <pc:spChg chg="del">
          <ac:chgData name="Reiner, Ben (B)" userId="db925a48-ca58-4dcf-b594-955bb056bb20" providerId="ADAL" clId="{6181BEA9-9D87-456A-854F-E2D33B5493A7}" dt="2026-08-20T11:32:17.627" v="8949" actId="478"/>
          <ac:spMkLst>
            <pc:docMk/>
            <pc:sldMk cId="2066687215" sldId="2146847352"/>
            <ac:spMk id="31" creationId="{D9C78B57-7E42-1F7A-B227-D0E2598DBAEB}"/>
          </ac:spMkLst>
        </pc:spChg>
        <pc:graphicFrameChg chg="add mod modGraphic">
          <ac:chgData name="Reiner, Ben (B)" userId="db925a48-ca58-4dcf-b594-955bb056bb20" providerId="ADAL" clId="{6181BEA9-9D87-456A-854F-E2D33B5493A7}" dt="2026-08-20T13:57:56.814" v="16743" actId="20577"/>
          <ac:graphicFrameMkLst>
            <pc:docMk/>
            <pc:sldMk cId="2066687215" sldId="2146847352"/>
            <ac:graphicFrameMk id="13" creationId="{7425E094-FC1E-885B-A12B-304379EF8549}"/>
          </ac:graphicFrameMkLst>
        </pc:graphicFrameChg>
        <pc:graphicFrameChg chg="del">
          <ac:chgData name="Reiner, Ben (B)" userId="db925a48-ca58-4dcf-b594-955bb056bb20" providerId="ADAL" clId="{6181BEA9-9D87-456A-854F-E2D33B5493A7}" dt="2026-08-20T11:32:17.627" v="8949" actId="478"/>
          <ac:graphicFrameMkLst>
            <pc:docMk/>
            <pc:sldMk cId="2066687215" sldId="2146847352"/>
            <ac:graphicFrameMk id="25" creationId="{806AC49D-73DA-2120-D72E-431EEFE394E1}"/>
          </ac:graphicFrameMkLst>
        </pc:graphicFrameChg>
        <pc:picChg chg="add del mod">
          <ac:chgData name="Reiner, Ben (B)" userId="db925a48-ca58-4dcf-b594-955bb056bb20" providerId="ADAL" clId="{6181BEA9-9D87-456A-854F-E2D33B5493A7}" dt="2026-08-20T11:35:25.771" v="9096" actId="478"/>
          <ac:picMkLst>
            <pc:docMk/>
            <pc:sldMk cId="2066687215" sldId="2146847352"/>
            <ac:picMk id="11" creationId="{A6779792-879D-BAD5-8876-3A5E6A3A419C}"/>
          </ac:picMkLst>
        </pc:picChg>
      </pc:sldChg>
      <pc:sldChg chg="addSp delSp modSp add mod">
        <pc:chgData name="Reiner, Ben (B)" userId="db925a48-ca58-4dcf-b594-955bb056bb20" providerId="ADAL" clId="{6181BEA9-9D87-456A-854F-E2D33B5493A7}" dt="2026-08-20T11:55:56.221" v="9981" actId="1035"/>
        <pc:sldMkLst>
          <pc:docMk/>
          <pc:sldMk cId="538529039" sldId="2146847353"/>
        </pc:sldMkLst>
        <pc:spChg chg="mod">
          <ac:chgData name="Reiner, Ben (B)" userId="db925a48-ca58-4dcf-b594-955bb056bb20" providerId="ADAL" clId="{6181BEA9-9D87-456A-854F-E2D33B5493A7}" dt="2026-08-20T11:53:05.855" v="9880"/>
          <ac:spMkLst>
            <pc:docMk/>
            <pc:sldMk cId="538529039" sldId="2146847353"/>
            <ac:spMk id="3" creationId="{52252AAC-B5B9-B84D-4C98-8FE2B8541044}"/>
          </ac:spMkLst>
        </pc:spChg>
        <pc:spChg chg="mod">
          <ac:chgData name="Reiner, Ben (B)" userId="db925a48-ca58-4dcf-b594-955bb056bb20" providerId="ADAL" clId="{6181BEA9-9D87-456A-854F-E2D33B5493A7}" dt="2026-08-20T11:51:29.815" v="9872" actId="113"/>
          <ac:spMkLst>
            <pc:docMk/>
            <pc:sldMk cId="538529039" sldId="2146847353"/>
            <ac:spMk id="5" creationId="{E42366C1-0F84-2AA3-83E5-D5FED92E052B}"/>
          </ac:spMkLst>
        </pc:spChg>
        <pc:spChg chg="mod">
          <ac:chgData name="Reiner, Ben (B)" userId="db925a48-ca58-4dcf-b594-955bb056bb20" providerId="ADAL" clId="{6181BEA9-9D87-456A-854F-E2D33B5493A7}" dt="2026-08-20T11:54:46.593" v="9967" actId="1076"/>
          <ac:spMkLst>
            <pc:docMk/>
            <pc:sldMk cId="538529039" sldId="2146847353"/>
            <ac:spMk id="6" creationId="{7190D7F3-D71C-4F1B-6994-B80AAABF3BAD}"/>
          </ac:spMkLst>
        </pc:spChg>
        <pc:spChg chg="del mod">
          <ac:chgData name="Reiner, Ben (B)" userId="db925a48-ca58-4dcf-b594-955bb056bb20" providerId="ADAL" clId="{6181BEA9-9D87-456A-854F-E2D33B5493A7}" dt="2026-08-20T11:54:13.035" v="9956" actId="478"/>
          <ac:spMkLst>
            <pc:docMk/>
            <pc:sldMk cId="538529039" sldId="2146847353"/>
            <ac:spMk id="8" creationId="{CFBE7E55-0882-C7E4-C8F2-0E22BAA1BBBC}"/>
          </ac:spMkLst>
        </pc:spChg>
        <pc:spChg chg="add del mod">
          <ac:chgData name="Reiner, Ben (B)" userId="db925a48-ca58-4dcf-b594-955bb056bb20" providerId="ADAL" clId="{6181BEA9-9D87-456A-854F-E2D33B5493A7}" dt="2026-08-20T11:51:45.975" v="9876" actId="478"/>
          <ac:spMkLst>
            <pc:docMk/>
            <pc:sldMk cId="538529039" sldId="2146847353"/>
            <ac:spMk id="10" creationId="{8FC04E70-71A3-101A-AD1E-8BCA61DC15F2}"/>
          </ac:spMkLst>
        </pc:spChg>
        <pc:spChg chg="add mod">
          <ac:chgData name="Reiner, Ben (B)" userId="db925a48-ca58-4dcf-b594-955bb056bb20" providerId="ADAL" clId="{6181BEA9-9D87-456A-854F-E2D33B5493A7}" dt="2026-08-20T11:53:17.705" v="9884" actId="114"/>
          <ac:spMkLst>
            <pc:docMk/>
            <pc:sldMk cId="538529039" sldId="2146847353"/>
            <ac:spMk id="14" creationId="{D121FE2C-1B66-66BE-9552-E3C252EF4FE4}"/>
          </ac:spMkLst>
        </pc:spChg>
        <pc:spChg chg="add del mod">
          <ac:chgData name="Reiner, Ben (B)" userId="db925a48-ca58-4dcf-b594-955bb056bb20" providerId="ADAL" clId="{6181BEA9-9D87-456A-854F-E2D33B5493A7}" dt="2026-08-20T11:54:16.181" v="9957" actId="21"/>
          <ac:spMkLst>
            <pc:docMk/>
            <pc:sldMk cId="538529039" sldId="2146847353"/>
            <ac:spMk id="16" creationId="{4FA1BC95-F52C-2F70-2915-9741E9DEA559}"/>
          </ac:spMkLst>
        </pc:spChg>
        <pc:spChg chg="add mod">
          <ac:chgData name="Reiner, Ben (B)" userId="db925a48-ca58-4dcf-b594-955bb056bb20" providerId="ADAL" clId="{6181BEA9-9D87-456A-854F-E2D33B5493A7}" dt="2026-08-20T11:55:56.221" v="9981" actId="1035"/>
          <ac:spMkLst>
            <pc:docMk/>
            <pc:sldMk cId="538529039" sldId="2146847353"/>
            <ac:spMk id="18" creationId="{B48BD5B7-6058-CCF0-4F66-59B0126A91BA}"/>
          </ac:spMkLst>
        </pc:spChg>
        <pc:picChg chg="add mod">
          <ac:chgData name="Reiner, Ben (B)" userId="db925a48-ca58-4dcf-b594-955bb056bb20" providerId="ADAL" clId="{6181BEA9-9D87-456A-854F-E2D33B5493A7}" dt="2026-08-20T11:51:54.142" v="9878" actId="1076"/>
          <ac:picMkLst>
            <pc:docMk/>
            <pc:sldMk cId="538529039" sldId="2146847353"/>
            <ac:picMk id="11" creationId="{C54D0961-14B7-325B-8BFA-7383483D059C}"/>
          </ac:picMkLst>
        </pc:picChg>
        <pc:picChg chg="del">
          <ac:chgData name="Reiner, Ben (B)" userId="db925a48-ca58-4dcf-b594-955bb056bb20" providerId="ADAL" clId="{6181BEA9-9D87-456A-854F-E2D33B5493A7}" dt="2026-08-20T11:51:40.937" v="9873" actId="478"/>
          <ac:picMkLst>
            <pc:docMk/>
            <pc:sldMk cId="538529039" sldId="2146847353"/>
            <ac:picMk id="13" creationId="{F002148D-17B2-EDA5-CF13-FB7D4FC736B3}"/>
          </ac:picMkLst>
        </pc:picChg>
      </pc:sldChg>
      <pc:sldChg chg="addSp delSp modSp add mod">
        <pc:chgData name="Reiner, Ben (B)" userId="db925a48-ca58-4dcf-b594-955bb056bb20" providerId="ADAL" clId="{6181BEA9-9D87-456A-854F-E2D33B5493A7}" dt="2026-08-20T12:05:40.753" v="10208" actId="14100"/>
        <pc:sldMkLst>
          <pc:docMk/>
          <pc:sldMk cId="3420364263" sldId="2146847354"/>
        </pc:sldMkLst>
        <pc:spChg chg="mod">
          <ac:chgData name="Reiner, Ben (B)" userId="db925a48-ca58-4dcf-b594-955bb056bb20" providerId="ADAL" clId="{6181BEA9-9D87-456A-854F-E2D33B5493A7}" dt="2026-08-20T11:56:47.211" v="9993" actId="20577"/>
          <ac:spMkLst>
            <pc:docMk/>
            <pc:sldMk cId="3420364263" sldId="2146847354"/>
            <ac:spMk id="3" creationId="{AA6BD61A-3BBA-C340-8925-BEBED608646A}"/>
          </ac:spMkLst>
        </pc:spChg>
        <pc:spChg chg="mod">
          <ac:chgData name="Reiner, Ben (B)" userId="db925a48-ca58-4dcf-b594-955bb056bb20" providerId="ADAL" clId="{6181BEA9-9D87-456A-854F-E2D33B5493A7}" dt="2026-08-20T12:05:40.753" v="10208" actId="14100"/>
          <ac:spMkLst>
            <pc:docMk/>
            <pc:sldMk cId="3420364263" sldId="2146847354"/>
            <ac:spMk id="5" creationId="{3C30BC1C-E45B-8B04-EC5F-EA5B1BC93CE4}"/>
          </ac:spMkLst>
        </pc:spChg>
        <pc:spChg chg="add del">
          <ac:chgData name="Reiner, Ben (B)" userId="db925a48-ca58-4dcf-b594-955bb056bb20" providerId="ADAL" clId="{6181BEA9-9D87-456A-854F-E2D33B5493A7}" dt="2026-08-20T12:04:58.456" v="10193" actId="478"/>
          <ac:spMkLst>
            <pc:docMk/>
            <pc:sldMk cId="3420364263" sldId="2146847354"/>
            <ac:spMk id="6" creationId="{34F223AC-FDF9-AC1A-40FF-93D56D5DBEBB}"/>
          </ac:spMkLst>
        </pc:spChg>
        <pc:spChg chg="del">
          <ac:chgData name="Reiner, Ben (B)" userId="db925a48-ca58-4dcf-b594-955bb056bb20" providerId="ADAL" clId="{6181BEA9-9D87-456A-854F-E2D33B5493A7}" dt="2026-08-20T12:05:00.959" v="10194" actId="478"/>
          <ac:spMkLst>
            <pc:docMk/>
            <pc:sldMk cId="3420364263" sldId="2146847354"/>
            <ac:spMk id="7" creationId="{99C548D0-6CFD-7DE3-0BEA-D476D6E7496F}"/>
          </ac:spMkLst>
        </pc:spChg>
        <pc:spChg chg="add mod">
          <ac:chgData name="Reiner, Ben (B)" userId="db925a48-ca58-4dcf-b594-955bb056bb20" providerId="ADAL" clId="{6181BEA9-9D87-456A-854F-E2D33B5493A7}" dt="2026-08-20T12:01:49.081" v="10191" actId="1036"/>
          <ac:spMkLst>
            <pc:docMk/>
            <pc:sldMk cId="3420364263" sldId="2146847354"/>
            <ac:spMk id="10" creationId="{CEEA8280-5158-CB7B-41F9-E21EA5733BF4}"/>
          </ac:spMkLst>
        </pc:spChg>
        <pc:spChg chg="del">
          <ac:chgData name="Reiner, Ben (B)" userId="db925a48-ca58-4dcf-b594-955bb056bb20" providerId="ADAL" clId="{6181BEA9-9D87-456A-854F-E2D33B5493A7}" dt="2026-08-20T12:01:40.141" v="10185" actId="478"/>
          <ac:spMkLst>
            <pc:docMk/>
            <pc:sldMk cId="3420364263" sldId="2146847354"/>
            <ac:spMk id="14" creationId="{6FC87747-8704-47A9-6EF2-BDDCCDE8AC42}"/>
          </ac:spMkLst>
        </pc:spChg>
        <pc:spChg chg="add mod">
          <ac:chgData name="Reiner, Ben (B)" userId="db925a48-ca58-4dcf-b594-955bb056bb20" providerId="ADAL" clId="{6181BEA9-9D87-456A-854F-E2D33B5493A7}" dt="2026-08-20T12:05:35.227" v="10206" actId="1076"/>
          <ac:spMkLst>
            <pc:docMk/>
            <pc:sldMk cId="3420364263" sldId="2146847354"/>
            <ac:spMk id="16" creationId="{D4D23BCB-B0A7-77E6-DD03-EB59ED8F4632}"/>
          </ac:spMkLst>
        </pc:spChg>
        <pc:spChg chg="add del">
          <ac:chgData name="Reiner, Ben (B)" userId="db925a48-ca58-4dcf-b594-955bb056bb20" providerId="ADAL" clId="{6181BEA9-9D87-456A-854F-E2D33B5493A7}" dt="2026-08-20T12:05:00.959" v="10194" actId="478"/>
          <ac:spMkLst>
            <pc:docMk/>
            <pc:sldMk cId="3420364263" sldId="2146847354"/>
            <ac:spMk id="18" creationId="{831D9D43-D38C-7747-9AFF-C4D16A2F7DD2}"/>
          </ac:spMkLst>
        </pc:spChg>
        <pc:spChg chg="del">
          <ac:chgData name="Reiner, Ben (B)" userId="db925a48-ca58-4dcf-b594-955bb056bb20" providerId="ADAL" clId="{6181BEA9-9D87-456A-854F-E2D33B5493A7}" dt="2026-08-20T12:04:55.649" v="10192" actId="478"/>
          <ac:spMkLst>
            <pc:docMk/>
            <pc:sldMk cId="3420364263" sldId="2146847354"/>
            <ac:spMk id="37" creationId="{ECB27E42-0DCA-508F-033E-BE82F1678F9E}"/>
          </ac:spMkLst>
        </pc:spChg>
        <pc:picChg chg="add del mod">
          <ac:chgData name="Reiner, Ben (B)" userId="db925a48-ca58-4dcf-b594-955bb056bb20" providerId="ADAL" clId="{6181BEA9-9D87-456A-854F-E2D33B5493A7}" dt="2026-08-20T12:00:13.355" v="10184" actId="478"/>
          <ac:picMkLst>
            <pc:docMk/>
            <pc:sldMk cId="3420364263" sldId="2146847354"/>
            <ac:picMk id="8" creationId="{C5925B3E-36D9-D45A-95F5-9468035E6E74}"/>
          </ac:picMkLst>
        </pc:picChg>
        <pc:picChg chg="del">
          <ac:chgData name="Reiner, Ben (B)" userId="db925a48-ca58-4dcf-b594-955bb056bb20" providerId="ADAL" clId="{6181BEA9-9D87-456A-854F-E2D33B5493A7}" dt="2026-08-20T12:00:03.351" v="10179" actId="478"/>
          <ac:picMkLst>
            <pc:docMk/>
            <pc:sldMk cId="3420364263" sldId="2146847354"/>
            <ac:picMk id="11" creationId="{1FD6945C-8F1F-81DB-A114-E7F4FF3BF413}"/>
          </ac:picMkLst>
        </pc:picChg>
        <pc:picChg chg="add mod">
          <ac:chgData name="Reiner, Ben (B)" userId="db925a48-ca58-4dcf-b594-955bb056bb20" providerId="ADAL" clId="{6181BEA9-9D87-456A-854F-E2D33B5493A7}" dt="2026-08-20T12:05:19.864" v="10202" actId="14100"/>
          <ac:picMkLst>
            <pc:docMk/>
            <pc:sldMk cId="3420364263" sldId="2146847354"/>
            <ac:picMk id="13" creationId="{2CE25116-B7D9-1313-9B44-B942E8F00A26}"/>
          </ac:picMkLst>
        </pc:picChg>
      </pc:sldChg>
      <pc:sldChg chg="addSp delSp modSp add mod">
        <pc:chgData name="Reiner, Ben (B)" userId="db925a48-ca58-4dcf-b594-955bb056bb20" providerId="ADAL" clId="{6181BEA9-9D87-456A-854F-E2D33B5493A7}" dt="2026-08-20T12:14:38.594" v="10431" actId="1076"/>
        <pc:sldMkLst>
          <pc:docMk/>
          <pc:sldMk cId="3122994226" sldId="2146847355"/>
        </pc:sldMkLst>
        <pc:spChg chg="mod">
          <ac:chgData name="Reiner, Ben (B)" userId="db925a48-ca58-4dcf-b594-955bb056bb20" providerId="ADAL" clId="{6181BEA9-9D87-456A-854F-E2D33B5493A7}" dt="2026-08-20T12:13:42.120" v="10419" actId="20577"/>
          <ac:spMkLst>
            <pc:docMk/>
            <pc:sldMk cId="3122994226" sldId="2146847355"/>
            <ac:spMk id="3" creationId="{B1338749-2772-399B-5069-1A4EDD3E7F32}"/>
          </ac:spMkLst>
        </pc:spChg>
        <pc:spChg chg="mod">
          <ac:chgData name="Reiner, Ben (B)" userId="db925a48-ca58-4dcf-b594-955bb056bb20" providerId="ADAL" clId="{6181BEA9-9D87-456A-854F-E2D33B5493A7}" dt="2026-08-20T12:14:21.949" v="10427" actId="14100"/>
          <ac:spMkLst>
            <pc:docMk/>
            <pc:sldMk cId="3122994226" sldId="2146847355"/>
            <ac:spMk id="5" creationId="{C5FAA163-4E7B-1111-4BF3-EE63AC6EC0E1}"/>
          </ac:spMkLst>
        </pc:spChg>
        <pc:spChg chg="del">
          <ac:chgData name="Reiner, Ben (B)" userId="db925a48-ca58-4dcf-b594-955bb056bb20" providerId="ADAL" clId="{6181BEA9-9D87-456A-854F-E2D33B5493A7}" dt="2026-08-20T12:13:19.284" v="10412" actId="478"/>
          <ac:spMkLst>
            <pc:docMk/>
            <pc:sldMk cId="3122994226" sldId="2146847355"/>
            <ac:spMk id="6" creationId="{FB0B42AF-A0FF-6F63-4F11-5255E2F9BDF3}"/>
          </ac:spMkLst>
        </pc:spChg>
        <pc:spChg chg="del">
          <ac:chgData name="Reiner, Ben (B)" userId="db925a48-ca58-4dcf-b594-955bb056bb20" providerId="ADAL" clId="{6181BEA9-9D87-456A-854F-E2D33B5493A7}" dt="2026-08-20T12:13:21.589" v="10414" actId="478"/>
          <ac:spMkLst>
            <pc:docMk/>
            <pc:sldMk cId="3122994226" sldId="2146847355"/>
            <ac:spMk id="7" creationId="{99B8D7E8-6C26-E05E-8A06-ED4B3CD7FDBB}"/>
          </ac:spMkLst>
        </pc:spChg>
        <pc:spChg chg="add mod">
          <ac:chgData name="Reiner, Ben (B)" userId="db925a48-ca58-4dcf-b594-955bb056bb20" providerId="ADAL" clId="{6181BEA9-9D87-456A-854F-E2D33B5493A7}" dt="2026-08-20T12:10:39.094" v="10265" actId="1076"/>
          <ac:spMkLst>
            <pc:docMk/>
            <pc:sldMk cId="3122994226" sldId="2146847355"/>
            <ac:spMk id="9" creationId="{737531F0-E839-FBF8-EED1-97DD6D1BF86B}"/>
          </ac:spMkLst>
        </pc:spChg>
        <pc:spChg chg="add mod">
          <ac:chgData name="Reiner, Ben (B)" userId="db925a48-ca58-4dcf-b594-955bb056bb20" providerId="ADAL" clId="{6181BEA9-9D87-456A-854F-E2D33B5493A7}" dt="2026-08-20T12:14:02.418" v="10425" actId="1076"/>
          <ac:spMkLst>
            <pc:docMk/>
            <pc:sldMk cId="3122994226" sldId="2146847355"/>
            <ac:spMk id="13" creationId="{E3215B86-05A5-BDBC-7AC4-3907E7313E2B}"/>
          </ac:spMkLst>
        </pc:spChg>
        <pc:spChg chg="del">
          <ac:chgData name="Reiner, Ben (B)" userId="db925a48-ca58-4dcf-b594-955bb056bb20" providerId="ADAL" clId="{6181BEA9-9D87-456A-854F-E2D33B5493A7}" dt="2026-08-20T12:10:29.189" v="10262" actId="478"/>
          <ac:spMkLst>
            <pc:docMk/>
            <pc:sldMk cId="3122994226" sldId="2146847355"/>
            <ac:spMk id="14" creationId="{3106447C-2872-AD5F-AE01-79A8A95C4E83}"/>
          </ac:spMkLst>
        </pc:spChg>
        <pc:spChg chg="del">
          <ac:chgData name="Reiner, Ben (B)" userId="db925a48-ca58-4dcf-b594-955bb056bb20" providerId="ADAL" clId="{6181BEA9-9D87-456A-854F-E2D33B5493A7}" dt="2026-08-20T12:13:20.724" v="10413" actId="478"/>
          <ac:spMkLst>
            <pc:docMk/>
            <pc:sldMk cId="3122994226" sldId="2146847355"/>
            <ac:spMk id="18" creationId="{638CD308-7ED1-5928-436C-80C8F1AEE9E7}"/>
          </ac:spMkLst>
        </pc:spChg>
        <pc:picChg chg="add mod">
          <ac:chgData name="Reiner, Ben (B)" userId="db925a48-ca58-4dcf-b594-955bb056bb20" providerId="ADAL" clId="{6181BEA9-9D87-456A-854F-E2D33B5493A7}" dt="2026-08-20T12:14:38.594" v="10431" actId="1076"/>
          <ac:picMkLst>
            <pc:docMk/>
            <pc:sldMk cId="3122994226" sldId="2146847355"/>
            <ac:picMk id="10" creationId="{9CD2D30A-D705-554A-05AF-DD4B4D655A89}"/>
          </ac:picMkLst>
        </pc:picChg>
        <pc:picChg chg="del">
          <ac:chgData name="Reiner, Ben (B)" userId="db925a48-ca58-4dcf-b594-955bb056bb20" providerId="ADAL" clId="{6181BEA9-9D87-456A-854F-E2D33B5493A7}" dt="2026-08-20T12:10:26.572" v="10261" actId="478"/>
          <ac:picMkLst>
            <pc:docMk/>
            <pc:sldMk cId="3122994226" sldId="2146847355"/>
            <ac:picMk id="11" creationId="{62046AFA-0718-82B0-23C0-26F1759415F4}"/>
          </ac:picMkLst>
        </pc:picChg>
      </pc:sldChg>
      <pc:sldChg chg="addSp delSp modSp add del mod">
        <pc:chgData name="Reiner, Ben (B)" userId="db925a48-ca58-4dcf-b594-955bb056bb20" providerId="ADAL" clId="{6181BEA9-9D87-456A-854F-E2D33B5493A7}" dt="2026-08-20T12:42:21.794" v="11501" actId="14100"/>
        <pc:sldMkLst>
          <pc:docMk/>
          <pc:sldMk cId="922265954" sldId="2146847356"/>
        </pc:sldMkLst>
        <pc:spChg chg="mod">
          <ac:chgData name="Reiner, Ben (B)" userId="db925a48-ca58-4dcf-b594-955bb056bb20" providerId="ADAL" clId="{6181BEA9-9D87-456A-854F-E2D33B5493A7}" dt="2026-08-20T12:17:50.582" v="10483" actId="20577"/>
          <ac:spMkLst>
            <pc:docMk/>
            <pc:sldMk cId="922265954" sldId="2146847356"/>
            <ac:spMk id="2" creationId="{42417B11-C857-ED7F-F03A-41EAF26B3667}"/>
          </ac:spMkLst>
        </pc:spChg>
        <pc:spChg chg="del">
          <ac:chgData name="Reiner, Ben (B)" userId="db925a48-ca58-4dcf-b594-955bb056bb20" providerId="ADAL" clId="{6181BEA9-9D87-456A-854F-E2D33B5493A7}" dt="2026-08-20T12:17:54.283" v="10484" actId="478"/>
          <ac:spMkLst>
            <pc:docMk/>
            <pc:sldMk cId="922265954" sldId="2146847356"/>
            <ac:spMk id="3" creationId="{EB711A72-9F0A-3FBF-1AAE-2C18F3A92001}"/>
          </ac:spMkLst>
        </pc:spChg>
        <pc:spChg chg="mod">
          <ac:chgData name="Reiner, Ben (B)" userId="db925a48-ca58-4dcf-b594-955bb056bb20" providerId="ADAL" clId="{6181BEA9-9D87-456A-854F-E2D33B5493A7}" dt="2026-08-20T12:21:03.050" v="10705" actId="20577"/>
          <ac:spMkLst>
            <pc:docMk/>
            <pc:sldMk cId="922265954" sldId="2146847356"/>
            <ac:spMk id="5" creationId="{DD66BF71-8EBA-18C8-3A63-6D0E38198BDA}"/>
          </ac:spMkLst>
        </pc:spChg>
        <pc:spChg chg="mod">
          <ac:chgData name="Reiner, Ben (B)" userId="db925a48-ca58-4dcf-b594-955bb056bb20" providerId="ADAL" clId="{6181BEA9-9D87-456A-854F-E2D33B5493A7}" dt="2026-08-20T12:24:04.456" v="11027" actId="20577"/>
          <ac:spMkLst>
            <pc:docMk/>
            <pc:sldMk cId="922265954" sldId="2146847356"/>
            <ac:spMk id="6" creationId="{43604F57-FE47-05E7-BA65-130E4D2906E6}"/>
          </ac:spMkLst>
        </pc:spChg>
        <pc:spChg chg="mod">
          <ac:chgData name="Reiner, Ben (B)" userId="db925a48-ca58-4dcf-b594-955bb056bb20" providerId="ADAL" clId="{6181BEA9-9D87-456A-854F-E2D33B5493A7}" dt="2026-08-20T12:26:12.863" v="11286" actId="20577"/>
          <ac:spMkLst>
            <pc:docMk/>
            <pc:sldMk cId="922265954" sldId="2146847356"/>
            <ac:spMk id="8" creationId="{05D4DCCA-9B66-E0A5-ADF5-5A40F0428DF0}"/>
          </ac:spMkLst>
        </pc:spChg>
        <pc:spChg chg="mod">
          <ac:chgData name="Reiner, Ben (B)" userId="db925a48-ca58-4dcf-b594-955bb056bb20" providerId="ADAL" clId="{6181BEA9-9D87-456A-854F-E2D33B5493A7}" dt="2026-08-20T12:28:19.694" v="11417" actId="20577"/>
          <ac:spMkLst>
            <pc:docMk/>
            <pc:sldMk cId="922265954" sldId="2146847356"/>
            <ac:spMk id="9" creationId="{83DB9C3A-DEFD-09B5-CCB8-523163FB4115}"/>
          </ac:spMkLst>
        </pc:spChg>
        <pc:spChg chg="mod">
          <ac:chgData name="Reiner, Ben (B)" userId="db925a48-ca58-4dcf-b594-955bb056bb20" providerId="ADAL" clId="{6181BEA9-9D87-456A-854F-E2D33B5493A7}" dt="2026-08-20T12:25:50.807" v="11252" actId="20577"/>
          <ac:spMkLst>
            <pc:docMk/>
            <pc:sldMk cId="922265954" sldId="2146847356"/>
            <ac:spMk id="11" creationId="{7654340C-8EB2-F8AD-2767-7715D6B3203A}"/>
          </ac:spMkLst>
        </pc:spChg>
        <pc:spChg chg="mod">
          <ac:chgData name="Reiner, Ben (B)" userId="db925a48-ca58-4dcf-b594-955bb056bb20" providerId="ADAL" clId="{6181BEA9-9D87-456A-854F-E2D33B5493A7}" dt="2026-08-20T12:42:21.794" v="11501" actId="14100"/>
          <ac:spMkLst>
            <pc:docMk/>
            <pc:sldMk cId="922265954" sldId="2146847356"/>
            <ac:spMk id="12" creationId="{D55B26CF-3CC1-CBEB-7DA5-E3FD91B3D394}"/>
          </ac:spMkLst>
        </pc:spChg>
        <pc:spChg chg="mod">
          <ac:chgData name="Reiner, Ben (B)" userId="db925a48-ca58-4dcf-b594-955bb056bb20" providerId="ADAL" clId="{6181BEA9-9D87-456A-854F-E2D33B5493A7}" dt="2026-08-20T12:21:17.103" v="10726" actId="20577"/>
          <ac:spMkLst>
            <pc:docMk/>
            <pc:sldMk cId="922265954" sldId="2146847356"/>
            <ac:spMk id="14" creationId="{66F8EAD0-70C5-DA63-A641-BB800310886D}"/>
          </ac:spMkLst>
        </pc:spChg>
        <pc:spChg chg="mod">
          <ac:chgData name="Reiner, Ben (B)" userId="db925a48-ca58-4dcf-b594-955bb056bb20" providerId="ADAL" clId="{6181BEA9-9D87-456A-854F-E2D33B5493A7}" dt="2026-08-20T12:25:37.545" v="11238" actId="20577"/>
          <ac:spMkLst>
            <pc:docMk/>
            <pc:sldMk cId="922265954" sldId="2146847356"/>
            <ac:spMk id="15" creationId="{057FFCE4-D7CA-3A36-A977-66D2EC206229}"/>
          </ac:spMkLst>
        </pc:spChg>
        <pc:spChg chg="add mod">
          <ac:chgData name="Reiner, Ben (B)" userId="db925a48-ca58-4dcf-b594-955bb056bb20" providerId="ADAL" clId="{6181BEA9-9D87-456A-854F-E2D33B5493A7}" dt="2026-08-20T12:20:47.276" v="10683" actId="14100"/>
          <ac:spMkLst>
            <pc:docMk/>
            <pc:sldMk cId="922265954" sldId="2146847356"/>
            <ac:spMk id="17" creationId="{E509D97E-D2B3-98CD-C899-DB1C248C7C9C}"/>
          </ac:spMkLst>
        </pc:spChg>
      </pc:sldChg>
      <pc:sldChg chg="modSp add mod">
        <pc:chgData name="Reiner, Ben (B)" userId="db925a48-ca58-4dcf-b594-955bb056bb20" providerId="ADAL" clId="{6181BEA9-9D87-456A-854F-E2D33B5493A7}" dt="2026-08-20T12:43:08.485" v="11607" actId="20577"/>
        <pc:sldMkLst>
          <pc:docMk/>
          <pc:sldMk cId="3768105233" sldId="2146847357"/>
        </pc:sldMkLst>
        <pc:spChg chg="mod">
          <ac:chgData name="Reiner, Ben (B)" userId="db925a48-ca58-4dcf-b594-955bb056bb20" providerId="ADAL" clId="{6181BEA9-9D87-456A-854F-E2D33B5493A7}" dt="2026-08-20T12:43:08.485" v="11607" actId="20577"/>
          <ac:spMkLst>
            <pc:docMk/>
            <pc:sldMk cId="3768105233" sldId="2146847357"/>
            <ac:spMk id="4" creationId="{06698F65-B361-34E7-964E-ABE7D4D4F7C6}"/>
          </ac:spMkLst>
        </pc:spChg>
      </pc:sldChg>
      <pc:sldChg chg="modSp add mod">
        <pc:chgData name="Reiner, Ben (B)" userId="db925a48-ca58-4dcf-b594-955bb056bb20" providerId="ADAL" clId="{6181BEA9-9D87-456A-854F-E2D33B5493A7}" dt="2026-08-20T12:55:06.768" v="12725" actId="20577"/>
        <pc:sldMkLst>
          <pc:docMk/>
          <pc:sldMk cId="1069926374" sldId="2146847358"/>
        </pc:sldMkLst>
        <pc:spChg chg="mod">
          <ac:chgData name="Reiner, Ben (B)" userId="db925a48-ca58-4dcf-b594-955bb056bb20" providerId="ADAL" clId="{6181BEA9-9D87-456A-854F-E2D33B5493A7}" dt="2026-08-20T12:50:26.486" v="11693" actId="20577"/>
          <ac:spMkLst>
            <pc:docMk/>
            <pc:sldMk cId="1069926374" sldId="2146847358"/>
            <ac:spMk id="2" creationId="{B100A967-A9E5-F16B-C567-8E61530FAA31}"/>
          </ac:spMkLst>
        </pc:spChg>
        <pc:spChg chg="mod">
          <ac:chgData name="Reiner, Ben (B)" userId="db925a48-ca58-4dcf-b594-955bb056bb20" providerId="ADAL" clId="{6181BEA9-9D87-456A-854F-E2D33B5493A7}" dt="2026-08-20T12:51:05.763" v="11831" actId="20577"/>
          <ac:spMkLst>
            <pc:docMk/>
            <pc:sldMk cId="1069926374" sldId="2146847358"/>
            <ac:spMk id="3" creationId="{32A362D6-EE7B-B0DC-B2C5-38AFF067874D}"/>
          </ac:spMkLst>
        </pc:spChg>
        <pc:spChg chg="mod">
          <ac:chgData name="Reiner, Ben (B)" userId="db925a48-ca58-4dcf-b594-955bb056bb20" providerId="ADAL" clId="{6181BEA9-9D87-456A-854F-E2D33B5493A7}" dt="2026-08-20T12:51:20.185" v="11876" actId="20577"/>
          <ac:spMkLst>
            <pc:docMk/>
            <pc:sldMk cId="1069926374" sldId="2146847358"/>
            <ac:spMk id="5" creationId="{A415281E-E6E5-E785-E6E3-93BEB36075DA}"/>
          </ac:spMkLst>
        </pc:spChg>
        <pc:spChg chg="mod">
          <ac:chgData name="Reiner, Ben (B)" userId="db925a48-ca58-4dcf-b594-955bb056bb20" providerId="ADAL" clId="{6181BEA9-9D87-456A-854F-E2D33B5493A7}" dt="2026-08-20T12:53:04.389" v="12219" actId="20577"/>
          <ac:spMkLst>
            <pc:docMk/>
            <pc:sldMk cId="1069926374" sldId="2146847358"/>
            <ac:spMk id="6" creationId="{052C543E-3B46-89DE-AF6D-02EAE1ADE230}"/>
          </ac:spMkLst>
        </pc:spChg>
        <pc:spChg chg="mod">
          <ac:chgData name="Reiner, Ben (B)" userId="db925a48-ca58-4dcf-b594-955bb056bb20" providerId="ADAL" clId="{6181BEA9-9D87-456A-854F-E2D33B5493A7}" dt="2026-08-20T12:51:34.912" v="11916" actId="20577"/>
          <ac:spMkLst>
            <pc:docMk/>
            <pc:sldMk cId="1069926374" sldId="2146847358"/>
            <ac:spMk id="8" creationId="{FE4307D4-8B41-085D-4B54-02F4BC27F73F}"/>
          </ac:spMkLst>
        </pc:spChg>
        <pc:spChg chg="mod">
          <ac:chgData name="Reiner, Ben (B)" userId="db925a48-ca58-4dcf-b594-955bb056bb20" providerId="ADAL" clId="{6181BEA9-9D87-456A-854F-E2D33B5493A7}" dt="2026-08-20T12:53:51.293" v="12354" actId="20577"/>
          <ac:spMkLst>
            <pc:docMk/>
            <pc:sldMk cId="1069926374" sldId="2146847358"/>
            <ac:spMk id="9" creationId="{4F6D7B3E-B109-D8EE-4AF7-1D99A9BD0E02}"/>
          </ac:spMkLst>
        </pc:spChg>
        <pc:spChg chg="mod">
          <ac:chgData name="Reiner, Ben (B)" userId="db925a48-ca58-4dcf-b594-955bb056bb20" providerId="ADAL" clId="{6181BEA9-9D87-456A-854F-E2D33B5493A7}" dt="2026-08-20T12:51:57.866" v="12002" actId="20577"/>
          <ac:spMkLst>
            <pc:docMk/>
            <pc:sldMk cId="1069926374" sldId="2146847358"/>
            <ac:spMk id="11" creationId="{5DA4CC07-F51D-1188-EB85-6E3B3C34AE94}"/>
          </ac:spMkLst>
        </pc:spChg>
        <pc:spChg chg="mod">
          <ac:chgData name="Reiner, Ben (B)" userId="db925a48-ca58-4dcf-b594-955bb056bb20" providerId="ADAL" clId="{6181BEA9-9D87-456A-854F-E2D33B5493A7}" dt="2026-08-20T12:54:13.067" v="12430" actId="20577"/>
          <ac:spMkLst>
            <pc:docMk/>
            <pc:sldMk cId="1069926374" sldId="2146847358"/>
            <ac:spMk id="12" creationId="{3C4945E0-572D-9DE9-02DF-D0820D375583}"/>
          </ac:spMkLst>
        </pc:spChg>
        <pc:spChg chg="mod">
          <ac:chgData name="Reiner, Ben (B)" userId="db925a48-ca58-4dcf-b594-955bb056bb20" providerId="ADAL" clId="{6181BEA9-9D87-456A-854F-E2D33B5493A7}" dt="2026-08-20T12:52:08.255" v="12050" actId="20577"/>
          <ac:spMkLst>
            <pc:docMk/>
            <pc:sldMk cId="1069926374" sldId="2146847358"/>
            <ac:spMk id="14" creationId="{142B96D1-2C09-F135-6207-7E5A2EED63B9}"/>
          </ac:spMkLst>
        </pc:spChg>
        <pc:spChg chg="mod">
          <ac:chgData name="Reiner, Ben (B)" userId="db925a48-ca58-4dcf-b594-955bb056bb20" providerId="ADAL" clId="{6181BEA9-9D87-456A-854F-E2D33B5493A7}" dt="2026-08-20T12:54:37.907" v="12545" actId="20577"/>
          <ac:spMkLst>
            <pc:docMk/>
            <pc:sldMk cId="1069926374" sldId="2146847358"/>
            <ac:spMk id="15" creationId="{A8310BE6-C1FF-399A-4C2A-F9E2DBCBD189}"/>
          </ac:spMkLst>
        </pc:spChg>
        <pc:spChg chg="mod">
          <ac:chgData name="Reiner, Ben (B)" userId="db925a48-ca58-4dcf-b594-955bb056bb20" providerId="ADAL" clId="{6181BEA9-9D87-456A-854F-E2D33B5493A7}" dt="2026-08-20T12:52:23.386" v="12080" actId="20577"/>
          <ac:spMkLst>
            <pc:docMk/>
            <pc:sldMk cId="1069926374" sldId="2146847358"/>
            <ac:spMk id="17" creationId="{6508501E-EC1C-05E8-167D-270DBDA64CC6}"/>
          </ac:spMkLst>
        </pc:spChg>
        <pc:spChg chg="mod">
          <ac:chgData name="Reiner, Ben (B)" userId="db925a48-ca58-4dcf-b594-955bb056bb20" providerId="ADAL" clId="{6181BEA9-9D87-456A-854F-E2D33B5493A7}" dt="2026-08-20T12:55:06.768" v="12725" actId="20577"/>
          <ac:spMkLst>
            <pc:docMk/>
            <pc:sldMk cId="1069926374" sldId="2146847358"/>
            <ac:spMk id="18" creationId="{DB34FFEC-FAA5-CFCB-D845-AA84202118D8}"/>
          </ac:spMkLst>
        </pc:spChg>
      </pc:sldChg>
      <pc:sldChg chg="addSp delSp modSp add mod">
        <pc:chgData name="Reiner, Ben (B)" userId="db925a48-ca58-4dcf-b594-955bb056bb20" providerId="ADAL" clId="{6181BEA9-9D87-456A-854F-E2D33B5493A7}" dt="2026-08-20T13:58:50.275" v="16751" actId="20577"/>
        <pc:sldMkLst>
          <pc:docMk/>
          <pc:sldMk cId="1591347073" sldId="2146847359"/>
        </pc:sldMkLst>
        <pc:spChg chg="mod">
          <ac:chgData name="Reiner, Ben (B)" userId="db925a48-ca58-4dcf-b594-955bb056bb20" providerId="ADAL" clId="{6181BEA9-9D87-456A-854F-E2D33B5493A7}" dt="2026-08-20T12:57:56.600" v="12788" actId="20577"/>
          <ac:spMkLst>
            <pc:docMk/>
            <pc:sldMk cId="1591347073" sldId="2146847359"/>
            <ac:spMk id="5" creationId="{EABA9E00-D820-3880-3866-4B1DA31B8728}"/>
          </ac:spMkLst>
        </pc:spChg>
        <pc:spChg chg="mod">
          <ac:chgData name="Reiner, Ben (B)" userId="db925a48-ca58-4dcf-b594-955bb056bb20" providerId="ADAL" clId="{6181BEA9-9D87-456A-854F-E2D33B5493A7}" dt="2026-08-20T12:57:26.903" v="12733" actId="14100"/>
          <ac:spMkLst>
            <pc:docMk/>
            <pc:sldMk cId="1591347073" sldId="2146847359"/>
            <ac:spMk id="6" creationId="{DDA5BDC0-1862-AEDE-F40D-5EF4EB29A115}"/>
          </ac:spMkLst>
        </pc:spChg>
        <pc:spChg chg="add mod">
          <ac:chgData name="Reiner, Ben (B)" userId="db925a48-ca58-4dcf-b594-955bb056bb20" providerId="ADAL" clId="{6181BEA9-9D87-456A-854F-E2D33B5493A7}" dt="2026-08-20T12:58:32.137" v="12905" actId="1076"/>
          <ac:spMkLst>
            <pc:docMk/>
            <pc:sldMk cId="1591347073" sldId="2146847359"/>
            <ac:spMk id="8" creationId="{60797526-4A79-669A-1292-BDE67D2CCCC1}"/>
          </ac:spMkLst>
        </pc:spChg>
        <pc:spChg chg="mod">
          <ac:chgData name="Reiner, Ben (B)" userId="db925a48-ca58-4dcf-b594-955bb056bb20" providerId="ADAL" clId="{6181BEA9-9D87-456A-854F-E2D33B5493A7}" dt="2026-08-20T12:58:36.065" v="12906" actId="1076"/>
          <ac:spMkLst>
            <pc:docMk/>
            <pc:sldMk cId="1591347073" sldId="2146847359"/>
            <ac:spMk id="9" creationId="{EC749850-CC4B-C98B-6928-124675FE553F}"/>
          </ac:spMkLst>
        </pc:spChg>
        <pc:spChg chg="mod">
          <ac:chgData name="Reiner, Ben (B)" userId="db925a48-ca58-4dcf-b594-955bb056bb20" providerId="ADAL" clId="{6181BEA9-9D87-456A-854F-E2D33B5493A7}" dt="2026-08-20T12:57:43.223" v="12753" actId="20577"/>
          <ac:spMkLst>
            <pc:docMk/>
            <pc:sldMk cId="1591347073" sldId="2146847359"/>
            <ac:spMk id="11" creationId="{9AA909D1-037F-7F5E-1DFF-005C9C60FA8A}"/>
          </ac:spMkLst>
        </pc:spChg>
        <pc:spChg chg="mod">
          <ac:chgData name="Reiner, Ben (B)" userId="db925a48-ca58-4dcf-b594-955bb056bb20" providerId="ADAL" clId="{6181BEA9-9D87-456A-854F-E2D33B5493A7}" dt="2026-08-20T13:00:09.658" v="13040" actId="20577"/>
          <ac:spMkLst>
            <pc:docMk/>
            <pc:sldMk cId="1591347073" sldId="2146847359"/>
            <ac:spMk id="14" creationId="{C2E3A93E-2E99-CDB6-21F0-484A2C03A41C}"/>
          </ac:spMkLst>
        </pc:spChg>
        <pc:spChg chg="add mod">
          <ac:chgData name="Reiner, Ben (B)" userId="db925a48-ca58-4dcf-b594-955bb056bb20" providerId="ADAL" clId="{6181BEA9-9D87-456A-854F-E2D33B5493A7}" dt="2026-08-20T12:59:34.803" v="12920" actId="20577"/>
          <ac:spMkLst>
            <pc:docMk/>
            <pc:sldMk cId="1591347073" sldId="2146847359"/>
            <ac:spMk id="16" creationId="{239DF10C-9CC9-35DF-2031-184679D5C54E}"/>
          </ac:spMkLst>
        </pc:spChg>
        <pc:spChg chg="add mod">
          <ac:chgData name="Reiner, Ben (B)" userId="db925a48-ca58-4dcf-b594-955bb056bb20" providerId="ADAL" clId="{6181BEA9-9D87-456A-854F-E2D33B5493A7}" dt="2026-08-20T12:58:32.137" v="12905" actId="1076"/>
          <ac:spMkLst>
            <pc:docMk/>
            <pc:sldMk cId="1591347073" sldId="2146847359"/>
            <ac:spMk id="18" creationId="{5EE07BDE-4F02-29F0-FB21-26DACC4E54D2}"/>
          </ac:spMkLst>
        </pc:spChg>
        <pc:spChg chg="add mod">
          <ac:chgData name="Reiner, Ben (B)" userId="db925a48-ca58-4dcf-b594-955bb056bb20" providerId="ADAL" clId="{6181BEA9-9D87-456A-854F-E2D33B5493A7}" dt="2026-08-20T12:58:32.137" v="12905" actId="1076"/>
          <ac:spMkLst>
            <pc:docMk/>
            <pc:sldMk cId="1591347073" sldId="2146847359"/>
            <ac:spMk id="20" creationId="{1CB1BED4-B1DD-2F4C-8F4C-739F190941FE}"/>
          </ac:spMkLst>
        </pc:spChg>
        <pc:spChg chg="add mod">
          <ac:chgData name="Reiner, Ben (B)" userId="db925a48-ca58-4dcf-b594-955bb056bb20" providerId="ADAL" clId="{6181BEA9-9D87-456A-854F-E2D33B5493A7}" dt="2026-08-20T12:58:32.137" v="12905" actId="1076"/>
          <ac:spMkLst>
            <pc:docMk/>
            <pc:sldMk cId="1591347073" sldId="2146847359"/>
            <ac:spMk id="22" creationId="{5585294E-0276-6DE3-DAF9-1D305F29CDFD}"/>
          </ac:spMkLst>
        </pc:spChg>
        <pc:spChg chg="add mod">
          <ac:chgData name="Reiner, Ben (B)" userId="db925a48-ca58-4dcf-b594-955bb056bb20" providerId="ADAL" clId="{6181BEA9-9D87-456A-854F-E2D33B5493A7}" dt="2026-08-20T13:01:40.660" v="13220" actId="20577"/>
          <ac:spMkLst>
            <pc:docMk/>
            <pc:sldMk cId="1591347073" sldId="2146847359"/>
            <ac:spMk id="24" creationId="{A478AA1E-A46D-292A-8BA8-60C9951C16B5}"/>
          </ac:spMkLst>
        </pc:spChg>
        <pc:spChg chg="add mod">
          <ac:chgData name="Reiner, Ben (B)" userId="db925a48-ca58-4dcf-b594-955bb056bb20" providerId="ADAL" clId="{6181BEA9-9D87-456A-854F-E2D33B5493A7}" dt="2026-08-20T13:58:47.206" v="16748" actId="20577"/>
          <ac:spMkLst>
            <pc:docMk/>
            <pc:sldMk cId="1591347073" sldId="2146847359"/>
            <ac:spMk id="26" creationId="{5CF431A8-FD0C-5590-5177-55528E310353}"/>
          </ac:spMkLst>
        </pc:spChg>
        <pc:spChg chg="mod">
          <ac:chgData name="Reiner, Ben (B)" userId="db925a48-ca58-4dcf-b594-955bb056bb20" providerId="ADAL" clId="{6181BEA9-9D87-456A-854F-E2D33B5493A7}" dt="2026-08-20T12:57:26.903" v="12733" actId="14100"/>
          <ac:spMkLst>
            <pc:docMk/>
            <pc:sldMk cId="1591347073" sldId="2146847359"/>
            <ac:spMk id="28" creationId="{4853EC19-2E22-BD26-F9C9-56994383AB06}"/>
          </ac:spMkLst>
        </pc:spChg>
        <pc:spChg chg="add mod">
          <ac:chgData name="Reiner, Ben (B)" userId="db925a48-ca58-4dcf-b594-955bb056bb20" providerId="ADAL" clId="{6181BEA9-9D87-456A-854F-E2D33B5493A7}" dt="2026-08-20T12:58:32.137" v="12905" actId="1076"/>
          <ac:spMkLst>
            <pc:docMk/>
            <pc:sldMk cId="1591347073" sldId="2146847359"/>
            <ac:spMk id="30" creationId="{CEF1EF0B-E1E1-839B-4C07-77C070747E8C}"/>
          </ac:spMkLst>
        </pc:spChg>
        <pc:spChg chg="add mod">
          <ac:chgData name="Reiner, Ben (B)" userId="db925a48-ca58-4dcf-b594-955bb056bb20" providerId="ADAL" clId="{6181BEA9-9D87-456A-854F-E2D33B5493A7}" dt="2026-08-20T12:58:32.137" v="12905" actId="1076"/>
          <ac:spMkLst>
            <pc:docMk/>
            <pc:sldMk cId="1591347073" sldId="2146847359"/>
            <ac:spMk id="32" creationId="{4A78DE9A-E5D4-DCCA-40E7-B0B3E0FF75D4}"/>
          </ac:spMkLst>
        </pc:spChg>
        <pc:spChg chg="add mod">
          <ac:chgData name="Reiner, Ben (B)" userId="db925a48-ca58-4dcf-b594-955bb056bb20" providerId="ADAL" clId="{6181BEA9-9D87-456A-854F-E2D33B5493A7}" dt="2026-08-20T13:03:37.366" v="13436" actId="20577"/>
          <ac:spMkLst>
            <pc:docMk/>
            <pc:sldMk cId="1591347073" sldId="2146847359"/>
            <ac:spMk id="34" creationId="{8E2157AD-7EC8-2575-1BA2-E2F9F0BE9721}"/>
          </ac:spMkLst>
        </pc:spChg>
        <pc:spChg chg="mod">
          <ac:chgData name="Reiner, Ben (B)" userId="db925a48-ca58-4dcf-b594-955bb056bb20" providerId="ADAL" clId="{6181BEA9-9D87-456A-854F-E2D33B5493A7}" dt="2026-08-20T13:58:50.275" v="16751" actId="20577"/>
          <ac:spMkLst>
            <pc:docMk/>
            <pc:sldMk cId="1591347073" sldId="2146847359"/>
            <ac:spMk id="36" creationId="{CDA0A627-D4D6-19E0-4FE4-A3E595E4FAC5}"/>
          </ac:spMkLst>
        </pc:spChg>
        <pc:graphicFrameChg chg="del">
          <ac:chgData name="Reiner, Ben (B)" userId="db925a48-ca58-4dcf-b594-955bb056bb20" providerId="ADAL" clId="{6181BEA9-9D87-456A-854F-E2D33B5493A7}" dt="2026-08-20T12:56:55.835" v="12727" actId="478"/>
          <ac:graphicFrameMkLst>
            <pc:docMk/>
            <pc:sldMk cId="1591347073" sldId="2146847359"/>
            <ac:graphicFrameMk id="13" creationId="{09C9CA23-6493-3340-6FF6-C9352509D400}"/>
          </ac:graphicFrameMkLst>
        </pc:graphicFrameChg>
      </pc:sldChg>
      <pc:sldChg chg="addSp delSp modSp add del mod">
        <pc:chgData name="Reiner, Ben (B)" userId="db925a48-ca58-4dcf-b594-955bb056bb20" providerId="ADAL" clId="{6181BEA9-9D87-456A-854F-E2D33B5493A7}" dt="2026-08-20T13:20:28.359" v="13660" actId="207"/>
        <pc:sldMkLst>
          <pc:docMk/>
          <pc:sldMk cId="0" sldId="2146847360"/>
        </pc:sldMkLst>
        <pc:spChg chg="add del">
          <ac:chgData name="Reiner, Ben (B)" userId="db925a48-ca58-4dcf-b594-955bb056bb20" providerId="ADAL" clId="{6181BEA9-9D87-456A-854F-E2D33B5493A7}" dt="2026-08-20T13:10:13.652" v="13529" actId="478"/>
          <ac:spMkLst>
            <pc:docMk/>
            <pc:sldMk cId="0" sldId="2146847360"/>
            <ac:spMk id="2" creationId="{AA0D57CB-5A43-2F94-546C-0FFAF0668258}"/>
          </ac:spMkLst>
        </pc:spChg>
        <pc:spChg chg="mod">
          <ac:chgData name="Reiner, Ben (B)" userId="db925a48-ca58-4dcf-b594-955bb056bb20" providerId="ADAL" clId="{6181BEA9-9D87-456A-854F-E2D33B5493A7}" dt="2026-08-20T13:10:12.052" v="13528" actId="207"/>
          <ac:spMkLst>
            <pc:docMk/>
            <pc:sldMk cId="0" sldId="2146847360"/>
            <ac:spMk id="4" creationId="{9C9DA3CA-9F48-921B-B9B1-CE434040B47B}"/>
          </ac:spMkLst>
        </pc:spChg>
        <pc:spChg chg="mod">
          <ac:chgData name="Reiner, Ben (B)" userId="db925a48-ca58-4dcf-b594-955bb056bb20" providerId="ADAL" clId="{6181BEA9-9D87-456A-854F-E2D33B5493A7}" dt="2026-08-20T13:10:12.052" v="13528" actId="207"/>
          <ac:spMkLst>
            <pc:docMk/>
            <pc:sldMk cId="0" sldId="2146847360"/>
            <ac:spMk id="5" creationId="{3D07B3F0-BA6A-3FF4-CE86-4E6D4DDCDB89}"/>
          </ac:spMkLst>
        </pc:spChg>
        <pc:spChg chg="mod">
          <ac:chgData name="Reiner, Ben (B)" userId="db925a48-ca58-4dcf-b594-955bb056bb20" providerId="ADAL" clId="{6181BEA9-9D87-456A-854F-E2D33B5493A7}" dt="2026-08-20T13:20:28.359" v="13660" actId="207"/>
          <ac:spMkLst>
            <pc:docMk/>
            <pc:sldMk cId="0" sldId="2146847360"/>
            <ac:spMk id="6" creationId="{0DC82DDF-5AF9-DA10-6579-9790FCACD2BC}"/>
          </ac:spMkLst>
        </pc:spChg>
        <pc:spChg chg="mod">
          <ac:chgData name="Reiner, Ben (B)" userId="db925a48-ca58-4dcf-b594-955bb056bb20" providerId="ADAL" clId="{6181BEA9-9D87-456A-854F-E2D33B5493A7}" dt="2026-08-20T13:20:28.359" v="13660" actId="207"/>
          <ac:spMkLst>
            <pc:docMk/>
            <pc:sldMk cId="0" sldId="2146847360"/>
            <ac:spMk id="7" creationId="{312B027F-A61B-AE63-A60D-74568F5BD6D0}"/>
          </ac:spMkLst>
        </pc:spChg>
        <pc:spChg chg="mod">
          <ac:chgData name="Reiner, Ben (B)" userId="db925a48-ca58-4dcf-b594-955bb056bb20" providerId="ADAL" clId="{6181BEA9-9D87-456A-854F-E2D33B5493A7}" dt="2026-08-20T13:20:28.359" v="13660" actId="207"/>
          <ac:spMkLst>
            <pc:docMk/>
            <pc:sldMk cId="0" sldId="2146847360"/>
            <ac:spMk id="8" creationId="{5545FD9D-0628-4930-E8D8-0B7FE37B0037}"/>
          </ac:spMkLst>
        </pc:spChg>
        <pc:spChg chg="del mod">
          <ac:chgData name="Reiner, Ben (B)" userId="db925a48-ca58-4dcf-b594-955bb056bb20" providerId="ADAL" clId="{6181BEA9-9D87-456A-854F-E2D33B5493A7}" dt="2026-08-20T13:10:44.683" v="13533" actId="478"/>
          <ac:spMkLst>
            <pc:docMk/>
            <pc:sldMk cId="0" sldId="2146847360"/>
            <ac:spMk id="9" creationId="{5A594CA5-4132-94CD-6240-88C648517A67}"/>
          </ac:spMkLst>
        </pc:spChg>
        <pc:spChg chg="add del">
          <ac:chgData name="Reiner, Ben (B)" userId="db925a48-ca58-4dcf-b594-955bb056bb20" providerId="ADAL" clId="{6181BEA9-9D87-456A-854F-E2D33B5493A7}" dt="2026-08-20T13:10:39.865" v="13532" actId="478"/>
          <ac:spMkLst>
            <pc:docMk/>
            <pc:sldMk cId="0" sldId="2146847360"/>
            <ac:spMk id="10" creationId="{C01C5ABF-0544-FE6A-6B92-DE0F16533C0B}"/>
          </ac:spMkLst>
        </pc:spChg>
      </pc:sldChg>
      <pc:sldChg chg="modSp add mod">
        <pc:chgData name="Reiner, Ben (B)" userId="db925a48-ca58-4dcf-b594-955bb056bb20" providerId="ADAL" clId="{6181BEA9-9D87-456A-854F-E2D33B5493A7}" dt="2026-08-20T13:36:52.935" v="15368" actId="20577"/>
        <pc:sldMkLst>
          <pc:docMk/>
          <pc:sldMk cId="3896664758" sldId="2146847361"/>
        </pc:sldMkLst>
        <pc:spChg chg="mod">
          <ac:chgData name="Reiner, Ben (B)" userId="db925a48-ca58-4dcf-b594-955bb056bb20" providerId="ADAL" clId="{6181BEA9-9D87-456A-854F-E2D33B5493A7}" dt="2026-08-20T13:23:47.126" v="13815" actId="20577"/>
          <ac:spMkLst>
            <pc:docMk/>
            <pc:sldMk cId="3896664758" sldId="2146847361"/>
            <ac:spMk id="2" creationId="{62E8A9E2-14B2-57A5-CF17-9FCF918B5A8E}"/>
          </ac:spMkLst>
        </pc:spChg>
        <pc:spChg chg="mod">
          <ac:chgData name="Reiner, Ben (B)" userId="db925a48-ca58-4dcf-b594-955bb056bb20" providerId="ADAL" clId="{6181BEA9-9D87-456A-854F-E2D33B5493A7}" dt="2026-08-20T13:26:19.909" v="14343" actId="20577"/>
          <ac:spMkLst>
            <pc:docMk/>
            <pc:sldMk cId="3896664758" sldId="2146847361"/>
            <ac:spMk id="4" creationId="{B4CA3FA0-7703-3F7D-DE43-B3914F2EC7B7}"/>
          </ac:spMkLst>
        </pc:spChg>
        <pc:spChg chg="mod">
          <ac:chgData name="Reiner, Ben (B)" userId="db925a48-ca58-4dcf-b594-955bb056bb20" providerId="ADAL" clId="{6181BEA9-9D87-456A-854F-E2D33B5493A7}" dt="2026-08-20T13:30:52.693" v="14426" actId="20577"/>
          <ac:spMkLst>
            <pc:docMk/>
            <pc:sldMk cId="3896664758" sldId="2146847361"/>
            <ac:spMk id="7" creationId="{D6962FCD-4D3F-4441-F844-CC6DFD5D8A85}"/>
          </ac:spMkLst>
        </pc:spChg>
        <pc:spChg chg="mod">
          <ac:chgData name="Reiner, Ben (B)" userId="db925a48-ca58-4dcf-b594-955bb056bb20" providerId="ADAL" clId="{6181BEA9-9D87-456A-854F-E2D33B5493A7}" dt="2026-08-20T13:35:04.365" v="15059" actId="20577"/>
          <ac:spMkLst>
            <pc:docMk/>
            <pc:sldMk cId="3896664758" sldId="2146847361"/>
            <ac:spMk id="8" creationId="{36922286-A629-34CF-3776-477FEBFD42D4}"/>
          </ac:spMkLst>
        </pc:spChg>
        <pc:spChg chg="mod">
          <ac:chgData name="Reiner, Ben (B)" userId="db925a48-ca58-4dcf-b594-955bb056bb20" providerId="ADAL" clId="{6181BEA9-9D87-456A-854F-E2D33B5493A7}" dt="2026-08-20T13:31:37.042" v="14482" actId="20577"/>
          <ac:spMkLst>
            <pc:docMk/>
            <pc:sldMk cId="3896664758" sldId="2146847361"/>
            <ac:spMk id="10" creationId="{49074C71-DC10-58A2-41D3-E0C9655A315F}"/>
          </ac:spMkLst>
        </pc:spChg>
        <pc:spChg chg="mod">
          <ac:chgData name="Reiner, Ben (B)" userId="db925a48-ca58-4dcf-b594-955bb056bb20" providerId="ADAL" clId="{6181BEA9-9D87-456A-854F-E2D33B5493A7}" dt="2026-08-20T13:35:37.631" v="15207" actId="20577"/>
          <ac:spMkLst>
            <pc:docMk/>
            <pc:sldMk cId="3896664758" sldId="2146847361"/>
            <ac:spMk id="11" creationId="{69084B33-D0FA-4105-9156-3F92CCD9D303}"/>
          </ac:spMkLst>
        </pc:spChg>
        <pc:spChg chg="mod">
          <ac:chgData name="Reiner, Ben (B)" userId="db925a48-ca58-4dcf-b594-955bb056bb20" providerId="ADAL" clId="{6181BEA9-9D87-456A-854F-E2D33B5493A7}" dt="2026-08-20T13:36:07.010" v="15229" actId="20577"/>
          <ac:spMkLst>
            <pc:docMk/>
            <pc:sldMk cId="3896664758" sldId="2146847361"/>
            <ac:spMk id="13" creationId="{0F971803-6B3A-A0AD-629D-1F1CEACC0E57}"/>
          </ac:spMkLst>
        </pc:spChg>
        <pc:spChg chg="mod">
          <ac:chgData name="Reiner, Ben (B)" userId="db925a48-ca58-4dcf-b594-955bb056bb20" providerId="ADAL" clId="{6181BEA9-9D87-456A-854F-E2D33B5493A7}" dt="2026-08-20T13:36:52.935" v="15368" actId="20577"/>
          <ac:spMkLst>
            <pc:docMk/>
            <pc:sldMk cId="3896664758" sldId="2146847361"/>
            <ac:spMk id="14" creationId="{D0637A9A-7CCC-832E-095C-E114024A3BC8}"/>
          </ac:spMkLst>
        </pc:spChg>
        <pc:spChg chg="mod">
          <ac:chgData name="Reiner, Ben (B)" userId="db925a48-ca58-4dcf-b594-955bb056bb20" providerId="ADAL" clId="{6181BEA9-9D87-456A-854F-E2D33B5493A7}" dt="2026-08-20T13:26:24.095" v="14356" actId="20577"/>
          <ac:spMkLst>
            <pc:docMk/>
            <pc:sldMk cId="3896664758" sldId="2146847361"/>
            <ac:spMk id="16" creationId="{ADFEB4B2-A295-303A-3FC5-30595DADC4B3}"/>
          </ac:spMkLst>
        </pc:spChg>
        <pc:spChg chg="mod">
          <ac:chgData name="Reiner, Ben (B)" userId="db925a48-ca58-4dcf-b594-955bb056bb20" providerId="ADAL" clId="{6181BEA9-9D87-456A-854F-E2D33B5493A7}" dt="2026-08-20T13:31:52.946" v="14498" actId="20577"/>
          <ac:spMkLst>
            <pc:docMk/>
            <pc:sldMk cId="3896664758" sldId="2146847361"/>
            <ac:spMk id="19" creationId="{5743ED65-109A-A294-0F96-F05CD0159A3F}"/>
          </ac:spMkLst>
        </pc:spChg>
        <pc:spChg chg="mod">
          <ac:chgData name="Reiner, Ben (B)" userId="db925a48-ca58-4dcf-b594-955bb056bb20" providerId="ADAL" clId="{6181BEA9-9D87-456A-854F-E2D33B5493A7}" dt="2026-08-20T13:34:33.013" v="14956" actId="20577"/>
          <ac:spMkLst>
            <pc:docMk/>
            <pc:sldMk cId="3896664758" sldId="2146847361"/>
            <ac:spMk id="20" creationId="{A536F578-A6EC-B54C-E5C0-9EBD735E8C64}"/>
          </ac:spMkLst>
        </pc:spChg>
        <pc:spChg chg="mod">
          <ac:chgData name="Reiner, Ben (B)" userId="db925a48-ca58-4dcf-b594-955bb056bb20" providerId="ADAL" clId="{6181BEA9-9D87-456A-854F-E2D33B5493A7}" dt="2026-08-20T13:32:10.041" v="14536" actId="20577"/>
          <ac:spMkLst>
            <pc:docMk/>
            <pc:sldMk cId="3896664758" sldId="2146847361"/>
            <ac:spMk id="22" creationId="{0BA42367-4FD6-66AD-2BCB-2171A97C85B0}"/>
          </ac:spMkLst>
        </pc:spChg>
        <pc:spChg chg="mod">
          <ac:chgData name="Reiner, Ben (B)" userId="db925a48-ca58-4dcf-b594-955bb056bb20" providerId="ADAL" clId="{6181BEA9-9D87-456A-854F-E2D33B5493A7}" dt="2026-08-20T13:34:02.751" v="14834" actId="20577"/>
          <ac:spMkLst>
            <pc:docMk/>
            <pc:sldMk cId="3896664758" sldId="2146847361"/>
            <ac:spMk id="23" creationId="{8F38376D-DD7E-31A5-0DC4-5F606FF0DECF}"/>
          </ac:spMkLst>
        </pc:spChg>
        <pc:spChg chg="mod">
          <ac:chgData name="Reiner, Ben (B)" userId="db925a48-ca58-4dcf-b594-955bb056bb20" providerId="ADAL" clId="{6181BEA9-9D87-456A-854F-E2D33B5493A7}" dt="2026-08-20T13:32:46.890" v="14615" actId="313"/>
          <ac:spMkLst>
            <pc:docMk/>
            <pc:sldMk cId="3896664758" sldId="2146847361"/>
            <ac:spMk id="25" creationId="{EFE80AF3-2BF5-4AB1-A7C7-6CAC8E7C9B40}"/>
          </ac:spMkLst>
        </pc:spChg>
        <pc:spChg chg="mod">
          <ac:chgData name="Reiner, Ben (B)" userId="db925a48-ca58-4dcf-b594-955bb056bb20" providerId="ADAL" clId="{6181BEA9-9D87-456A-854F-E2D33B5493A7}" dt="2026-08-20T13:33:14.467" v="14704" actId="20577"/>
          <ac:spMkLst>
            <pc:docMk/>
            <pc:sldMk cId="3896664758" sldId="2146847361"/>
            <ac:spMk id="26" creationId="{55CC7194-5DBE-CB36-3C47-815E2671BA48}"/>
          </ac:spMkLst>
        </pc:spChg>
      </pc:sldChg>
      <pc:sldChg chg="modSp add mod">
        <pc:chgData name="Reiner, Ben (B)" userId="db925a48-ca58-4dcf-b594-955bb056bb20" providerId="ADAL" clId="{6181BEA9-9D87-456A-854F-E2D33B5493A7}" dt="2026-08-20T13:26:08.790" v="14334" actId="20577"/>
        <pc:sldMkLst>
          <pc:docMk/>
          <pc:sldMk cId="1815291330" sldId="2146847362"/>
        </pc:sldMkLst>
        <pc:spChg chg="mod">
          <ac:chgData name="Reiner, Ben (B)" userId="db925a48-ca58-4dcf-b594-955bb056bb20" providerId="ADAL" clId="{6181BEA9-9D87-456A-854F-E2D33B5493A7}" dt="2026-08-20T13:23:47.347" v="13816" actId="20577"/>
          <ac:spMkLst>
            <pc:docMk/>
            <pc:sldMk cId="1815291330" sldId="2146847362"/>
            <ac:spMk id="5" creationId="{C15A394E-B32C-5727-7148-70EF65047441}"/>
          </ac:spMkLst>
        </pc:spChg>
        <pc:spChg chg="mod">
          <ac:chgData name="Reiner, Ben (B)" userId="db925a48-ca58-4dcf-b594-955bb056bb20" providerId="ADAL" clId="{6181BEA9-9D87-456A-854F-E2D33B5493A7}" dt="2026-08-20T13:23:49.970" v="13824" actId="113"/>
          <ac:spMkLst>
            <pc:docMk/>
            <pc:sldMk cId="1815291330" sldId="2146847362"/>
            <ac:spMk id="9" creationId="{AB01D2E6-A53B-3BFB-157B-BE078D9690FD}"/>
          </ac:spMkLst>
        </pc:spChg>
        <pc:spChg chg="mod">
          <ac:chgData name="Reiner, Ben (B)" userId="db925a48-ca58-4dcf-b594-955bb056bb20" providerId="ADAL" clId="{6181BEA9-9D87-456A-854F-E2D33B5493A7}" dt="2026-08-20T13:24:01.761" v="13828" actId="20577"/>
          <ac:spMkLst>
            <pc:docMk/>
            <pc:sldMk cId="1815291330" sldId="2146847362"/>
            <ac:spMk id="11" creationId="{9E1C3850-7639-B1D2-4B06-7A5CCBF76862}"/>
          </ac:spMkLst>
        </pc:spChg>
        <pc:spChg chg="mod">
          <ac:chgData name="Reiner, Ben (B)" userId="db925a48-ca58-4dcf-b594-955bb056bb20" providerId="ADAL" clId="{6181BEA9-9D87-456A-854F-E2D33B5493A7}" dt="2026-08-20T13:24:57.795" v="14046" actId="20577"/>
          <ac:spMkLst>
            <pc:docMk/>
            <pc:sldMk cId="1815291330" sldId="2146847362"/>
            <ac:spMk id="14" creationId="{CCB7853C-507D-F9BF-513C-5A85599A55FE}"/>
          </ac:spMkLst>
        </pc:spChg>
        <pc:spChg chg="mod">
          <ac:chgData name="Reiner, Ben (B)" userId="db925a48-ca58-4dcf-b594-955bb056bb20" providerId="ADAL" clId="{6181BEA9-9D87-456A-854F-E2D33B5493A7}" dt="2026-08-20T13:24:20.519" v="13881" actId="20577"/>
          <ac:spMkLst>
            <pc:docMk/>
            <pc:sldMk cId="1815291330" sldId="2146847362"/>
            <ac:spMk id="16" creationId="{DA61ACDB-694E-1FDC-4F02-E2A4F32CB5B7}"/>
          </ac:spMkLst>
        </pc:spChg>
        <pc:spChg chg="mod">
          <ac:chgData name="Reiner, Ben (B)" userId="db925a48-ca58-4dcf-b594-955bb056bb20" providerId="ADAL" clId="{6181BEA9-9D87-456A-854F-E2D33B5493A7}" dt="2026-08-20T13:24:06.225" v="13837" actId="20577"/>
          <ac:spMkLst>
            <pc:docMk/>
            <pc:sldMk cId="1815291330" sldId="2146847362"/>
            <ac:spMk id="22" creationId="{CA5D404A-F053-CF22-3486-64E2C7636617}"/>
          </ac:spMkLst>
        </pc:spChg>
        <pc:spChg chg="mod">
          <ac:chgData name="Reiner, Ben (B)" userId="db925a48-ca58-4dcf-b594-955bb056bb20" providerId="ADAL" clId="{6181BEA9-9D87-456A-854F-E2D33B5493A7}" dt="2026-08-20T13:25:27.175" v="14177" actId="20577"/>
          <ac:spMkLst>
            <pc:docMk/>
            <pc:sldMk cId="1815291330" sldId="2146847362"/>
            <ac:spMk id="24" creationId="{BF600E1E-DECC-C6CB-69DA-D8800D706AF8}"/>
          </ac:spMkLst>
        </pc:spChg>
        <pc:spChg chg="mod">
          <ac:chgData name="Reiner, Ben (B)" userId="db925a48-ca58-4dcf-b594-955bb056bb20" providerId="ADAL" clId="{6181BEA9-9D87-456A-854F-E2D33B5493A7}" dt="2026-08-20T13:24:28.395" v="13917" actId="20577"/>
          <ac:spMkLst>
            <pc:docMk/>
            <pc:sldMk cId="1815291330" sldId="2146847362"/>
            <ac:spMk id="26" creationId="{A1A15ABF-69CB-FF34-7934-92F9968448EE}"/>
          </ac:spMkLst>
        </pc:spChg>
        <pc:spChg chg="mod">
          <ac:chgData name="Reiner, Ben (B)" userId="db925a48-ca58-4dcf-b594-955bb056bb20" providerId="ADAL" clId="{6181BEA9-9D87-456A-854F-E2D33B5493A7}" dt="2026-08-20T13:24:10.220" v="13849" actId="20577"/>
          <ac:spMkLst>
            <pc:docMk/>
            <pc:sldMk cId="1815291330" sldId="2146847362"/>
            <ac:spMk id="32" creationId="{595CB064-E343-466F-CD9E-A1FCC5D68213}"/>
          </ac:spMkLst>
        </pc:spChg>
        <pc:spChg chg="mod">
          <ac:chgData name="Reiner, Ben (B)" userId="db925a48-ca58-4dcf-b594-955bb056bb20" providerId="ADAL" clId="{6181BEA9-9D87-456A-854F-E2D33B5493A7}" dt="2026-08-20T13:26:08.790" v="14334" actId="20577"/>
          <ac:spMkLst>
            <pc:docMk/>
            <pc:sldMk cId="1815291330" sldId="2146847362"/>
            <ac:spMk id="34" creationId="{D76E91FE-FDF9-5C88-B8A7-C4A37F05F897}"/>
          </ac:spMkLst>
        </pc:spChg>
        <pc:spChg chg="mod">
          <ac:chgData name="Reiner, Ben (B)" userId="db925a48-ca58-4dcf-b594-955bb056bb20" providerId="ADAL" clId="{6181BEA9-9D87-456A-854F-E2D33B5493A7}" dt="2026-08-20T13:24:40.232" v="13947" actId="20577"/>
          <ac:spMkLst>
            <pc:docMk/>
            <pc:sldMk cId="1815291330" sldId="2146847362"/>
            <ac:spMk id="36" creationId="{B0266BC5-F9DC-D210-2BC8-2F72A7416EF2}"/>
          </ac:spMkLst>
        </pc:spChg>
      </pc:sldChg>
      <pc:sldChg chg="addSp delSp modSp add mod">
        <pc:chgData name="Reiner, Ben (B)" userId="db925a48-ca58-4dcf-b594-955bb056bb20" providerId="ADAL" clId="{6181BEA9-9D87-456A-854F-E2D33B5493A7}" dt="2026-08-20T13:45:54.748" v="16607" actId="20577"/>
        <pc:sldMkLst>
          <pc:docMk/>
          <pc:sldMk cId="1208266462" sldId="2146847363"/>
        </pc:sldMkLst>
        <pc:spChg chg="mod">
          <ac:chgData name="Reiner, Ben (B)" userId="db925a48-ca58-4dcf-b594-955bb056bb20" providerId="ADAL" clId="{6181BEA9-9D87-456A-854F-E2D33B5493A7}" dt="2026-08-20T13:38:14.554" v="15457" actId="20577"/>
          <ac:spMkLst>
            <pc:docMk/>
            <pc:sldMk cId="1208266462" sldId="2146847363"/>
            <ac:spMk id="2" creationId="{B67A80EE-58CC-9505-8FB9-9316DAB43F65}"/>
          </ac:spMkLst>
        </pc:spChg>
        <pc:spChg chg="mod">
          <ac:chgData name="Reiner, Ben (B)" userId="db925a48-ca58-4dcf-b594-955bb056bb20" providerId="ADAL" clId="{6181BEA9-9D87-456A-854F-E2D33B5493A7}" dt="2026-08-20T13:41:36.306" v="15746" actId="20577"/>
          <ac:spMkLst>
            <pc:docMk/>
            <pc:sldMk cId="1208266462" sldId="2146847363"/>
            <ac:spMk id="3" creationId="{C4326C15-D727-6A2A-BCA2-B16CE7D85A86}"/>
          </ac:spMkLst>
        </pc:spChg>
        <pc:spChg chg="mod">
          <ac:chgData name="Reiner, Ben (B)" userId="db925a48-ca58-4dcf-b594-955bb056bb20" providerId="ADAL" clId="{6181BEA9-9D87-456A-854F-E2D33B5493A7}" dt="2026-08-20T13:41:42.666" v="15766" actId="20577"/>
          <ac:spMkLst>
            <pc:docMk/>
            <pc:sldMk cId="1208266462" sldId="2146847363"/>
            <ac:spMk id="5" creationId="{AE1DDDA5-2E06-DB56-5048-4C05063D54A6}"/>
          </ac:spMkLst>
        </pc:spChg>
        <pc:spChg chg="add del mod">
          <ac:chgData name="Reiner, Ben (B)" userId="db925a48-ca58-4dcf-b594-955bb056bb20" providerId="ADAL" clId="{6181BEA9-9D87-456A-854F-E2D33B5493A7}" dt="2026-08-20T13:41:59.761" v="15850" actId="20577"/>
          <ac:spMkLst>
            <pc:docMk/>
            <pc:sldMk cId="1208266462" sldId="2146847363"/>
            <ac:spMk id="6" creationId="{8DC813AB-5B1E-B938-F5A5-EB994049FB93}"/>
          </ac:spMkLst>
        </pc:spChg>
        <pc:spChg chg="mod">
          <ac:chgData name="Reiner, Ben (B)" userId="db925a48-ca58-4dcf-b594-955bb056bb20" providerId="ADAL" clId="{6181BEA9-9D87-456A-854F-E2D33B5493A7}" dt="2026-08-20T13:42:10.994" v="15863" actId="14100"/>
          <ac:spMkLst>
            <pc:docMk/>
            <pc:sldMk cId="1208266462" sldId="2146847363"/>
            <ac:spMk id="8" creationId="{2C25F02B-A3D5-C76B-8195-5A1C85854FCF}"/>
          </ac:spMkLst>
        </pc:spChg>
        <pc:spChg chg="add del mod">
          <ac:chgData name="Reiner, Ben (B)" userId="db925a48-ca58-4dcf-b594-955bb056bb20" providerId="ADAL" clId="{6181BEA9-9D87-456A-854F-E2D33B5493A7}" dt="2026-08-20T13:42:59.208" v="15970" actId="20577"/>
          <ac:spMkLst>
            <pc:docMk/>
            <pc:sldMk cId="1208266462" sldId="2146847363"/>
            <ac:spMk id="9" creationId="{C676151F-4D87-BDA6-1A24-6CCB999B3E62}"/>
          </ac:spMkLst>
        </pc:spChg>
        <pc:spChg chg="mod">
          <ac:chgData name="Reiner, Ben (B)" userId="db925a48-ca58-4dcf-b594-955bb056bb20" providerId="ADAL" clId="{6181BEA9-9D87-456A-854F-E2D33B5493A7}" dt="2026-08-20T13:43:04.192" v="15984" actId="20577"/>
          <ac:spMkLst>
            <pc:docMk/>
            <pc:sldMk cId="1208266462" sldId="2146847363"/>
            <ac:spMk id="11" creationId="{2F4B1B21-7910-AB51-8DCD-A0F9FAF2E138}"/>
          </ac:spMkLst>
        </pc:spChg>
        <pc:spChg chg="add del mod">
          <ac:chgData name="Reiner, Ben (B)" userId="db925a48-ca58-4dcf-b594-955bb056bb20" providerId="ADAL" clId="{6181BEA9-9D87-456A-854F-E2D33B5493A7}" dt="2026-08-20T13:43:24.815" v="16082" actId="20577"/>
          <ac:spMkLst>
            <pc:docMk/>
            <pc:sldMk cId="1208266462" sldId="2146847363"/>
            <ac:spMk id="12" creationId="{E2267449-10CE-7AE4-DB2B-E63F5FC476D4}"/>
          </ac:spMkLst>
        </pc:spChg>
        <pc:spChg chg="mod">
          <ac:chgData name="Reiner, Ben (B)" userId="db925a48-ca58-4dcf-b594-955bb056bb20" providerId="ADAL" clId="{6181BEA9-9D87-456A-854F-E2D33B5493A7}" dt="2026-08-20T13:45:19.021" v="16485" actId="20577"/>
          <ac:spMkLst>
            <pc:docMk/>
            <pc:sldMk cId="1208266462" sldId="2146847363"/>
            <ac:spMk id="14" creationId="{D46F7B08-C89D-0DB4-FE2D-B67BD2E854C8}"/>
          </ac:spMkLst>
        </pc:spChg>
        <pc:spChg chg="add del mod">
          <ac:chgData name="Reiner, Ben (B)" userId="db925a48-ca58-4dcf-b594-955bb056bb20" providerId="ADAL" clId="{6181BEA9-9D87-456A-854F-E2D33B5493A7}" dt="2026-08-20T13:45:54.748" v="16607" actId="20577"/>
          <ac:spMkLst>
            <pc:docMk/>
            <pc:sldMk cId="1208266462" sldId="2146847363"/>
            <ac:spMk id="15" creationId="{15F88044-7D01-5E7D-03B2-F6809D89A5EE}"/>
          </ac:spMkLst>
        </pc:spChg>
        <pc:spChg chg="mod">
          <ac:chgData name="Reiner, Ben (B)" userId="db925a48-ca58-4dcf-b594-955bb056bb20" providerId="ADAL" clId="{6181BEA9-9D87-456A-854F-E2D33B5493A7}" dt="2026-08-20T13:43:43.254" v="16133" actId="20577"/>
          <ac:spMkLst>
            <pc:docMk/>
            <pc:sldMk cId="1208266462" sldId="2146847363"/>
            <ac:spMk id="17" creationId="{D1C45CAB-D720-8934-760C-5A537F3481CA}"/>
          </ac:spMkLst>
        </pc:spChg>
        <pc:spChg chg="add del mod">
          <ac:chgData name="Reiner, Ben (B)" userId="db925a48-ca58-4dcf-b594-955bb056bb20" providerId="ADAL" clId="{6181BEA9-9D87-456A-854F-E2D33B5493A7}" dt="2026-08-20T13:44:51.844" v="16421" actId="20577"/>
          <ac:spMkLst>
            <pc:docMk/>
            <pc:sldMk cId="1208266462" sldId="2146847363"/>
            <ac:spMk id="18" creationId="{7B6AF299-D222-5EA3-43CA-31D153A5E3D7}"/>
          </ac:spMkLst>
        </pc:spChg>
      </pc:sldChg>
      <pc:sldChg chg="add del">
        <pc:chgData name="Reiner, Ben (B)" userId="db925a48-ca58-4dcf-b594-955bb056bb20" providerId="ADAL" clId="{6181BEA9-9D87-456A-854F-E2D33B5493A7}" dt="2026-08-20T13:23:16.992" v="13799"/>
        <pc:sldMkLst>
          <pc:docMk/>
          <pc:sldMk cId="3677908167" sldId="21468473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68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AD09BE-DDAD-489E-92B4-91DD985A3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5371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5-second beat. Move quickly to content.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0BB1C-C225-513C-F502-9D65D08C0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F5BD2-D38B-EBA1-D27B-E80C721F968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5CF6F6-D0EF-B4E5-9053-9673CFF2207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2D9B9E4-38EA-5987-A855-88AF5C619BBA}"/>
              </a:ext>
            </a:extLst>
          </p:cNvPr>
          <p:cNvSpPr>
            <a:spLocks noGrp="1"/>
          </p:cNvSpPr>
          <p:nvPr>
            <p:ph type="sldNum" sz="quarter" idx="5"/>
          </p:nvPr>
        </p:nvSpPr>
        <p:spPr/>
      </p:sp>
    </p:spTree>
    <p:extLst>
      <p:ext uri="{BB962C8B-B14F-4D97-AF65-F5344CB8AC3E}">
        <p14:creationId xmlns:p14="http://schemas.microsoft.com/office/powerpoint/2010/main" val="3821792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C008B-2D47-3610-6880-CB53F6D36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6A4925-6C3E-AC5C-1C18-68CF9A829A5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AC433ED-B304-1B7E-C1A8-82BDD1F6BE2E}"/>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FDDCAEE-5EB5-57EE-C51E-BBD9B2ACE339}"/>
              </a:ext>
            </a:extLst>
          </p:cNvPr>
          <p:cNvSpPr>
            <a:spLocks noGrp="1"/>
          </p:cNvSpPr>
          <p:nvPr>
            <p:ph type="sldNum" sz="quarter" idx="5"/>
          </p:nvPr>
        </p:nvSpPr>
        <p:spPr/>
      </p:sp>
    </p:spTree>
    <p:extLst>
      <p:ext uri="{BB962C8B-B14F-4D97-AF65-F5344CB8AC3E}">
        <p14:creationId xmlns:p14="http://schemas.microsoft.com/office/powerpoint/2010/main" val="628287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C85B5-8045-AFD4-1115-438D65751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6FD50-CC8A-25BD-6D78-51CEB610AB1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59512FA-4834-EE70-7B87-0C2D9BD9B75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F051835-325E-E8A8-B8B0-4DFEA6A28B7F}"/>
              </a:ext>
            </a:extLst>
          </p:cNvPr>
          <p:cNvSpPr>
            <a:spLocks noGrp="1"/>
          </p:cNvSpPr>
          <p:nvPr>
            <p:ph type="sldNum" sz="quarter" idx="5"/>
          </p:nvPr>
        </p:nvSpPr>
        <p:spPr/>
      </p:sp>
    </p:spTree>
    <p:extLst>
      <p:ext uri="{BB962C8B-B14F-4D97-AF65-F5344CB8AC3E}">
        <p14:creationId xmlns:p14="http://schemas.microsoft.com/office/powerpoint/2010/main" val="3911104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DCBF1-51F0-5CC5-F6F1-2E4208BBF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D3FCD-2F63-71A4-FF5A-1D07EBC8863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DF67E83-C434-AE39-E755-9A88BF7F1C68}"/>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BBFE780-4112-EB1D-6E3D-41C9325300CD}"/>
              </a:ext>
            </a:extLst>
          </p:cNvPr>
          <p:cNvSpPr>
            <a:spLocks noGrp="1"/>
          </p:cNvSpPr>
          <p:nvPr>
            <p:ph type="sldNum" sz="quarter" idx="5"/>
          </p:nvPr>
        </p:nvSpPr>
        <p:spPr/>
      </p:sp>
    </p:spTree>
    <p:extLst>
      <p:ext uri="{BB962C8B-B14F-4D97-AF65-F5344CB8AC3E}">
        <p14:creationId xmlns:p14="http://schemas.microsoft.com/office/powerpoint/2010/main" val="2512476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E5396-0ECA-6387-7247-600BCFC5B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45231-2CB6-6F76-7309-0AF8601D757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D771AF-B540-BFD8-D2C1-A457C45737EF}"/>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9E295A36-B476-304B-BD01-37737F5B0783}"/>
              </a:ext>
            </a:extLst>
          </p:cNvPr>
          <p:cNvSpPr>
            <a:spLocks noGrp="1"/>
          </p:cNvSpPr>
          <p:nvPr>
            <p:ph type="sldNum" sz="quarter" idx="5"/>
          </p:nvPr>
        </p:nvSpPr>
        <p:spPr/>
      </p:sp>
    </p:spTree>
    <p:extLst>
      <p:ext uri="{BB962C8B-B14F-4D97-AF65-F5344CB8AC3E}">
        <p14:creationId xmlns:p14="http://schemas.microsoft.com/office/powerpoint/2010/main" val="2762556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EAFED-7580-6B9D-F9F9-283F4C6D4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0B5492-EAA1-8DB2-45C2-095101B8506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BA4F5A3-1B60-F612-833C-F56169BA962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DF7433C-BACD-689E-6572-9F013F5F667F}"/>
              </a:ext>
            </a:extLst>
          </p:cNvPr>
          <p:cNvSpPr>
            <a:spLocks noGrp="1"/>
          </p:cNvSpPr>
          <p:nvPr>
            <p:ph type="sldNum" sz="quarter" idx="5"/>
          </p:nvPr>
        </p:nvSpPr>
        <p:spPr/>
      </p:sp>
    </p:spTree>
    <p:extLst>
      <p:ext uri="{BB962C8B-B14F-4D97-AF65-F5344CB8AC3E}">
        <p14:creationId xmlns:p14="http://schemas.microsoft.com/office/powerpoint/2010/main" val="2408708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308E-71BA-2970-144E-9FE3FF8CE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03D56-0453-F3DD-B89F-AF0EA6CFD1C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F1A74AB-4ACC-FC1E-99CD-ECC62541339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6E3F46A-AD4B-A9BE-35D8-4F42BCF74FB0}"/>
              </a:ext>
            </a:extLst>
          </p:cNvPr>
          <p:cNvSpPr>
            <a:spLocks noGrp="1"/>
          </p:cNvSpPr>
          <p:nvPr>
            <p:ph type="sldNum" sz="quarter" idx="5"/>
          </p:nvPr>
        </p:nvSpPr>
        <p:spPr/>
      </p:sp>
    </p:spTree>
    <p:extLst>
      <p:ext uri="{BB962C8B-B14F-4D97-AF65-F5344CB8AC3E}">
        <p14:creationId xmlns:p14="http://schemas.microsoft.com/office/powerpoint/2010/main" val="2090498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6107F-7BB5-C281-3F21-2E4DDFF26A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980F2-9DAB-C303-9525-08D7D208C0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4D6C0CD-A93C-4A69-3525-BB7C2583CA3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E825519-DA45-6F32-A2E7-8CD3ACFE01F4}"/>
              </a:ext>
            </a:extLst>
          </p:cNvPr>
          <p:cNvSpPr>
            <a:spLocks noGrp="1"/>
          </p:cNvSpPr>
          <p:nvPr>
            <p:ph type="sldNum" sz="quarter" idx="5"/>
          </p:nvPr>
        </p:nvSpPr>
        <p:spPr/>
      </p:sp>
    </p:spTree>
    <p:extLst>
      <p:ext uri="{BB962C8B-B14F-4D97-AF65-F5344CB8AC3E}">
        <p14:creationId xmlns:p14="http://schemas.microsoft.com/office/powerpoint/2010/main" val="4032093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B731F-26F9-1CB8-96A4-BE45077EA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6729FE-11F7-01C0-9285-0869D54DC4A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36A73BD-11A0-8DEC-D2A1-4F9317685102}"/>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9A66F6BC-673A-0931-D235-5D04D0F075AD}"/>
              </a:ext>
            </a:extLst>
          </p:cNvPr>
          <p:cNvSpPr>
            <a:spLocks noGrp="1"/>
          </p:cNvSpPr>
          <p:nvPr>
            <p:ph type="sldNum" sz="quarter" idx="5"/>
          </p:nvPr>
        </p:nvSpPr>
        <p:spPr/>
      </p:sp>
    </p:spTree>
    <p:extLst>
      <p:ext uri="{BB962C8B-B14F-4D97-AF65-F5344CB8AC3E}">
        <p14:creationId xmlns:p14="http://schemas.microsoft.com/office/powerpoint/2010/main" val="2348665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55CD5-FB50-CC5E-0894-386291370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C3E61-DD2B-6A01-FF38-9ED9E8CE7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2A347-ADE9-96D3-29F9-F835A46FAACF}"/>
              </a:ext>
            </a:extLst>
          </p:cNvPr>
          <p:cNvSpPr>
            <a:spLocks noGrp="1"/>
          </p:cNvSpPr>
          <p:nvPr>
            <p:ph type="body" idx="1"/>
          </p:nvPr>
        </p:nvSpPr>
        <p:spPr/>
        <p:txBody>
          <a:bodyPr/>
          <a:lstStyle/>
          <a:p>
            <a:r>
              <a:rPr lang="en-US"/>
              <a:t>A, C, F</a:t>
            </a:r>
          </a:p>
        </p:txBody>
      </p:sp>
      <p:sp>
        <p:nvSpPr>
          <p:cNvPr id="4" name="Slide Number Placeholder 3">
            <a:extLst>
              <a:ext uri="{FF2B5EF4-FFF2-40B4-BE49-F238E27FC236}">
                <a16:creationId xmlns:a16="http://schemas.microsoft.com/office/drawing/2014/main" id="{4755E1FA-3FFC-44E8-D612-0DDD167CB8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06DAD1-D7AC-4FF6-AEC1-95DA3C60A7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4364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1B7AB-8AF6-46F0-700F-568297EF9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0BDE-2F58-4777-C2F8-9B8D5CA4C3B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5E3DF8A-81A2-409E-6BD2-D23212DD88FB}"/>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ED42B5A-7D04-BE1F-DFEC-2D1CA4A65F40}"/>
              </a:ext>
            </a:extLst>
          </p:cNvPr>
          <p:cNvSpPr>
            <a:spLocks noGrp="1"/>
          </p:cNvSpPr>
          <p:nvPr>
            <p:ph type="sldNum" sz="quarter" idx="5"/>
          </p:nvPr>
        </p:nvSpPr>
        <p:spPr/>
      </p:sp>
    </p:spTree>
    <p:extLst>
      <p:ext uri="{BB962C8B-B14F-4D97-AF65-F5344CB8AC3E}">
        <p14:creationId xmlns:p14="http://schemas.microsoft.com/office/powerpoint/2010/main" val="1734383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31A26-A148-D699-482A-EC91BAA56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6E946-F434-A1A9-3736-3D4618DA23A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AC7BE74-6225-5CA7-69B3-FF866E3DE9C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F941671-8250-D26E-CCDE-5E4E7EE632E3}"/>
              </a:ext>
            </a:extLst>
          </p:cNvPr>
          <p:cNvSpPr>
            <a:spLocks noGrp="1"/>
          </p:cNvSpPr>
          <p:nvPr>
            <p:ph type="sldNum" sz="quarter" idx="5"/>
          </p:nvPr>
        </p:nvSpPr>
        <p:spPr/>
      </p:sp>
    </p:spTree>
    <p:extLst>
      <p:ext uri="{BB962C8B-B14F-4D97-AF65-F5344CB8AC3E}">
        <p14:creationId xmlns:p14="http://schemas.microsoft.com/office/powerpoint/2010/main" val="895580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FD835-388B-7C1C-67E5-E0DD9E8BD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D9AB4-12CF-CC63-5A0F-A87732AC145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B11C677-D640-35BF-33DC-6CECE307E0CF}"/>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B1686B4-2E7E-5CDE-03AE-55AF1111B28B}"/>
              </a:ext>
            </a:extLst>
          </p:cNvPr>
          <p:cNvSpPr>
            <a:spLocks noGrp="1"/>
          </p:cNvSpPr>
          <p:nvPr>
            <p:ph type="sldNum" sz="quarter" idx="5"/>
          </p:nvPr>
        </p:nvSpPr>
        <p:spPr/>
      </p:sp>
    </p:spTree>
    <p:extLst>
      <p:ext uri="{BB962C8B-B14F-4D97-AF65-F5344CB8AC3E}">
        <p14:creationId xmlns:p14="http://schemas.microsoft.com/office/powerpoint/2010/main" val="1471045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89065-67CC-D4F2-9246-647E9D803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47F6C-FB13-F823-CFBD-BF12B0B491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01AA2DE-558B-C3B8-959E-91069CEE855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327EA17F-B0B5-889D-AF11-823F65A0E85E}"/>
              </a:ext>
            </a:extLst>
          </p:cNvPr>
          <p:cNvSpPr>
            <a:spLocks noGrp="1"/>
          </p:cNvSpPr>
          <p:nvPr>
            <p:ph type="sldNum" sz="quarter" idx="5"/>
          </p:nvPr>
        </p:nvSpPr>
        <p:spPr/>
      </p:sp>
    </p:spTree>
    <p:extLst>
      <p:ext uri="{BB962C8B-B14F-4D97-AF65-F5344CB8AC3E}">
        <p14:creationId xmlns:p14="http://schemas.microsoft.com/office/powerpoint/2010/main" val="2123409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A8D39-75A1-8430-6E6A-009DC1897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20AC4-0F55-7066-D52B-06C58BCD160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0C61B72-756E-F004-00ED-38DBF82BA0A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F4340B4-D977-2575-1BD6-98790C98F087}"/>
              </a:ext>
            </a:extLst>
          </p:cNvPr>
          <p:cNvSpPr>
            <a:spLocks noGrp="1"/>
          </p:cNvSpPr>
          <p:nvPr>
            <p:ph type="sldNum" sz="quarter" idx="5"/>
          </p:nvPr>
        </p:nvSpPr>
        <p:spPr/>
      </p:sp>
    </p:spTree>
    <p:extLst>
      <p:ext uri="{BB962C8B-B14F-4D97-AF65-F5344CB8AC3E}">
        <p14:creationId xmlns:p14="http://schemas.microsoft.com/office/powerpoint/2010/main" val="3004550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73640-8ADE-46B8-8E6E-0F0DA8F95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3375B-FF51-8CDD-1F6C-216415AA6A2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8ED61FC-4970-99E1-FE52-77E965897B0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FF070EE-61D1-1662-37D4-4FDE847FACB5}"/>
              </a:ext>
            </a:extLst>
          </p:cNvPr>
          <p:cNvSpPr>
            <a:spLocks noGrp="1"/>
          </p:cNvSpPr>
          <p:nvPr>
            <p:ph type="sldNum" sz="quarter" idx="5"/>
          </p:nvPr>
        </p:nvSpPr>
        <p:spPr/>
      </p:sp>
    </p:spTree>
    <p:extLst>
      <p:ext uri="{BB962C8B-B14F-4D97-AF65-F5344CB8AC3E}">
        <p14:creationId xmlns:p14="http://schemas.microsoft.com/office/powerpoint/2010/main" val="2993430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6FE63-70DD-952C-CAF6-E5FF03F27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34BB7-51C1-F527-6E4D-1993442A0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AA76A-26B3-A9EE-B86D-B3F10A54B603}"/>
              </a:ext>
            </a:extLst>
          </p:cNvPr>
          <p:cNvSpPr>
            <a:spLocks noGrp="1"/>
          </p:cNvSpPr>
          <p:nvPr>
            <p:ph type="body" idx="1"/>
          </p:nvPr>
        </p:nvSpPr>
        <p:spPr/>
        <p:txBody>
          <a:bodyPr/>
          <a:lstStyle/>
          <a:p>
            <a:r>
              <a:rPr lang="en-US"/>
              <a:t>A, C, F</a:t>
            </a:r>
          </a:p>
        </p:txBody>
      </p:sp>
      <p:sp>
        <p:nvSpPr>
          <p:cNvPr id="4" name="Slide Number Placeholder 3">
            <a:extLst>
              <a:ext uri="{FF2B5EF4-FFF2-40B4-BE49-F238E27FC236}">
                <a16:creationId xmlns:a16="http://schemas.microsoft.com/office/drawing/2014/main" id="{38A6160A-3008-48ED-9824-906EE4B01A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06DAD1-D7AC-4FF6-AEC1-95DA3C60A7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17762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9BEB6-521A-EE55-1AA9-48560B727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8ED26-B819-B564-FBC5-C442439890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0055AAA-C5A0-C4C6-9CBA-0A8625134B2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D4A44D6-7C74-4E07-9E7A-F0B5D3765E1D}"/>
              </a:ext>
            </a:extLst>
          </p:cNvPr>
          <p:cNvSpPr>
            <a:spLocks noGrp="1"/>
          </p:cNvSpPr>
          <p:nvPr>
            <p:ph type="sldNum" sz="quarter" idx="5"/>
          </p:nvPr>
        </p:nvSpPr>
        <p:spPr/>
      </p:sp>
    </p:spTree>
    <p:extLst>
      <p:ext uri="{BB962C8B-B14F-4D97-AF65-F5344CB8AC3E}">
        <p14:creationId xmlns:p14="http://schemas.microsoft.com/office/powerpoint/2010/main" val="338394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20112-1C55-BA5E-FD3A-CBD13EC2E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F3389-0E00-7553-6214-863BADB5E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912F19-0E47-B12B-78BA-9423D05061B2}"/>
              </a:ext>
            </a:extLst>
          </p:cNvPr>
          <p:cNvSpPr>
            <a:spLocks noGrp="1"/>
          </p:cNvSpPr>
          <p:nvPr>
            <p:ph type="body" idx="1"/>
          </p:nvPr>
        </p:nvSpPr>
        <p:spPr/>
        <p:txBody>
          <a:bodyPr/>
          <a:lstStyle/>
          <a:p>
            <a:r>
              <a:rPr lang="en-US"/>
              <a:t>A, C, F</a:t>
            </a:r>
          </a:p>
        </p:txBody>
      </p:sp>
      <p:sp>
        <p:nvSpPr>
          <p:cNvPr id="4" name="Slide Number Placeholder 3">
            <a:extLst>
              <a:ext uri="{FF2B5EF4-FFF2-40B4-BE49-F238E27FC236}">
                <a16:creationId xmlns:a16="http://schemas.microsoft.com/office/drawing/2014/main" id="{C258708B-B5BB-DA2E-0B27-1713984519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06DAD1-D7AC-4FF6-AEC1-95DA3C60A7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80839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F8F3E-99F0-4ADF-83EE-7CD697D17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2F278-F414-012E-CFF0-17E2DAB3D3C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2C4B7BB-3791-742E-ED77-72CEF0E64DD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9F38E9B-EDCC-9282-5C29-B702055E1590}"/>
              </a:ext>
            </a:extLst>
          </p:cNvPr>
          <p:cNvSpPr>
            <a:spLocks noGrp="1"/>
          </p:cNvSpPr>
          <p:nvPr>
            <p:ph type="sldNum" sz="quarter" idx="5"/>
          </p:nvPr>
        </p:nvSpPr>
        <p:spPr/>
      </p:sp>
    </p:spTree>
    <p:extLst>
      <p:ext uri="{BB962C8B-B14F-4D97-AF65-F5344CB8AC3E}">
        <p14:creationId xmlns:p14="http://schemas.microsoft.com/office/powerpoint/2010/main" val="29617612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Framing: this is not a talk about what LLMs can do. It is a talk about how to build with them the way you build any other instrument method - with a written procedure, a calibration set, and a number that says whether it works.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92825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Ask the room how they currently keep track of a prompt that worked. Answer is usually a chat message or a code comment. That is the problem.</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35897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Signature = what. Module = how. Metric = what good means. Optimizer = the search. Everything else in DSPy sits on these four.</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00278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out that the docstring is not decoration - it is the task description the optimizer is allowed to rewrite. The type annotations do the parsing work for you.</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57339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GEPA numbers are from the paper (arXiv:2507.19457, ICLR 2026 oral). The comparison is against GRPO, a reinforcement-learning method that needs thousands of rollouts. The Shopify and Dropbox figures are self-reported in the DSPy docs - present them as reported, not measured by us.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4924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key mechanism: the metric returns a score AND a sentence. Pareto selection keeps candidates that win on some examples rather than only the single best average.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93111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slide to dwell on. The metric is the only place your domain judgement enters the loop. If the metric is wrong, the optimizer will faithfully optimize the wrong thing.</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26531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Flex is where prompt optimization becomes program synthesis. Declare program_trace in the metric signature and GEPA passes the execution trace, letting you penalize model calls.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90286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honest outcome matters more than the flashy one: if the optimizer discovers the task is deterministic and writes plain Python, that is a result worth having. Run the notebook live if there is time.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95774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Context rot: model quality degrades as context grows. RLM separates the variable space (data in the REPL) from the token space (what the model reads). Needs Deno for the sandbox.</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4462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Tie back to the group's own work: pick one curation or triage task someone in the room already does by hand.</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BCD28C8-682E-454D-BCA2-4D563CC0209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6586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60519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Logo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87C33A6-FF4C-AB42-9E2A-013F4F02C8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10968"/>
            <a:ext cx="12192000" cy="541867"/>
          </a:xfrm>
          <a:prstGeom prst="rect">
            <a:avLst/>
          </a:prstGeom>
        </p:spPr>
      </p:pic>
      <p:sp>
        <p:nvSpPr>
          <p:cNvPr id="18" name="Content Placeholder 2">
            <a:extLst>
              <a:ext uri="{FF2B5EF4-FFF2-40B4-BE49-F238E27FC236}">
                <a16:creationId xmlns:a16="http://schemas.microsoft.com/office/drawing/2014/main" id="{2CB978F2-E9DC-43A6-A84F-48F54FD5547E}"/>
              </a:ext>
            </a:extLst>
          </p:cNvPr>
          <p:cNvSpPr>
            <a:spLocks noGrp="1"/>
          </p:cNvSpPr>
          <p:nvPr>
            <p:ph idx="1"/>
          </p:nvPr>
        </p:nvSpPr>
        <p:spPr>
          <a:xfrm>
            <a:off x="541867" y="889000"/>
            <a:ext cx="11106151" cy="5283200"/>
          </a:xfrm>
          <a:prstGeom prst="rect">
            <a:avLst/>
          </a:prstGeom>
        </p:spPr>
        <p:txBody>
          <a:bodyPr lIns="45720" rIns="45720">
            <a:noAutofit/>
          </a:bodyPr>
          <a:lstStyle>
            <a:lvl1pPr marL="304792" indent="-304792">
              <a:buClr>
                <a:srgbClr val="E80032"/>
              </a:buClr>
              <a:buFont typeface="Wingdings" panose="05000000000000000000" pitchFamily="2" charset="2"/>
              <a:buChar char="§"/>
              <a:defRPr sz="2133">
                <a:solidFill>
                  <a:schemeClr val="tx1">
                    <a:lumMod val="75000"/>
                    <a:lumOff val="25000"/>
                  </a:schemeClr>
                </a:solidFill>
                <a:latin typeface="Arial" panose="020B0604020202020204" pitchFamily="34" charset="0"/>
                <a:cs typeface="Arial" panose="020B0604020202020204" pitchFamily="34" charset="0"/>
              </a:defRPr>
            </a:lvl1pPr>
            <a:lvl2pPr marL="609585" indent="-304792">
              <a:buClr>
                <a:srgbClr val="E80032"/>
              </a:buClr>
              <a:buSzPct val="80000"/>
              <a:buFont typeface="Wingdings" panose="05000000000000000000" pitchFamily="2" charset="2"/>
              <a:buChar char="Ø"/>
              <a:defRPr sz="1867">
                <a:solidFill>
                  <a:schemeClr val="tx1">
                    <a:lumMod val="75000"/>
                    <a:lumOff val="25000"/>
                  </a:schemeClr>
                </a:solidFill>
                <a:latin typeface="Arial" panose="020B0604020202020204" pitchFamily="34" charset="0"/>
                <a:cs typeface="Arial" panose="020B0604020202020204" pitchFamily="34" charset="0"/>
              </a:defRPr>
            </a:lvl2pPr>
            <a:lvl3pPr marL="914377" indent="-304792">
              <a:buClr>
                <a:srgbClr val="E80032"/>
              </a:buClr>
              <a:buSzPct val="80000"/>
              <a:buFont typeface="Wingdings" panose="05000000000000000000" pitchFamily="2" charset="2"/>
              <a:buChar char="ü"/>
              <a:defRPr sz="1733">
                <a:solidFill>
                  <a:schemeClr val="tx1">
                    <a:lumMod val="75000"/>
                    <a:lumOff val="25000"/>
                  </a:schemeClr>
                </a:solidFill>
                <a:latin typeface="Arial" panose="020B0604020202020204" pitchFamily="34" charset="0"/>
                <a:cs typeface="Arial" panose="020B0604020202020204" pitchFamily="34" charset="0"/>
              </a:defRPr>
            </a:lvl3pPr>
            <a:lvl4pPr>
              <a:defRPr sz="2400"/>
            </a:lvl4pPr>
            <a:lvl5pPr>
              <a:defRPr sz="2400"/>
            </a:lvl5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004B87FB-ADA9-46D4-8FB7-72CF7CAC96B1}"/>
              </a:ext>
            </a:extLst>
          </p:cNvPr>
          <p:cNvSpPr>
            <a:spLocks noGrp="1"/>
          </p:cNvSpPr>
          <p:nvPr>
            <p:ph type="title"/>
          </p:nvPr>
        </p:nvSpPr>
        <p:spPr>
          <a:xfrm>
            <a:off x="541297" y="123735"/>
            <a:ext cx="11106912" cy="560832"/>
          </a:xfrm>
          <a:prstGeom prst="rect">
            <a:avLst/>
          </a:prstGeom>
        </p:spPr>
        <p:txBody>
          <a:bodyPr lIns="45720" rIns="45720" anchor="ctr"/>
          <a:lstStyle>
            <a:lvl1pPr>
              <a:defRPr lang="en-US" sz="2667" cap="small" baseline="0" dirty="0">
                <a:solidFill>
                  <a:schemeClr val="tx1">
                    <a:lumMod val="75000"/>
                    <a:lumOff val="25000"/>
                  </a:schemeClr>
                </a:solidFill>
                <a:latin typeface="Arial" panose="020B0604020202020204" pitchFamily="34" charset="0"/>
                <a:cs typeface="Arial" panose="020B0604020202020204" pitchFamily="34" charset="0"/>
              </a:defRPr>
            </a:lvl1pPr>
          </a:lstStyle>
          <a:p>
            <a:pPr marL="0" lvl="0"/>
            <a:r>
              <a:rPr lang="en-US"/>
              <a:t>Click to edit Master title style</a:t>
            </a:r>
            <a:endParaRPr lang="en-US" dirty="0"/>
          </a:p>
        </p:txBody>
      </p:sp>
      <p:sp>
        <p:nvSpPr>
          <p:cNvPr id="13" name="Slide Number Placeholder 3">
            <a:extLst>
              <a:ext uri="{FF2B5EF4-FFF2-40B4-BE49-F238E27FC236}">
                <a16:creationId xmlns:a16="http://schemas.microsoft.com/office/drawing/2014/main" id="{81DE34CD-E61D-4FA8-ACC1-67A1F24A3A4D}"/>
              </a:ext>
            </a:extLst>
          </p:cNvPr>
          <p:cNvSpPr>
            <a:spLocks noGrp="1"/>
          </p:cNvSpPr>
          <p:nvPr>
            <p:ph type="sldNum" sz="quarter" idx="11"/>
          </p:nvPr>
        </p:nvSpPr>
        <p:spPr>
          <a:xfrm>
            <a:off x="11019266" y="6487075"/>
            <a:ext cx="624551" cy="365760"/>
          </a:xfrm>
          <a:prstGeom prst="rect">
            <a:avLst/>
          </a:prstGeom>
          <a:noFill/>
        </p:spPr>
        <p:txBody>
          <a:bodyPr anchor="ctr"/>
          <a:lstStyle>
            <a:lvl1pPr algn="r">
              <a:defRPr sz="1200" b="1">
                <a:solidFill>
                  <a:schemeClr val="tx1">
                    <a:lumMod val="60000"/>
                    <a:lumOff val="40000"/>
                  </a:schemeClr>
                </a:solidFill>
                <a:latin typeface="Arial" panose="020B0604020202020204" pitchFamily="34" charset="0"/>
                <a:cs typeface="Arial" panose="020B0604020202020204" pitchFamily="34" charset="0"/>
              </a:defRPr>
            </a:lvl1pPr>
          </a:lstStyle>
          <a:p>
            <a:fld id="{B6D1532F-61F1-B941-ACDF-6BC65E0B4055}" type="slidenum">
              <a:rPr lang="en-US" smtClean="0"/>
              <a:pPr/>
              <a:t>‹#›</a:t>
            </a:fld>
            <a:endParaRPr lang="en-US" dirty="0"/>
          </a:p>
        </p:txBody>
      </p:sp>
      <p:sp>
        <p:nvSpPr>
          <p:cNvPr id="16" name="Footer Placeholder 2">
            <a:extLst>
              <a:ext uri="{FF2B5EF4-FFF2-40B4-BE49-F238E27FC236}">
                <a16:creationId xmlns:a16="http://schemas.microsoft.com/office/drawing/2014/main" id="{D2B22BB1-91BE-41E5-AFBB-E2ECEFA427AD}"/>
              </a:ext>
            </a:extLst>
          </p:cNvPr>
          <p:cNvSpPr>
            <a:spLocks noGrp="1"/>
          </p:cNvSpPr>
          <p:nvPr>
            <p:ph type="ftr" sz="quarter" idx="10"/>
          </p:nvPr>
        </p:nvSpPr>
        <p:spPr>
          <a:xfrm>
            <a:off x="539748" y="6487075"/>
            <a:ext cx="4023360" cy="365760"/>
          </a:xfrm>
          <a:prstGeom prst="rect">
            <a:avLst/>
          </a:prstGeom>
        </p:spPr>
        <p:txBody>
          <a:bodyPr lIns="45720" rIns="45720" anchor="ctr"/>
          <a:lstStyle>
            <a:lvl1pPr algn="l">
              <a:defRPr sz="1200">
                <a:solidFill>
                  <a:schemeClr val="tx1">
                    <a:lumMod val="60000"/>
                    <a:lumOff val="40000"/>
                  </a:schemeClr>
                </a:solidFill>
                <a:latin typeface="Arial" panose="020B0604020202020204" pitchFamily="34" charset="0"/>
                <a:cs typeface="Arial" panose="020B0604020202020204" pitchFamily="34" charset="0"/>
              </a:defRPr>
            </a:lvl1pPr>
          </a:lstStyle>
          <a:p>
            <a:endParaRPr lang="en-US" dirty="0"/>
          </a:p>
        </p:txBody>
      </p:sp>
      <p:sp>
        <p:nvSpPr>
          <p:cNvPr id="17" name="Date Placeholder 4">
            <a:extLst>
              <a:ext uri="{FF2B5EF4-FFF2-40B4-BE49-F238E27FC236}">
                <a16:creationId xmlns:a16="http://schemas.microsoft.com/office/drawing/2014/main" id="{C6C6C2DB-CFEA-471E-8F61-D8C09093D1B3}"/>
              </a:ext>
            </a:extLst>
          </p:cNvPr>
          <p:cNvSpPr>
            <a:spLocks noGrp="1"/>
          </p:cNvSpPr>
          <p:nvPr>
            <p:ph type="dt" sz="half" idx="12"/>
          </p:nvPr>
        </p:nvSpPr>
        <p:spPr>
          <a:xfrm>
            <a:off x="7821084" y="6487075"/>
            <a:ext cx="3101421" cy="365760"/>
          </a:xfrm>
          <a:prstGeom prst="rect">
            <a:avLst/>
          </a:prstGeom>
        </p:spPr>
        <p:txBody>
          <a:bodyPr anchor="ctr"/>
          <a:lstStyle>
            <a:lvl1pPr algn="r">
              <a:defRPr sz="1200">
                <a:solidFill>
                  <a:schemeClr val="tx1">
                    <a:lumMod val="60000"/>
                    <a:lumOff val="40000"/>
                  </a:schemeClr>
                </a:solidFill>
                <a:latin typeface="Arial" panose="020B0604020202020204" pitchFamily="34" charset="0"/>
                <a:cs typeface="Arial" panose="020B0604020202020204" pitchFamily="34" charset="0"/>
              </a:defRPr>
            </a:lvl1pPr>
          </a:lstStyle>
          <a:p>
            <a:endParaRPr lang="en-US" dirty="0"/>
          </a:p>
        </p:txBody>
      </p:sp>
      <p:cxnSp>
        <p:nvCxnSpPr>
          <p:cNvPr id="14" name="Straight Connector 13">
            <a:extLst>
              <a:ext uri="{FF2B5EF4-FFF2-40B4-BE49-F238E27FC236}">
                <a16:creationId xmlns:a16="http://schemas.microsoft.com/office/drawing/2014/main" id="{7C3528CD-D474-4F88-8270-2988B637097F}"/>
              </a:ext>
            </a:extLst>
          </p:cNvPr>
          <p:cNvCxnSpPr>
            <a:cxnSpLocks/>
          </p:cNvCxnSpPr>
          <p:nvPr userDrawn="1"/>
        </p:nvCxnSpPr>
        <p:spPr>
          <a:xfrm>
            <a:off x="541865" y="700988"/>
            <a:ext cx="11106912"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5110330"/>
      </p:ext>
    </p:extLst>
  </p:cSld>
  <p:clrMapOvr>
    <a:masterClrMapping/>
  </p:clrMapOvr>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ext-1 column">
    <p:spTree>
      <p:nvGrpSpPr>
        <p:cNvPr id="1" name=""/>
        <p:cNvGrpSpPr/>
        <p:nvPr/>
      </p:nvGrpSpPr>
      <p:grpSpPr>
        <a:xfrm>
          <a:off x="0" y="0"/>
          <a:ext cx="0" cy="0"/>
          <a:chOff x="0" y="0"/>
          <a:chExt cx="0" cy="0"/>
        </a:xfrm>
      </p:grpSpPr>
      <p:sp>
        <p:nvSpPr>
          <p:cNvPr id="21" name="Slide Number Placeholder 3">
            <a:extLst>
              <a:ext uri="{FF2B5EF4-FFF2-40B4-BE49-F238E27FC236}">
                <a16:creationId xmlns:a16="http://schemas.microsoft.com/office/drawing/2014/main" id="{81DE34CD-E61D-4FA8-ACC1-67A1F24A3A4D}"/>
              </a:ext>
            </a:extLst>
          </p:cNvPr>
          <p:cNvSpPr>
            <a:spLocks noGrp="1"/>
          </p:cNvSpPr>
          <p:nvPr>
            <p:ph type="sldNum" sz="quarter" idx="11"/>
          </p:nvPr>
        </p:nvSpPr>
        <p:spPr>
          <a:xfrm>
            <a:off x="11019266" y="6289880"/>
            <a:ext cx="624551" cy="568120"/>
          </a:xfrm>
          <a:prstGeom prst="rect">
            <a:avLst/>
          </a:prstGeom>
          <a:noFill/>
        </p:spPr>
        <p:txBody>
          <a:bodyPr anchor="ctr"/>
          <a:lstStyle>
            <a:lvl1pPr algn="r">
              <a:defRPr sz="1200" b="1">
                <a:solidFill>
                  <a:schemeClr val="tx1">
                    <a:lumMod val="60000"/>
                    <a:lumOff val="40000"/>
                  </a:schemeClr>
                </a:solidFill>
                <a:latin typeface="Arial" panose="020B0604020202020204" pitchFamily="34" charset="0"/>
                <a:cs typeface="Arial" panose="020B0604020202020204" pitchFamily="34" charset="0"/>
              </a:defRPr>
            </a:lvl1pPr>
          </a:lstStyle>
          <a:p>
            <a:fld id="{B6D1532F-61F1-B941-ACDF-6BC65E0B4055}" type="slidenum">
              <a:rPr lang="en-US" smtClean="0"/>
              <a:pPr/>
              <a:t>‹#›</a:t>
            </a:fld>
            <a:endParaRPr lang="en-US"/>
          </a:p>
        </p:txBody>
      </p:sp>
      <p:sp>
        <p:nvSpPr>
          <p:cNvPr id="22" name="Date Placeholder 4">
            <a:extLst>
              <a:ext uri="{FF2B5EF4-FFF2-40B4-BE49-F238E27FC236}">
                <a16:creationId xmlns:a16="http://schemas.microsoft.com/office/drawing/2014/main" id="{C6C6C2DB-CFEA-471E-8F61-D8C09093D1B3}"/>
              </a:ext>
            </a:extLst>
          </p:cNvPr>
          <p:cNvSpPr>
            <a:spLocks noGrp="1"/>
          </p:cNvSpPr>
          <p:nvPr>
            <p:ph type="dt" sz="half" idx="12"/>
          </p:nvPr>
        </p:nvSpPr>
        <p:spPr>
          <a:xfrm>
            <a:off x="7821084" y="6289880"/>
            <a:ext cx="3101421" cy="568120"/>
          </a:xfrm>
          <a:prstGeom prst="rect">
            <a:avLst/>
          </a:prstGeom>
        </p:spPr>
        <p:txBody>
          <a:bodyPr anchor="ctr"/>
          <a:lstStyle>
            <a:lvl1pPr algn="r">
              <a:defRPr sz="1200">
                <a:solidFill>
                  <a:schemeClr val="tx1">
                    <a:lumMod val="60000"/>
                    <a:lumOff val="40000"/>
                  </a:schemeClr>
                </a:solidFill>
                <a:latin typeface="Arial" panose="020B0604020202020204" pitchFamily="34" charset="0"/>
                <a:cs typeface="Arial" panose="020B0604020202020204" pitchFamily="34" charset="0"/>
              </a:defRPr>
            </a:lvl1pPr>
          </a:lstStyle>
          <a:p>
            <a:endParaRPr lang="en-US"/>
          </a:p>
        </p:txBody>
      </p:sp>
      <p:sp>
        <p:nvSpPr>
          <p:cNvPr id="11" name="Rectangle 10">
            <a:extLst>
              <a:ext uri="{FF2B5EF4-FFF2-40B4-BE49-F238E27FC236}">
                <a16:creationId xmlns:a16="http://schemas.microsoft.com/office/drawing/2014/main" id="{6A862C1E-A2D1-4E41-AA16-A93D6214A27C}"/>
              </a:ext>
            </a:extLst>
          </p:cNvPr>
          <p:cNvSpPr/>
          <p:nvPr userDrawn="1"/>
        </p:nvSpPr>
        <p:spPr>
          <a:xfrm>
            <a:off x="6107613" y="1"/>
            <a:ext cx="6084388" cy="380164"/>
          </a:xfrm>
          <a:prstGeom prst="rect">
            <a:avLst/>
          </a:prstGeom>
          <a:solidFill>
            <a:srgbClr val="E3E6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Title 10">
            <a:extLst>
              <a:ext uri="{FF2B5EF4-FFF2-40B4-BE49-F238E27FC236}">
                <a16:creationId xmlns:a16="http://schemas.microsoft.com/office/drawing/2014/main" id="{F6A5FF92-11D1-2843-A4C7-A3348478831F}"/>
              </a:ext>
            </a:extLst>
          </p:cNvPr>
          <p:cNvSpPr>
            <a:spLocks noGrp="1"/>
          </p:cNvSpPr>
          <p:nvPr>
            <p:ph type="title"/>
          </p:nvPr>
        </p:nvSpPr>
        <p:spPr>
          <a:xfrm>
            <a:off x="508253" y="663173"/>
            <a:ext cx="8903015" cy="1068352"/>
          </a:xfrm>
          <a:prstGeom prst="rect">
            <a:avLst/>
          </a:prstGeom>
        </p:spPr>
        <p:txBody>
          <a:bodyPr/>
          <a:lstStyle/>
          <a:p>
            <a:r>
              <a:rPr lang="en-US"/>
              <a:t>Click to edit Master title style</a:t>
            </a:r>
          </a:p>
        </p:txBody>
      </p:sp>
      <p:sp>
        <p:nvSpPr>
          <p:cNvPr id="13" name="Text Placeholder 6">
            <a:extLst>
              <a:ext uri="{FF2B5EF4-FFF2-40B4-BE49-F238E27FC236}">
                <a16:creationId xmlns:a16="http://schemas.microsoft.com/office/drawing/2014/main" id="{53A313C1-41F3-E24A-9004-F00D19CCA2A9}"/>
              </a:ext>
            </a:extLst>
          </p:cNvPr>
          <p:cNvSpPr>
            <a:spLocks noGrp="1"/>
          </p:cNvSpPr>
          <p:nvPr>
            <p:ph type="body" sz="quarter" idx="13"/>
          </p:nvPr>
        </p:nvSpPr>
        <p:spPr>
          <a:xfrm>
            <a:off x="503621" y="1833126"/>
            <a:ext cx="11140196" cy="4320932"/>
          </a:xfrm>
          <a:prstGeom prst="rect">
            <a:avLst/>
          </a:prstGeom>
        </p:spPr>
        <p:txBody>
          <a:bodyPr>
            <a:noAutofit/>
          </a:bodyPr>
          <a:lstStyle>
            <a:lvl1pPr>
              <a:defRPr>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FE12E189-7E93-3C43-8F36-B94CE94534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03621" y="6255657"/>
            <a:ext cx="1157500" cy="399392"/>
          </a:xfrm>
          <a:prstGeom prst="rect">
            <a:avLst/>
          </a:prstGeom>
        </p:spPr>
      </p:pic>
      <p:pic>
        <p:nvPicPr>
          <p:cNvPr id="14" name="Picture 13">
            <a:extLst>
              <a:ext uri="{FF2B5EF4-FFF2-40B4-BE49-F238E27FC236}">
                <a16:creationId xmlns:a16="http://schemas.microsoft.com/office/drawing/2014/main" id="{E2D073B4-D916-6444-BBE8-059A7656FA4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965" t="24874" r="39940" b="69299"/>
          <a:stretch/>
        </p:blipFill>
        <p:spPr>
          <a:xfrm rot="10800000">
            <a:off x="1" y="1953"/>
            <a:ext cx="6107612" cy="399392"/>
          </a:xfrm>
          <a:prstGeom prst="rect">
            <a:avLst/>
          </a:prstGeom>
        </p:spPr>
      </p:pic>
    </p:spTree>
    <p:extLst>
      <p:ext uri="{BB962C8B-B14F-4D97-AF65-F5344CB8AC3E}">
        <p14:creationId xmlns:p14="http://schemas.microsoft.com/office/powerpoint/2010/main" val="343950178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3009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3987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36144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84711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63810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90716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27740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58360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250827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0824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7076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11080376" cy="64872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9116"/>
            <a:ext cx="11080376" cy="49170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DCBCD6E6-E764-3910-1CF1-9810E42F878C}"/>
              </a:ext>
            </a:extLst>
          </p:cNvPr>
          <p:cNvSpPr txBox="1"/>
          <p:nvPr userDrawn="1">
            <p:extLst>
              <p:ext uri="{1162E1C5-73C7-4A58-AE30-91384D911F3F}">
                <p184:classification xmlns:p184="http://schemas.microsoft.com/office/powerpoint/2018/4/main" val="ftr"/>
              </p:ext>
            </p:extLst>
          </p:nvPr>
        </p:nvSpPr>
        <p:spPr>
          <a:xfrm>
            <a:off x="5614162" y="6642100"/>
            <a:ext cx="98901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General Business</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457200" rtl="0" eaLnBrk="1" latinLnBrk="0" hangingPunct="1">
        <a:spcBef>
          <a:spcPct val="0"/>
        </a:spcBef>
        <a:buNone/>
        <a:defRPr sz="3200" b="1" kern="1200">
          <a:solidFill>
            <a:schemeClr val="tx2"/>
          </a:solidFill>
          <a:latin typeface="Cambria" panose="02040503050406030204" pitchFamily="18" charset="0"/>
          <a:ea typeface="Cambria" panose="02040503050406030204" pitchFamily="18" charset="0"/>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AC1A9B92-C8C1-15AC-BB12-F1831544F684}"/>
              </a:ext>
            </a:extLst>
          </p:cNvPr>
          <p:cNvSpPr txBox="1"/>
          <p:nvPr>
            <p:extLst>
              <p:ext uri="{1162E1C5-73C7-4A58-AE30-91384D911F3F}">
                <p184:classification xmlns:p184="http://schemas.microsoft.com/office/powerpoint/2018/4/main" val="ftr"/>
              </p:ext>
            </p:extLst>
          </p:nvPr>
        </p:nvSpPr>
        <p:spPr>
          <a:xfrm>
            <a:off x="5614162" y="6642100"/>
            <a:ext cx="98901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General Business</a:t>
            </a:r>
          </a:p>
        </p:txBody>
      </p:sp>
    </p:spTree>
    <p:extLst>
      <p:ext uri="{BB962C8B-B14F-4D97-AF65-F5344CB8AC3E}">
        <p14:creationId xmlns:p14="http://schemas.microsoft.com/office/powerpoint/2010/main" val="224192771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https://tidydesign.substack.com/p/what-is-an-agent"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arxiv.org/pdf/2210.03629v3"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hyperlink" Target="https://research.google/blog/accelerating-scientific-breakthroughs-with-an-ai-co-scientist/"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8" Type="http://schemas.openxmlformats.org/officeDocument/2006/relationships/hyperlink" Target="https://dspy.ai/" TargetMode="External"/><Relationship Id="rId3" Type="http://schemas.openxmlformats.org/officeDocument/2006/relationships/hyperlink" Target="https://research.google/blog/accelerating-scientific-breakthroughs-with-an-ai-co-scientist/" TargetMode="External"/><Relationship Id="rId7" Type="http://schemas.openxmlformats.org/officeDocument/2006/relationships/hyperlink" Target="https://arxiv.org/abs/2507.19457" TargetMode="External"/><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hyperlink" Target="https://github.com/rtk-ai/rtk" TargetMode="External"/><Relationship Id="rId5" Type="http://schemas.openxmlformats.org/officeDocument/2006/relationships/hyperlink" Target="https://arxiv.org/pdf/2210.03629v3" TargetMode="External"/><Relationship Id="rId4" Type="http://schemas.openxmlformats.org/officeDocument/2006/relationships/hyperlink" Target="https://tidydesign.substack.com/p/what-is-an-ag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89000"/>
            <a:ext cx="9767455" cy="4549899"/>
          </a:xfrm>
        </p:spPr>
        <p:txBody>
          <a:bodyPr/>
          <a:lstStyle/>
          <a:p>
            <a:pPr>
              <a:spcBef>
                <a:spcPts val="0"/>
              </a:spcBef>
            </a:pPr>
            <a:r>
              <a:rPr lang="en-US" sz="2400" dirty="0">
                <a:latin typeface="Aptos" panose="020B0004020202020204" pitchFamily="34" charset="0"/>
              </a:rPr>
              <a:t>Education </a:t>
            </a:r>
          </a:p>
          <a:p>
            <a:pPr lvl="1">
              <a:spcBef>
                <a:spcPts val="0"/>
              </a:spcBef>
            </a:pPr>
            <a:r>
              <a:rPr lang="en-US" sz="2000" dirty="0">
                <a:latin typeface="Aptos" panose="020B0004020202020204" pitchFamily="34" charset="0"/>
              </a:rPr>
              <a:t>BS Chemistry &amp; Applied </a:t>
            </a:r>
            <a:r>
              <a:rPr lang="en-US" sz="2000" dirty="0" err="1">
                <a:latin typeface="Aptos" panose="020B0004020202020204" pitchFamily="34" charset="0"/>
              </a:rPr>
              <a:t>Maths</a:t>
            </a:r>
            <a:r>
              <a:rPr lang="en-US" sz="2000" dirty="0">
                <a:latin typeface="Aptos" panose="020B0004020202020204" pitchFamily="34" charset="0"/>
              </a:rPr>
              <a:t>, Boston College, 2013</a:t>
            </a:r>
          </a:p>
          <a:p>
            <a:pPr lvl="1">
              <a:spcBef>
                <a:spcPts val="0"/>
              </a:spcBef>
            </a:pPr>
            <a:r>
              <a:rPr lang="en-US" sz="2000" dirty="0">
                <a:latin typeface="Aptos" panose="020B0004020202020204" pitchFamily="34" charset="0"/>
              </a:rPr>
              <a:t>PhD Organometallic Chemistry, Ohio State University, 2018</a:t>
            </a:r>
          </a:p>
          <a:p>
            <a:pPr lvl="1">
              <a:spcBef>
                <a:spcPts val="0"/>
              </a:spcBef>
            </a:pPr>
            <a:r>
              <a:rPr lang="en-US" sz="2000" dirty="0" err="1">
                <a:latin typeface="Aptos" panose="020B0004020202020204" pitchFamily="34" charset="0"/>
              </a:rPr>
              <a:t>PostDoc</a:t>
            </a:r>
            <a:r>
              <a:rPr lang="en-US" sz="2000" dirty="0">
                <a:latin typeface="Aptos" panose="020B0004020202020204" pitchFamily="34" charset="0"/>
              </a:rPr>
              <a:t> Catalysis Informatics, University of Minnesota, 2019</a:t>
            </a:r>
          </a:p>
          <a:p>
            <a:pPr>
              <a:spcBef>
                <a:spcPts val="0"/>
              </a:spcBef>
            </a:pPr>
            <a:endParaRPr lang="en-US" sz="1600" dirty="0">
              <a:latin typeface="Aptos" panose="020B0004020202020204" pitchFamily="34" charset="0"/>
            </a:endParaRPr>
          </a:p>
          <a:p>
            <a:pPr>
              <a:spcBef>
                <a:spcPts val="0"/>
              </a:spcBef>
            </a:pPr>
            <a:r>
              <a:rPr lang="en-US" sz="2400" dirty="0">
                <a:latin typeface="Aptos" panose="020B0004020202020204" pitchFamily="34" charset="0"/>
              </a:rPr>
              <a:t>Career @ Dow</a:t>
            </a:r>
          </a:p>
          <a:p>
            <a:pPr lvl="1">
              <a:spcBef>
                <a:spcPts val="600"/>
              </a:spcBef>
            </a:pPr>
            <a:r>
              <a:rPr lang="en-US" sz="2000" b="1" dirty="0">
                <a:latin typeface="Aptos" panose="020B0004020202020204" pitchFamily="34" charset="0"/>
              </a:rPr>
              <a:t>Senior Research Specialist</a:t>
            </a:r>
            <a:r>
              <a:rPr lang="en-US" sz="2000" dirty="0">
                <a:latin typeface="Aptos" panose="020B0004020202020204" pitchFamily="34" charset="0"/>
              </a:rPr>
              <a:t>, Analytical Chemistry, Dow Core R&amp;D, 2020 - 2024</a:t>
            </a:r>
          </a:p>
          <a:p>
            <a:pPr lvl="1">
              <a:spcBef>
                <a:spcPts val="600"/>
              </a:spcBef>
            </a:pPr>
            <a:r>
              <a:rPr lang="en-US" sz="2000" b="1" dirty="0">
                <a:latin typeface="Aptos" panose="020B0004020202020204" pitchFamily="34" charset="0"/>
              </a:rPr>
              <a:t>Associate Research Scientist</a:t>
            </a:r>
            <a:r>
              <a:rPr lang="en-US" sz="2000" dirty="0">
                <a:latin typeface="Aptos" panose="020B0004020202020204" pitchFamily="34" charset="0"/>
              </a:rPr>
              <a:t>, Information Research, Dow Core R&amp;D, 2024 – 2025</a:t>
            </a:r>
          </a:p>
          <a:p>
            <a:pPr lvl="1">
              <a:spcBef>
                <a:spcPts val="600"/>
              </a:spcBef>
            </a:pPr>
            <a:r>
              <a:rPr lang="en-US" sz="2000" b="1" dirty="0">
                <a:latin typeface="Aptos" panose="020B0004020202020204" pitchFamily="34" charset="0"/>
              </a:rPr>
              <a:t>Research Scientist</a:t>
            </a:r>
            <a:r>
              <a:rPr lang="en-US" sz="2000" dirty="0">
                <a:latin typeface="Aptos" panose="020B0004020202020204" pitchFamily="34" charset="0"/>
              </a:rPr>
              <a:t>, </a:t>
            </a:r>
            <a:r>
              <a:rPr lang="en-US" sz="2000" dirty="0" err="1">
                <a:latin typeface="Aptos" panose="020B0004020202020204" pitchFamily="34" charset="0"/>
              </a:rPr>
              <a:t>MiLOS</a:t>
            </a:r>
            <a:r>
              <a:rPr lang="en-US" sz="2000" dirty="0">
                <a:latin typeface="Aptos" panose="020B0004020202020204" pitchFamily="34" charset="0"/>
              </a:rPr>
              <a:t>, Dow Core R&amp;D, 2026 – present</a:t>
            </a:r>
          </a:p>
          <a:p>
            <a:pPr lvl="2">
              <a:spcBef>
                <a:spcPts val="0"/>
              </a:spcBef>
            </a:pPr>
            <a:r>
              <a:rPr lang="en-US" sz="1800" dirty="0">
                <a:latin typeface="Aptos" panose="020B0004020202020204" pitchFamily="34" charset="0"/>
              </a:rPr>
              <a:t>Research: machine assisted synthesis, reaction modeling, material omics, spectroscopy &amp; compressed sensing, predictive biodegradation, patent intelligence</a:t>
            </a:r>
          </a:p>
          <a:p>
            <a:pPr lvl="2">
              <a:spcBef>
                <a:spcPts val="0"/>
              </a:spcBef>
            </a:pPr>
            <a:r>
              <a:rPr lang="en-US" sz="1800" dirty="0">
                <a:latin typeface="Aptos" panose="020B0004020202020204" pitchFamily="34" charset="0"/>
              </a:rPr>
              <a:t>Citizen Data Science and Digital Transformation</a:t>
            </a:r>
          </a:p>
          <a:p>
            <a:pPr lvl="2">
              <a:spcBef>
                <a:spcPts val="0"/>
              </a:spcBef>
            </a:pPr>
            <a:r>
              <a:rPr lang="en-US" sz="1800" dirty="0">
                <a:latin typeface="Aptos" panose="020B0004020202020204" pitchFamily="34" charset="0"/>
              </a:rPr>
              <a:t>Digital Synthesis &amp; Catalysis AI</a:t>
            </a:r>
          </a:p>
          <a:p>
            <a:pPr lvl="2">
              <a:spcBef>
                <a:spcPts val="0"/>
              </a:spcBef>
            </a:pPr>
            <a:r>
              <a:rPr lang="en-US" sz="1800" dirty="0">
                <a:latin typeface="Aptos" panose="020B0004020202020204" pitchFamily="34" charset="0"/>
              </a:rPr>
              <a:t>Biomaterials Product Development</a:t>
            </a:r>
          </a:p>
          <a:p>
            <a:pPr lvl="2">
              <a:spcBef>
                <a:spcPts val="0"/>
              </a:spcBef>
            </a:pPr>
            <a:endParaRPr lang="en-US" sz="1800" dirty="0">
              <a:latin typeface="Aptos" panose="020B0004020202020204" pitchFamily="34" charset="0"/>
            </a:endParaRPr>
          </a:p>
        </p:txBody>
      </p:sp>
      <p:sp>
        <p:nvSpPr>
          <p:cNvPr id="3" name="Title 2"/>
          <p:cNvSpPr>
            <a:spLocks noGrp="1"/>
          </p:cNvSpPr>
          <p:nvPr>
            <p:ph type="title"/>
          </p:nvPr>
        </p:nvSpPr>
        <p:spPr/>
        <p:txBody>
          <a:bodyPr>
            <a:normAutofit fontScale="90000"/>
          </a:bodyPr>
          <a:lstStyle/>
          <a:p>
            <a:r>
              <a:rPr lang="pt-PT" sz="3200" b="1" dirty="0"/>
              <a:t>Ben Reiner</a:t>
            </a:r>
            <a:endParaRPr lang="en-US" sz="3200" b="1" dirty="0"/>
          </a:p>
        </p:txBody>
      </p:sp>
      <p:sp>
        <p:nvSpPr>
          <p:cNvPr id="4" name="Slide Number Placeholder 3"/>
          <p:cNvSpPr>
            <a:spLocks noGrp="1"/>
          </p:cNvSpPr>
          <p:nvPr>
            <p:ph type="sldNum" sz="quarter" idx="11"/>
          </p:nvPr>
        </p:nvSpPr>
        <p:spPr/>
        <p:txBody>
          <a:bodyPr/>
          <a:lstStyle/>
          <a:p>
            <a:pPr defTabSz="1219170"/>
            <a:fld id="{B6D1532F-61F1-B941-ACDF-6BC65E0B4055}" type="slidenum">
              <a:rPr lang="en-US">
                <a:solidFill>
                  <a:srgbClr val="415364">
                    <a:lumMod val="60000"/>
                    <a:lumOff val="40000"/>
                  </a:srgbClr>
                </a:solidFill>
              </a:rPr>
              <a:pPr defTabSz="1219170"/>
              <a:t>1</a:t>
            </a:fld>
            <a:endParaRPr lang="en-US" dirty="0">
              <a:solidFill>
                <a:srgbClr val="415364">
                  <a:lumMod val="60000"/>
                  <a:lumOff val="40000"/>
                </a:srgbClr>
              </a:solidFill>
            </a:endParaRPr>
          </a:p>
        </p:txBody>
      </p:sp>
      <p:sp>
        <p:nvSpPr>
          <p:cNvPr id="11" name="Footer Placeholder 10"/>
          <p:cNvSpPr>
            <a:spLocks noGrp="1"/>
          </p:cNvSpPr>
          <p:nvPr>
            <p:ph type="ftr" sz="quarter" idx="10"/>
          </p:nvPr>
        </p:nvSpPr>
        <p:spPr/>
        <p:txBody>
          <a:bodyPr/>
          <a:lstStyle/>
          <a:p>
            <a:pPr defTabSz="1219170"/>
            <a:endParaRPr lang="en-US" dirty="0">
              <a:solidFill>
                <a:srgbClr val="415364">
                  <a:lumMod val="60000"/>
                  <a:lumOff val="40000"/>
                </a:srgbClr>
              </a:solidFill>
            </a:endParaRPr>
          </a:p>
        </p:txBody>
      </p:sp>
      <p:pic>
        <p:nvPicPr>
          <p:cNvPr id="6" name="Picture 5">
            <a:extLst>
              <a:ext uri="{FF2B5EF4-FFF2-40B4-BE49-F238E27FC236}">
                <a16:creationId xmlns:a16="http://schemas.microsoft.com/office/drawing/2014/main" id="{246EADAF-66E6-AC50-B016-90FAC460779B}"/>
              </a:ext>
            </a:extLst>
          </p:cNvPr>
          <p:cNvPicPr>
            <a:picLocks noChangeAspect="1"/>
          </p:cNvPicPr>
          <p:nvPr/>
        </p:nvPicPr>
        <p:blipFill>
          <a:blip r:embed="rId3"/>
          <a:stretch>
            <a:fillRect/>
          </a:stretch>
        </p:blipFill>
        <p:spPr>
          <a:xfrm>
            <a:off x="7903484" y="975692"/>
            <a:ext cx="860776" cy="777240"/>
          </a:xfrm>
          <a:prstGeom prst="rect">
            <a:avLst/>
          </a:prstGeom>
        </p:spPr>
      </p:pic>
      <p:pic>
        <p:nvPicPr>
          <p:cNvPr id="14" name="Picture 13">
            <a:extLst>
              <a:ext uri="{FF2B5EF4-FFF2-40B4-BE49-F238E27FC236}">
                <a16:creationId xmlns:a16="http://schemas.microsoft.com/office/drawing/2014/main" id="{F448C1B4-16DF-C341-A201-513E1831BB4B}"/>
              </a:ext>
            </a:extLst>
          </p:cNvPr>
          <p:cNvPicPr>
            <a:picLocks noChangeAspect="1"/>
          </p:cNvPicPr>
          <p:nvPr/>
        </p:nvPicPr>
        <p:blipFill>
          <a:blip r:embed="rId4"/>
          <a:srcRect l="15724" r="13161"/>
          <a:stretch>
            <a:fillRect/>
          </a:stretch>
        </p:blipFill>
        <p:spPr>
          <a:xfrm>
            <a:off x="9528936" y="975692"/>
            <a:ext cx="984950" cy="777240"/>
          </a:xfrm>
          <a:prstGeom prst="rect">
            <a:avLst/>
          </a:prstGeom>
        </p:spPr>
      </p:pic>
      <p:pic>
        <p:nvPicPr>
          <p:cNvPr id="16" name="Picture 15">
            <a:extLst>
              <a:ext uri="{FF2B5EF4-FFF2-40B4-BE49-F238E27FC236}">
                <a16:creationId xmlns:a16="http://schemas.microsoft.com/office/drawing/2014/main" id="{2FDB67B5-6A5F-285E-1499-E74F15743F45}"/>
              </a:ext>
            </a:extLst>
          </p:cNvPr>
          <p:cNvPicPr>
            <a:picLocks noChangeAspect="1"/>
          </p:cNvPicPr>
          <p:nvPr/>
        </p:nvPicPr>
        <p:blipFill>
          <a:blip r:embed="rId5"/>
          <a:stretch>
            <a:fillRect/>
          </a:stretch>
        </p:blipFill>
        <p:spPr>
          <a:xfrm>
            <a:off x="8757978" y="1509553"/>
            <a:ext cx="777240" cy="777240"/>
          </a:xfrm>
          <a:prstGeom prst="rect">
            <a:avLst/>
          </a:prstGeom>
        </p:spPr>
      </p:pic>
      <p:pic>
        <p:nvPicPr>
          <p:cNvPr id="18" name="Picture 17">
            <a:extLst>
              <a:ext uri="{FF2B5EF4-FFF2-40B4-BE49-F238E27FC236}">
                <a16:creationId xmlns:a16="http://schemas.microsoft.com/office/drawing/2014/main" id="{ADA1C986-90BB-C938-9478-95EA8BA72AC8}"/>
              </a:ext>
            </a:extLst>
          </p:cNvPr>
          <p:cNvPicPr>
            <a:picLocks noChangeAspect="1"/>
          </p:cNvPicPr>
          <p:nvPr/>
        </p:nvPicPr>
        <p:blipFill>
          <a:blip r:embed="rId6"/>
          <a:stretch>
            <a:fillRect/>
          </a:stretch>
        </p:blipFill>
        <p:spPr>
          <a:xfrm>
            <a:off x="10437795" y="4707379"/>
            <a:ext cx="975361" cy="1463040"/>
          </a:xfrm>
          <a:prstGeom prst="rect">
            <a:avLst/>
          </a:prstGeom>
        </p:spPr>
      </p:pic>
      <p:pic>
        <p:nvPicPr>
          <p:cNvPr id="20" name="Picture 4" descr="11 Executives, 55 Companies and 91 Products Win 2023 BIG Innovation Award">
            <a:extLst>
              <a:ext uri="{FF2B5EF4-FFF2-40B4-BE49-F238E27FC236}">
                <a16:creationId xmlns:a16="http://schemas.microsoft.com/office/drawing/2014/main" id="{F46ABAE7-2725-0D64-2751-BA82631BBF3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0050" y="4707379"/>
            <a:ext cx="1787357" cy="146304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0" descr="R&amp;D 100 Finalists for 2023 are announced - Research &amp; Development World">
            <a:extLst>
              <a:ext uri="{FF2B5EF4-FFF2-40B4-BE49-F238E27FC236}">
                <a16:creationId xmlns:a16="http://schemas.microsoft.com/office/drawing/2014/main" id="{20643A65-7866-E414-1099-BD271E9245F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47217" y="4707379"/>
            <a:ext cx="1150768" cy="146304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9256645-789C-7403-76BE-7937DB710A6F}"/>
              </a:ext>
            </a:extLst>
          </p:cNvPr>
          <p:cNvPicPr>
            <a:picLocks noChangeAspect="1"/>
          </p:cNvPicPr>
          <p:nvPr/>
        </p:nvPicPr>
        <p:blipFill>
          <a:blip r:embed="rId9"/>
          <a:stretch>
            <a:fillRect/>
          </a:stretch>
        </p:blipFill>
        <p:spPr>
          <a:xfrm>
            <a:off x="10507605" y="1695095"/>
            <a:ext cx="987552" cy="591698"/>
          </a:xfrm>
          <a:prstGeom prst="rect">
            <a:avLst/>
          </a:prstGeom>
        </p:spPr>
      </p:pic>
    </p:spTree>
    <p:extLst>
      <p:ext uri="{BB962C8B-B14F-4D97-AF65-F5344CB8AC3E}">
        <p14:creationId xmlns:p14="http://schemas.microsoft.com/office/powerpoint/2010/main" val="908742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194560"/>
            <a:ext cx="11155680" cy="923330"/>
          </a:xfrm>
          <a:prstGeom prst="rect">
            <a:avLst/>
          </a:prstGeom>
          <a:noFill/>
        </p:spPr>
        <p:txBody>
          <a:bodyPr wrap="square" lIns="45720" rIns="45720" anchor="t">
            <a:spAutoFit/>
          </a:bodyPr>
          <a:lstStyle/>
          <a:p>
            <a:pPr algn="l"/>
            <a:r>
              <a:rPr lang="en-US" sz="5400" b="1" i="0" dirty="0">
                <a:solidFill>
                  <a:srgbClr val="FFFFFF"/>
                </a:solidFill>
                <a:latin typeface="Cambria"/>
              </a:rPr>
              <a:t>Agentic AI for Chemistry</a:t>
            </a:r>
            <a:endParaRPr sz="5400" b="1" i="0" dirty="0">
              <a:solidFill>
                <a:srgbClr val="FFFFFF"/>
              </a:solidFill>
              <a:latin typeface="Cambria"/>
            </a:endParaRPr>
          </a:p>
        </p:txBody>
      </p:sp>
      <p:sp>
        <p:nvSpPr>
          <p:cNvPr id="4" name="TextBox 3"/>
          <p:cNvSpPr txBox="1"/>
          <p:nvPr/>
        </p:nvSpPr>
        <p:spPr>
          <a:xfrm>
            <a:off x="548640" y="3657600"/>
            <a:ext cx="11155680" cy="461665"/>
          </a:xfrm>
          <a:prstGeom prst="rect">
            <a:avLst/>
          </a:prstGeom>
          <a:noFill/>
        </p:spPr>
        <p:txBody>
          <a:bodyPr wrap="square" lIns="45720" rIns="45720" anchor="t">
            <a:spAutoFit/>
          </a:bodyPr>
          <a:lstStyle/>
          <a:p>
            <a:pPr algn="l"/>
            <a:r>
              <a:rPr lang="en-US" sz="2400" b="0" i="0" dirty="0">
                <a:solidFill>
                  <a:srgbClr val="B5BDC8"/>
                </a:solidFill>
                <a:latin typeface="Calibri"/>
              </a:rPr>
              <a:t>The right tool for the right job</a:t>
            </a:r>
            <a:endParaRPr sz="2400" b="0" i="0" dirty="0">
              <a:solidFill>
                <a:srgbClr val="B5BDC8"/>
              </a:solidFill>
              <a:latin typeface="Calibri"/>
            </a:endParaRPr>
          </a:p>
        </p:txBody>
      </p:sp>
      <p:sp>
        <p:nvSpPr>
          <p:cNvPr id="5" name="TextBox 4"/>
          <p:cNvSpPr txBox="1"/>
          <p:nvPr/>
        </p:nvSpPr>
        <p:spPr>
          <a:xfrm>
            <a:off x="548640" y="4721870"/>
            <a:ext cx="11155680" cy="1908215"/>
          </a:xfrm>
          <a:prstGeom prst="rect">
            <a:avLst/>
          </a:prstGeom>
          <a:noFill/>
        </p:spPr>
        <p:txBody>
          <a:bodyPr wrap="square" lIns="45720" rIns="45720" anchor="t">
            <a:spAutoFit/>
          </a:bodyPr>
          <a:lstStyle/>
          <a:p>
            <a:pPr algn="l"/>
            <a:r>
              <a:rPr lang="en-US" sz="2000" b="1" dirty="0">
                <a:solidFill>
                  <a:srgbClr val="B5BDC8"/>
                </a:solidFill>
                <a:latin typeface="Calibri"/>
              </a:rPr>
              <a:t>Ben Reiner,</a:t>
            </a:r>
            <a:r>
              <a:rPr sz="2000" b="1" i="0" dirty="0">
                <a:solidFill>
                  <a:srgbClr val="B5BDC8"/>
                </a:solidFill>
                <a:latin typeface="Calibri"/>
              </a:rPr>
              <a:t> Dow  ·  </a:t>
            </a:r>
            <a:r>
              <a:rPr lang="en-US" sz="2000" b="1" i="0" dirty="0">
                <a:solidFill>
                  <a:srgbClr val="B5BDC8"/>
                </a:solidFill>
                <a:latin typeface="Calibri"/>
              </a:rPr>
              <a:t>Presenter</a:t>
            </a:r>
          </a:p>
          <a:p>
            <a:pPr algn="l"/>
            <a:r>
              <a:rPr lang="en-US" sz="1400" dirty="0">
                <a:solidFill>
                  <a:srgbClr val="B5BDC8"/>
                </a:solidFill>
                <a:latin typeface="Calibri"/>
              </a:rPr>
              <a:t>With content contributions from James Wade</a:t>
            </a:r>
          </a:p>
          <a:p>
            <a:pPr algn="l"/>
            <a:r>
              <a:rPr lang="en-US" sz="1400" b="0" i="0" dirty="0">
                <a:solidFill>
                  <a:srgbClr val="B5BDC8"/>
                </a:solidFill>
                <a:latin typeface="Calibri"/>
              </a:rPr>
              <a:t>Created by humans for humans</a:t>
            </a:r>
          </a:p>
          <a:p>
            <a:pPr algn="l"/>
            <a:endParaRPr lang="en-US" sz="1400" dirty="0">
              <a:solidFill>
                <a:srgbClr val="B5BDC8"/>
              </a:solidFill>
              <a:latin typeface="Calibri"/>
            </a:endParaRPr>
          </a:p>
          <a:p>
            <a:pPr algn="l"/>
            <a:endParaRPr lang="en-US" sz="1400" dirty="0">
              <a:solidFill>
                <a:srgbClr val="B5BDC8"/>
              </a:solidFill>
              <a:latin typeface="Calibri"/>
            </a:endParaRPr>
          </a:p>
          <a:p>
            <a:pPr algn="l"/>
            <a:endParaRPr lang="en-US" sz="1400" b="0" i="0" dirty="0">
              <a:solidFill>
                <a:srgbClr val="B5BDC8"/>
              </a:solidFill>
              <a:latin typeface="Calibri"/>
            </a:endParaRPr>
          </a:p>
          <a:p>
            <a:pPr algn="l"/>
            <a:endParaRPr lang="en-US" sz="1400" b="0" i="0" dirty="0">
              <a:solidFill>
                <a:srgbClr val="B5BDC8"/>
              </a:solidFill>
              <a:latin typeface="Calibri"/>
            </a:endParaRPr>
          </a:p>
          <a:p>
            <a:pPr algn="l"/>
            <a:r>
              <a:rPr sz="1400" b="0" i="0" dirty="0">
                <a:solidFill>
                  <a:srgbClr val="B5BDC8"/>
                </a:solidFill>
                <a:latin typeface="Calibri"/>
              </a:rPr>
              <a:t>Caltech AI-in-Chemistry Bootcamp · August </a:t>
            </a:r>
            <a:r>
              <a:rPr lang="en-US" sz="1400" dirty="0">
                <a:solidFill>
                  <a:srgbClr val="B5BDC8"/>
                </a:solidFill>
                <a:latin typeface="Calibri"/>
              </a:rPr>
              <a:t>20</a:t>
            </a:r>
            <a:r>
              <a:rPr sz="1400" b="0" i="0" dirty="0">
                <a:solidFill>
                  <a:srgbClr val="B5BDC8"/>
                </a:solidFill>
                <a:latin typeface="Calibri"/>
              </a:rPr>
              <a:t>,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Key ideas for meaningful agents</a:t>
            </a:r>
            <a:endParaRPr sz="3200" b="1" i="0" dirty="0">
              <a:solidFill>
                <a:srgbClr val="1E2761"/>
              </a:solidFill>
              <a:latin typeface="Cambria"/>
            </a:endParaRPr>
          </a:p>
        </p:txBody>
      </p:sp>
      <p:sp>
        <p:nvSpPr>
          <p:cNvPr id="3" name="Rounded Rectangle 2"/>
          <p:cNvSpPr/>
          <p:nvPr/>
        </p:nvSpPr>
        <p:spPr>
          <a:xfrm>
            <a:off x="54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TextBox 4"/>
          <p:cNvSpPr txBox="1"/>
          <p:nvPr/>
        </p:nvSpPr>
        <p:spPr>
          <a:xfrm>
            <a:off x="731520" y="1666548"/>
            <a:ext cx="3169920" cy="461665"/>
          </a:xfrm>
          <a:prstGeom prst="rect">
            <a:avLst/>
          </a:prstGeom>
          <a:noFill/>
        </p:spPr>
        <p:txBody>
          <a:bodyPr wrap="square" lIns="45720" rIns="45720" anchor="ctr">
            <a:spAutoFit/>
          </a:bodyPr>
          <a:lstStyle/>
          <a:p>
            <a:pPr algn="l"/>
            <a:r>
              <a:rPr sz="2400" b="1" i="0" dirty="0">
                <a:solidFill>
                  <a:srgbClr val="FFFFFF"/>
                </a:solidFill>
                <a:latin typeface="Cambria"/>
              </a:rPr>
              <a:t>1. </a:t>
            </a:r>
            <a:r>
              <a:rPr lang="en-US" sz="2400" b="1" dirty="0">
                <a:solidFill>
                  <a:srgbClr val="FFFFFF"/>
                </a:solidFill>
                <a:latin typeface="Cambria"/>
              </a:rPr>
              <a:t>Foundation</a:t>
            </a:r>
            <a:endParaRPr sz="2400" b="1" i="0" dirty="0">
              <a:solidFill>
                <a:srgbClr val="FFFFFF"/>
              </a:solidFill>
              <a:latin typeface="Cambria"/>
            </a:endParaRPr>
          </a:p>
        </p:txBody>
      </p:sp>
      <p:sp>
        <p:nvSpPr>
          <p:cNvPr id="6" name="TextBox 5"/>
          <p:cNvSpPr txBox="1"/>
          <p:nvPr/>
        </p:nvSpPr>
        <p:spPr>
          <a:xfrm>
            <a:off x="777240" y="2423160"/>
            <a:ext cx="3078480" cy="1631216"/>
          </a:xfrm>
          <a:prstGeom prst="rect">
            <a:avLst/>
          </a:prstGeom>
          <a:noFill/>
        </p:spPr>
        <p:txBody>
          <a:bodyPr wrap="square" lIns="45720" rIns="45720" anchor="t">
            <a:spAutoFit/>
          </a:bodyPr>
          <a:lstStyle/>
          <a:p>
            <a:pPr algn="l"/>
            <a:r>
              <a:rPr lang="en-US" sz="2000" b="0" i="0" dirty="0">
                <a:solidFill>
                  <a:srgbClr val="2C3E50"/>
                </a:solidFill>
                <a:latin typeface="Calibri"/>
              </a:rPr>
              <a:t>What is your training data, what assumptions are made, and how well is an underlying chemical space represented</a:t>
            </a:r>
            <a:endParaRPr sz="2000" b="0" i="0" dirty="0">
              <a:solidFill>
                <a:srgbClr val="2C3E50"/>
              </a:solidFill>
              <a:latin typeface="Calibri"/>
            </a:endParaRPr>
          </a:p>
        </p:txBody>
      </p:sp>
      <p:sp>
        <p:nvSpPr>
          <p:cNvPr id="7" name="TextBox 6"/>
          <p:cNvSpPr txBox="1"/>
          <p:nvPr/>
        </p:nvSpPr>
        <p:spPr>
          <a:xfrm>
            <a:off x="777240" y="5943600"/>
            <a:ext cx="3078480" cy="338554"/>
          </a:xfrm>
          <a:prstGeom prst="rect">
            <a:avLst/>
          </a:prstGeom>
          <a:noFill/>
        </p:spPr>
        <p:txBody>
          <a:bodyPr wrap="square" lIns="45720" rIns="45720" anchor="t">
            <a:spAutoFit/>
          </a:bodyPr>
          <a:lstStyle/>
          <a:p>
            <a:pPr algn="l"/>
            <a:r>
              <a:rPr lang="en-US" sz="1600" b="1" i="1" dirty="0">
                <a:solidFill>
                  <a:srgbClr val="E67E22"/>
                </a:solidFill>
                <a:latin typeface="Calibri"/>
              </a:rPr>
              <a:t>Ground truth &amp; data models</a:t>
            </a:r>
            <a:endParaRPr sz="1600" b="1" i="1" dirty="0">
              <a:solidFill>
                <a:srgbClr val="E67E22"/>
              </a:solidFill>
              <a:latin typeface="Calibri"/>
            </a:endParaRPr>
          </a:p>
        </p:txBody>
      </p:sp>
      <p:sp>
        <p:nvSpPr>
          <p:cNvPr id="8" name="Rounded Rectangle 7"/>
          <p:cNvSpPr/>
          <p:nvPr/>
        </p:nvSpPr>
        <p:spPr>
          <a:xfrm>
            <a:off x="435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5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4541520" y="1666548"/>
            <a:ext cx="3169920" cy="461665"/>
          </a:xfrm>
          <a:prstGeom prst="rect">
            <a:avLst/>
          </a:prstGeom>
          <a:noFill/>
        </p:spPr>
        <p:txBody>
          <a:bodyPr wrap="square" lIns="45720" rIns="45720" anchor="ctr">
            <a:spAutoFit/>
          </a:bodyPr>
          <a:lstStyle/>
          <a:p>
            <a:pPr algn="l"/>
            <a:r>
              <a:rPr sz="2400" b="1" i="0" dirty="0">
                <a:solidFill>
                  <a:srgbClr val="FFFFFF"/>
                </a:solidFill>
                <a:latin typeface="Cambria"/>
              </a:rPr>
              <a:t>2. </a:t>
            </a:r>
            <a:r>
              <a:rPr lang="en-US" sz="2400" b="1" i="0" dirty="0">
                <a:solidFill>
                  <a:srgbClr val="FFFFFF"/>
                </a:solidFill>
                <a:latin typeface="Cambria"/>
              </a:rPr>
              <a:t>Right Choice</a:t>
            </a:r>
            <a:endParaRPr sz="2400" b="1" i="0" dirty="0">
              <a:solidFill>
                <a:srgbClr val="FFFFFF"/>
              </a:solidFill>
              <a:latin typeface="Cambria"/>
            </a:endParaRPr>
          </a:p>
        </p:txBody>
      </p:sp>
      <p:sp>
        <p:nvSpPr>
          <p:cNvPr id="11" name="TextBox 10"/>
          <p:cNvSpPr txBox="1"/>
          <p:nvPr/>
        </p:nvSpPr>
        <p:spPr>
          <a:xfrm>
            <a:off x="4587240" y="2423160"/>
            <a:ext cx="3078480" cy="1631216"/>
          </a:xfrm>
          <a:prstGeom prst="rect">
            <a:avLst/>
          </a:prstGeom>
          <a:noFill/>
        </p:spPr>
        <p:txBody>
          <a:bodyPr wrap="square" lIns="45720" rIns="45720" anchor="t">
            <a:spAutoFit/>
          </a:bodyPr>
          <a:lstStyle/>
          <a:p>
            <a:pPr algn="l"/>
            <a:r>
              <a:rPr lang="en-US" sz="2000" b="0" i="0" dirty="0">
                <a:solidFill>
                  <a:srgbClr val="2C3E50"/>
                </a:solidFill>
                <a:latin typeface="Calibri"/>
              </a:rPr>
              <a:t>When and where are agents critical </a:t>
            </a:r>
            <a:r>
              <a:rPr lang="en-US" sz="2000" dirty="0">
                <a:solidFill>
                  <a:srgbClr val="2C3E50"/>
                </a:solidFill>
                <a:latin typeface="Calibri"/>
              </a:rPr>
              <a:t>as opposed to alternative mathematical approaches. Rubrics for evaluating data pipelines.</a:t>
            </a:r>
            <a:endParaRPr sz="2000" b="0" i="0" dirty="0">
              <a:solidFill>
                <a:srgbClr val="2C3E50"/>
              </a:solidFill>
              <a:latin typeface="Calibri"/>
            </a:endParaRPr>
          </a:p>
        </p:txBody>
      </p:sp>
      <p:sp>
        <p:nvSpPr>
          <p:cNvPr id="12" name="TextBox 11"/>
          <p:cNvSpPr txBox="1"/>
          <p:nvPr/>
        </p:nvSpPr>
        <p:spPr>
          <a:xfrm>
            <a:off x="4587240" y="5943600"/>
            <a:ext cx="3078480" cy="338554"/>
          </a:xfrm>
          <a:prstGeom prst="rect">
            <a:avLst/>
          </a:prstGeom>
          <a:noFill/>
        </p:spPr>
        <p:txBody>
          <a:bodyPr wrap="square" lIns="45720" rIns="45720" anchor="t">
            <a:spAutoFit/>
          </a:bodyPr>
          <a:lstStyle/>
          <a:p>
            <a:pPr algn="l"/>
            <a:r>
              <a:rPr lang="en-US" sz="1600" b="1" i="1" dirty="0">
                <a:solidFill>
                  <a:srgbClr val="E67E22"/>
                </a:solidFill>
                <a:latin typeface="Calibri"/>
              </a:rPr>
              <a:t>LLMs, statistics, quality metrics</a:t>
            </a:r>
            <a:endParaRPr sz="1600" b="1" i="1" dirty="0">
              <a:solidFill>
                <a:srgbClr val="E67E22"/>
              </a:solidFill>
              <a:latin typeface="Calibri"/>
            </a:endParaRPr>
          </a:p>
        </p:txBody>
      </p:sp>
      <p:sp>
        <p:nvSpPr>
          <p:cNvPr id="13" name="Rounded Rectangle 12"/>
          <p:cNvSpPr/>
          <p:nvPr/>
        </p:nvSpPr>
        <p:spPr>
          <a:xfrm>
            <a:off x="816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6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8351520" y="1666548"/>
            <a:ext cx="3169920" cy="461665"/>
          </a:xfrm>
          <a:prstGeom prst="rect">
            <a:avLst/>
          </a:prstGeom>
          <a:noFill/>
        </p:spPr>
        <p:txBody>
          <a:bodyPr wrap="square" lIns="45720" rIns="45720" anchor="ctr">
            <a:spAutoFit/>
          </a:bodyPr>
          <a:lstStyle/>
          <a:p>
            <a:pPr algn="l"/>
            <a:r>
              <a:rPr sz="2400" b="1" i="0" dirty="0">
                <a:solidFill>
                  <a:srgbClr val="FFFFFF"/>
                </a:solidFill>
                <a:latin typeface="Cambria"/>
              </a:rPr>
              <a:t>3. </a:t>
            </a:r>
            <a:r>
              <a:rPr lang="en-US" sz="2400" b="1" i="0" dirty="0">
                <a:solidFill>
                  <a:srgbClr val="FFFFFF"/>
                </a:solidFill>
                <a:latin typeface="Cambria"/>
              </a:rPr>
              <a:t>Optimizing</a:t>
            </a:r>
            <a:endParaRPr sz="2400" b="1" i="0" dirty="0">
              <a:solidFill>
                <a:srgbClr val="FFFFFF"/>
              </a:solidFill>
              <a:latin typeface="Cambria"/>
            </a:endParaRPr>
          </a:p>
        </p:txBody>
      </p:sp>
      <p:sp>
        <p:nvSpPr>
          <p:cNvPr id="16" name="TextBox 15"/>
          <p:cNvSpPr txBox="1"/>
          <p:nvPr/>
        </p:nvSpPr>
        <p:spPr>
          <a:xfrm>
            <a:off x="8397240" y="2423160"/>
            <a:ext cx="3078480" cy="1631216"/>
          </a:xfrm>
          <a:prstGeom prst="rect">
            <a:avLst/>
          </a:prstGeom>
          <a:noFill/>
        </p:spPr>
        <p:txBody>
          <a:bodyPr wrap="square" lIns="45720" rIns="45720" anchor="t">
            <a:spAutoFit/>
          </a:bodyPr>
          <a:lstStyle/>
          <a:p>
            <a:r>
              <a:rPr lang="en-US" sz="2000" b="0" i="0" dirty="0">
                <a:solidFill>
                  <a:srgbClr val="2C3E50"/>
                </a:solidFill>
                <a:latin typeface="Calibri"/>
              </a:rPr>
              <a:t>Details and interfaces matter. How we construct better prompts, more robust infrastructure</a:t>
            </a:r>
            <a:r>
              <a:rPr lang="en-US" sz="2000" dirty="0">
                <a:solidFill>
                  <a:srgbClr val="2C3E50"/>
                </a:solidFill>
              </a:rPr>
              <a:t>, and self-improving pipelines.</a:t>
            </a:r>
            <a:endParaRPr sz="2000" b="0" i="0" dirty="0">
              <a:solidFill>
                <a:srgbClr val="2C3E50"/>
              </a:solidFill>
              <a:latin typeface="Calibri"/>
            </a:endParaRPr>
          </a:p>
        </p:txBody>
      </p:sp>
      <p:sp>
        <p:nvSpPr>
          <p:cNvPr id="17" name="TextBox 16"/>
          <p:cNvSpPr txBox="1"/>
          <p:nvPr/>
        </p:nvSpPr>
        <p:spPr>
          <a:xfrm>
            <a:off x="8397240" y="5943600"/>
            <a:ext cx="3078480" cy="338554"/>
          </a:xfrm>
          <a:prstGeom prst="rect">
            <a:avLst/>
          </a:prstGeom>
          <a:noFill/>
        </p:spPr>
        <p:txBody>
          <a:bodyPr wrap="square" lIns="45720" rIns="45720" anchor="t">
            <a:spAutoFit/>
          </a:bodyPr>
          <a:lstStyle/>
          <a:p>
            <a:pPr algn="l"/>
            <a:r>
              <a:rPr lang="en-US" sz="1600" b="1" i="1" dirty="0">
                <a:solidFill>
                  <a:srgbClr val="E67E22"/>
                </a:solidFill>
                <a:latin typeface="Calibri"/>
              </a:rPr>
              <a:t>Rationally engineered pipelines</a:t>
            </a:r>
            <a:endParaRPr sz="1600" b="1" i="1" dirty="0">
              <a:solidFill>
                <a:srgbClr val="E67E22"/>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0"/>
            <a:ext cx="11155680" cy="338554"/>
          </a:xfrm>
          <a:prstGeom prst="rect">
            <a:avLst/>
          </a:prstGeom>
          <a:noFill/>
        </p:spPr>
        <p:txBody>
          <a:bodyPr wrap="square" lIns="45720" rIns="45720" anchor="t">
            <a:spAutoFit/>
          </a:bodyPr>
          <a:lstStyle/>
          <a:p>
            <a:pPr algn="l"/>
            <a:r>
              <a:rPr sz="1600" b="1" i="0" dirty="0">
                <a:solidFill>
                  <a:srgbClr val="E67E22"/>
                </a:solidFill>
                <a:latin typeface="Calibri"/>
              </a:rPr>
              <a:t>PART 1 </a:t>
            </a:r>
          </a:p>
        </p:txBody>
      </p:sp>
      <p:sp>
        <p:nvSpPr>
          <p:cNvPr id="4" name="TextBox 3"/>
          <p:cNvSpPr txBox="1"/>
          <p:nvPr/>
        </p:nvSpPr>
        <p:spPr>
          <a:xfrm>
            <a:off x="548640" y="3108960"/>
            <a:ext cx="11155680" cy="769441"/>
          </a:xfrm>
          <a:prstGeom prst="rect">
            <a:avLst/>
          </a:prstGeom>
          <a:noFill/>
        </p:spPr>
        <p:txBody>
          <a:bodyPr wrap="square" lIns="45720" rIns="45720" anchor="t">
            <a:spAutoFit/>
          </a:bodyPr>
          <a:lstStyle/>
          <a:p>
            <a:pPr algn="l"/>
            <a:r>
              <a:rPr lang="en-US" sz="4400" b="1" i="0" dirty="0">
                <a:solidFill>
                  <a:srgbClr val="FFFFFF"/>
                </a:solidFill>
                <a:latin typeface="Cambria"/>
              </a:rPr>
              <a:t>What can’t an agent know?</a:t>
            </a:r>
            <a:endParaRPr sz="4400" b="1" i="0" dirty="0">
              <a:solidFill>
                <a:srgbClr val="FFFFFF"/>
              </a:solidFill>
              <a:latin typeface="Cambria"/>
            </a:endParaRPr>
          </a:p>
        </p:txBody>
      </p:sp>
      <p:sp>
        <p:nvSpPr>
          <p:cNvPr id="5" name="TextBox 4"/>
          <p:cNvSpPr txBox="1"/>
          <p:nvPr/>
        </p:nvSpPr>
        <p:spPr>
          <a:xfrm>
            <a:off x="548640" y="4572000"/>
            <a:ext cx="11155680" cy="461665"/>
          </a:xfrm>
          <a:prstGeom prst="rect">
            <a:avLst/>
          </a:prstGeom>
          <a:noFill/>
        </p:spPr>
        <p:txBody>
          <a:bodyPr wrap="square" lIns="45720" rIns="45720" anchor="t">
            <a:spAutoFit/>
          </a:bodyPr>
          <a:lstStyle/>
          <a:p>
            <a:pPr algn="l"/>
            <a:r>
              <a:rPr lang="en-US" sz="2400" b="0" i="0" dirty="0">
                <a:solidFill>
                  <a:srgbClr val="B5BDC8"/>
                </a:solidFill>
                <a:latin typeface="Calibri"/>
              </a:rPr>
              <a:t>Data and knowledge foundations drive quality models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5F711-35E2-F7DF-09F7-8AC4AB7A2F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446FE6-EA39-69AC-A335-7C418801BBBC}"/>
              </a:ext>
            </a:extLst>
          </p:cNvPr>
          <p:cNvSpPr txBox="1"/>
          <p:nvPr/>
        </p:nvSpPr>
        <p:spPr>
          <a:xfrm>
            <a:off x="548640" y="457200"/>
            <a:ext cx="11155680" cy="365760"/>
          </a:xfrm>
          <a:prstGeom prst="rect">
            <a:avLst/>
          </a:prstGeom>
          <a:noFill/>
        </p:spPr>
        <p:txBody>
          <a:bodyPr wrap="square" lIns="45720" rIns="45720" anchor="t">
            <a:spAutoFit/>
          </a:bodyPr>
          <a:lstStyle/>
          <a:p>
            <a:pPr algn="l"/>
            <a:r>
              <a:rPr sz="1300" b="1" i="0">
                <a:solidFill>
                  <a:srgbClr val="E67E22"/>
                </a:solidFill>
                <a:latin typeface="Calibri"/>
              </a:rPr>
              <a:t>DEFINITION</a:t>
            </a:r>
          </a:p>
        </p:txBody>
      </p:sp>
      <p:sp>
        <p:nvSpPr>
          <p:cNvPr id="3" name="TextBox 2">
            <a:extLst>
              <a:ext uri="{FF2B5EF4-FFF2-40B4-BE49-F238E27FC236}">
                <a16:creationId xmlns:a16="http://schemas.microsoft.com/office/drawing/2014/main" id="{E5D513C2-12D0-F15E-711E-7EED4E14C5E2}"/>
              </a:ext>
            </a:extLst>
          </p:cNvPr>
          <p:cNvSpPr txBox="1"/>
          <p:nvPr/>
        </p:nvSpPr>
        <p:spPr>
          <a:xfrm>
            <a:off x="548640" y="914400"/>
            <a:ext cx="11155680" cy="830997"/>
          </a:xfrm>
          <a:prstGeom prst="rect">
            <a:avLst/>
          </a:prstGeom>
          <a:noFill/>
        </p:spPr>
        <p:txBody>
          <a:bodyPr wrap="square" lIns="45720" rIns="45720" anchor="t">
            <a:spAutoFit/>
          </a:bodyPr>
          <a:lstStyle/>
          <a:p>
            <a:pPr algn="l"/>
            <a:r>
              <a:rPr lang="en-US" sz="4800" b="1" i="0" dirty="0">
                <a:solidFill>
                  <a:srgbClr val="1E2761"/>
                </a:solidFill>
                <a:latin typeface="Cambria"/>
              </a:rPr>
              <a:t>Chemical Domains</a:t>
            </a:r>
            <a:endParaRPr sz="4800" b="1" i="0" dirty="0">
              <a:solidFill>
                <a:srgbClr val="1E2761"/>
              </a:solidFill>
              <a:latin typeface="Cambria"/>
            </a:endParaRPr>
          </a:p>
        </p:txBody>
      </p:sp>
      <p:sp>
        <p:nvSpPr>
          <p:cNvPr id="4" name="Rectangle 3">
            <a:extLst>
              <a:ext uri="{FF2B5EF4-FFF2-40B4-BE49-F238E27FC236}">
                <a16:creationId xmlns:a16="http://schemas.microsoft.com/office/drawing/2014/main" id="{76B8BFE7-98A3-8771-933F-0D866E7BCB81}"/>
              </a:ext>
            </a:extLst>
          </p:cNvPr>
          <p:cNvSpPr/>
          <p:nvPr/>
        </p:nvSpPr>
        <p:spPr>
          <a:xfrm>
            <a:off x="548640" y="2103120"/>
            <a:ext cx="128016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EB29ECBE-44A3-9027-2951-A64CBC49824A}"/>
              </a:ext>
            </a:extLst>
          </p:cNvPr>
          <p:cNvSpPr txBox="1"/>
          <p:nvPr/>
        </p:nvSpPr>
        <p:spPr>
          <a:xfrm>
            <a:off x="548640" y="2423160"/>
            <a:ext cx="6480810" cy="1815882"/>
          </a:xfrm>
          <a:prstGeom prst="rect">
            <a:avLst/>
          </a:prstGeom>
          <a:noFill/>
        </p:spPr>
        <p:txBody>
          <a:bodyPr wrap="square" lIns="45720" rIns="45720" anchor="t">
            <a:spAutoFit/>
          </a:bodyPr>
          <a:lstStyle/>
          <a:p>
            <a:pPr algn="l"/>
            <a:r>
              <a:rPr lang="en-US" sz="2800" b="0" i="0" dirty="0">
                <a:solidFill>
                  <a:srgbClr val="1E2761"/>
                </a:solidFill>
                <a:latin typeface="Calibri"/>
              </a:rPr>
              <a:t>A formulated abstraction of a physical space a mathematical operator uses for </a:t>
            </a:r>
            <a:r>
              <a:rPr lang="en-US" sz="2800" b="1" i="0" dirty="0">
                <a:solidFill>
                  <a:srgbClr val="1E2761"/>
                </a:solidFill>
                <a:latin typeface="Calibri"/>
              </a:rPr>
              <a:t>navigation and context</a:t>
            </a:r>
            <a:r>
              <a:rPr lang="en-US" sz="2800" b="0" i="0" dirty="0">
                <a:solidFill>
                  <a:srgbClr val="1E2761"/>
                </a:solidFill>
                <a:latin typeface="Calibri"/>
              </a:rPr>
              <a:t>, while pursuing or optimizing single or multiple objectives. </a:t>
            </a:r>
            <a:endParaRPr sz="2800" b="0" i="0" dirty="0">
              <a:solidFill>
                <a:srgbClr val="1E2761"/>
              </a:solidFill>
              <a:latin typeface="Calibri"/>
            </a:endParaRPr>
          </a:p>
        </p:txBody>
      </p:sp>
      <p:sp>
        <p:nvSpPr>
          <p:cNvPr id="6" name="Rounded Rectangle 5">
            <a:extLst>
              <a:ext uri="{FF2B5EF4-FFF2-40B4-BE49-F238E27FC236}">
                <a16:creationId xmlns:a16="http://schemas.microsoft.com/office/drawing/2014/main" id="{68FE0BC6-CA99-FC89-9B35-35AED2828627}"/>
              </a:ext>
            </a:extLst>
          </p:cNvPr>
          <p:cNvSpPr/>
          <p:nvPr/>
        </p:nvSpPr>
        <p:spPr>
          <a:xfrm>
            <a:off x="548640" y="4937760"/>
            <a:ext cx="11155680" cy="1463040"/>
          </a:xfrm>
          <a:prstGeom prst="roundRect">
            <a:avLst>
              <a:gd name="adj" fmla="val 4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 name="TextBox 6">
            <a:extLst>
              <a:ext uri="{FF2B5EF4-FFF2-40B4-BE49-F238E27FC236}">
                <a16:creationId xmlns:a16="http://schemas.microsoft.com/office/drawing/2014/main" id="{96FE55AA-8CEF-37E9-3D5B-287259A13E3C}"/>
              </a:ext>
            </a:extLst>
          </p:cNvPr>
          <p:cNvSpPr txBox="1"/>
          <p:nvPr/>
        </p:nvSpPr>
        <p:spPr>
          <a:xfrm>
            <a:off x="822960" y="5074920"/>
            <a:ext cx="2743200" cy="338554"/>
          </a:xfrm>
          <a:prstGeom prst="rect">
            <a:avLst/>
          </a:prstGeom>
          <a:noFill/>
        </p:spPr>
        <p:txBody>
          <a:bodyPr wrap="square" lIns="45720" rIns="45720" anchor="t">
            <a:spAutoFit/>
          </a:bodyPr>
          <a:lstStyle/>
          <a:p>
            <a:pPr algn="l"/>
            <a:r>
              <a:rPr sz="1600" b="1" i="0">
                <a:solidFill>
                  <a:srgbClr val="E67E22"/>
                </a:solidFill>
                <a:latin typeface="Calibri"/>
              </a:rPr>
              <a:t>FOR EXAMPLE</a:t>
            </a:r>
          </a:p>
        </p:txBody>
      </p:sp>
      <p:sp>
        <p:nvSpPr>
          <p:cNvPr id="8" name="TextBox 7">
            <a:extLst>
              <a:ext uri="{FF2B5EF4-FFF2-40B4-BE49-F238E27FC236}">
                <a16:creationId xmlns:a16="http://schemas.microsoft.com/office/drawing/2014/main" id="{0E942E70-6CAE-314A-7578-70C2862A6C39}"/>
              </a:ext>
            </a:extLst>
          </p:cNvPr>
          <p:cNvSpPr txBox="1"/>
          <p:nvPr/>
        </p:nvSpPr>
        <p:spPr>
          <a:xfrm>
            <a:off x="822960" y="5440680"/>
            <a:ext cx="10698480" cy="707886"/>
          </a:xfrm>
          <a:prstGeom prst="rect">
            <a:avLst/>
          </a:prstGeom>
          <a:noFill/>
        </p:spPr>
        <p:txBody>
          <a:bodyPr wrap="square" lIns="45720" rIns="45720" anchor="t">
            <a:spAutoFit/>
          </a:bodyPr>
          <a:lstStyle/>
          <a:p>
            <a:pPr algn="l"/>
            <a:r>
              <a:rPr sz="2000" b="0" i="1" dirty="0">
                <a:solidFill>
                  <a:srgbClr val="2C3E50"/>
                </a:solidFill>
                <a:latin typeface="Calibri"/>
              </a:rPr>
              <a:t>In practice: </a:t>
            </a:r>
            <a:r>
              <a:rPr lang="en-US" sz="2000" b="0" i="1" dirty="0">
                <a:solidFill>
                  <a:srgbClr val="2C3E50"/>
                </a:solidFill>
                <a:latin typeface="Calibri"/>
              </a:rPr>
              <a:t>the available synthetic space for a reaction of choice including conditions, reagents, catalysts, solvents, etc. represented as a matrix or tensor. </a:t>
            </a:r>
            <a:endParaRPr sz="2000" b="0" i="1" dirty="0">
              <a:solidFill>
                <a:srgbClr val="2C3E50"/>
              </a:solidFill>
              <a:latin typeface="Calibri"/>
            </a:endParaRPr>
          </a:p>
        </p:txBody>
      </p:sp>
      <p:pic>
        <p:nvPicPr>
          <p:cNvPr id="13" name="Picture 12">
            <a:extLst>
              <a:ext uri="{FF2B5EF4-FFF2-40B4-BE49-F238E27FC236}">
                <a16:creationId xmlns:a16="http://schemas.microsoft.com/office/drawing/2014/main" id="{B9B68770-57FB-E039-3E1E-5813CDD9AAB7}"/>
              </a:ext>
            </a:extLst>
          </p:cNvPr>
          <p:cNvPicPr>
            <a:picLocks noChangeAspect="1"/>
          </p:cNvPicPr>
          <p:nvPr/>
        </p:nvPicPr>
        <p:blipFill>
          <a:blip r:embed="rId3"/>
          <a:stretch>
            <a:fillRect/>
          </a:stretch>
        </p:blipFill>
        <p:spPr>
          <a:xfrm>
            <a:off x="8312557" y="1998856"/>
            <a:ext cx="3676398" cy="2711990"/>
          </a:xfrm>
          <a:prstGeom prst="rect">
            <a:avLst/>
          </a:prstGeom>
        </p:spPr>
      </p:pic>
      <p:sp>
        <p:nvSpPr>
          <p:cNvPr id="37" name="Arrow: Right 36">
            <a:extLst>
              <a:ext uri="{FF2B5EF4-FFF2-40B4-BE49-F238E27FC236}">
                <a16:creationId xmlns:a16="http://schemas.microsoft.com/office/drawing/2014/main" id="{395DBF48-C8DD-DE61-6419-F4A1AB7617E7}"/>
              </a:ext>
            </a:extLst>
          </p:cNvPr>
          <p:cNvSpPr/>
          <p:nvPr/>
        </p:nvSpPr>
        <p:spPr>
          <a:xfrm>
            <a:off x="7145587" y="3180523"/>
            <a:ext cx="1273754" cy="447260"/>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1633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F0FAE-01BC-1B58-ED31-AC93FE4CC9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38ACE5-080E-16D9-A85D-860DF76A4314}"/>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Training Set Bias</a:t>
            </a:r>
            <a:endParaRPr sz="3200" b="1" i="0" dirty="0">
              <a:solidFill>
                <a:srgbClr val="1E2761"/>
              </a:solidFill>
              <a:latin typeface="Cambria"/>
            </a:endParaRPr>
          </a:p>
        </p:txBody>
      </p:sp>
      <p:sp>
        <p:nvSpPr>
          <p:cNvPr id="3" name="TextBox 2">
            <a:extLst>
              <a:ext uri="{FF2B5EF4-FFF2-40B4-BE49-F238E27FC236}">
                <a16:creationId xmlns:a16="http://schemas.microsoft.com/office/drawing/2014/main" id="{E8658E1F-C4B7-AFFC-CCDC-174D904BFCDE}"/>
              </a:ext>
            </a:extLst>
          </p:cNvPr>
          <p:cNvSpPr txBox="1"/>
          <p:nvPr/>
        </p:nvSpPr>
        <p:spPr>
          <a:xfrm>
            <a:off x="548640" y="1371600"/>
            <a:ext cx="5486400" cy="461665"/>
          </a:xfrm>
          <a:prstGeom prst="rect">
            <a:avLst/>
          </a:prstGeom>
          <a:noFill/>
        </p:spPr>
        <p:txBody>
          <a:bodyPr wrap="square" lIns="45720" rIns="45720" anchor="t">
            <a:spAutoFit/>
          </a:bodyPr>
          <a:lstStyle/>
          <a:p>
            <a:pPr algn="l"/>
            <a:r>
              <a:rPr lang="en-US" sz="2400" b="1" dirty="0">
                <a:solidFill>
                  <a:srgbClr val="1E2761"/>
                </a:solidFill>
                <a:latin typeface="Cambria"/>
              </a:rPr>
              <a:t>Ideal data</a:t>
            </a:r>
            <a:endParaRPr sz="2400" b="1" i="0" dirty="0">
              <a:solidFill>
                <a:srgbClr val="1E2761"/>
              </a:solidFill>
              <a:latin typeface="Cambria"/>
            </a:endParaRPr>
          </a:p>
        </p:txBody>
      </p:sp>
      <p:sp>
        <p:nvSpPr>
          <p:cNvPr id="4" name="TextBox 3">
            <a:extLst>
              <a:ext uri="{FF2B5EF4-FFF2-40B4-BE49-F238E27FC236}">
                <a16:creationId xmlns:a16="http://schemas.microsoft.com/office/drawing/2014/main" id="{99B5F0E6-3F9D-5C55-34AB-10436F857633}"/>
              </a:ext>
            </a:extLst>
          </p:cNvPr>
          <p:cNvSpPr txBox="1"/>
          <p:nvPr/>
        </p:nvSpPr>
        <p:spPr>
          <a:xfrm>
            <a:off x="6309360" y="1371600"/>
            <a:ext cx="5486400" cy="461665"/>
          </a:xfrm>
          <a:prstGeom prst="rect">
            <a:avLst/>
          </a:prstGeom>
          <a:noFill/>
        </p:spPr>
        <p:txBody>
          <a:bodyPr wrap="square" lIns="45720" rIns="45720" anchor="t">
            <a:spAutoFit/>
          </a:bodyPr>
          <a:lstStyle/>
          <a:p>
            <a:pPr algn="l"/>
            <a:r>
              <a:rPr lang="en-US" sz="2400" b="1" i="0" dirty="0">
                <a:solidFill>
                  <a:srgbClr val="1E2761"/>
                </a:solidFill>
                <a:latin typeface="Cambria"/>
              </a:rPr>
              <a:t>Real data</a:t>
            </a:r>
            <a:endParaRPr sz="2400" b="1" i="0" dirty="0">
              <a:solidFill>
                <a:srgbClr val="1E2761"/>
              </a:solidFill>
              <a:latin typeface="Cambria"/>
            </a:endParaRPr>
          </a:p>
        </p:txBody>
      </p:sp>
      <p:sp>
        <p:nvSpPr>
          <p:cNvPr id="5" name="TextBox 4">
            <a:extLst>
              <a:ext uri="{FF2B5EF4-FFF2-40B4-BE49-F238E27FC236}">
                <a16:creationId xmlns:a16="http://schemas.microsoft.com/office/drawing/2014/main" id="{9F0D2993-CB98-05DC-B9B2-15C62FC03360}"/>
              </a:ext>
            </a:extLst>
          </p:cNvPr>
          <p:cNvSpPr txBox="1"/>
          <p:nvPr/>
        </p:nvSpPr>
        <p:spPr>
          <a:xfrm>
            <a:off x="548640" y="2011680"/>
            <a:ext cx="5486400" cy="4334520"/>
          </a:xfrm>
          <a:prstGeom prst="rect">
            <a:avLst/>
          </a:prstGeom>
          <a:noFill/>
        </p:spPr>
        <p:txBody>
          <a:bodyPr wrap="square">
            <a:spAutoFit/>
          </a:bodyPr>
          <a:lstStyle/>
          <a:p>
            <a:pPr algn="l">
              <a:spcAft>
                <a:spcPts val="800"/>
              </a:spcAft>
            </a:pPr>
            <a:r>
              <a:rPr sz="2000" b="1" dirty="0">
                <a:solidFill>
                  <a:srgbClr val="2C3E50"/>
                </a:solidFill>
                <a:latin typeface="Calibri"/>
              </a:rPr>
              <a:t>•  </a:t>
            </a:r>
            <a:r>
              <a:rPr lang="en-US" sz="2000" b="1" dirty="0">
                <a:solidFill>
                  <a:srgbClr val="2C3E50"/>
                </a:solidFill>
                <a:latin typeface="Calibri"/>
              </a:rPr>
              <a:t>Homogenous</a:t>
            </a:r>
            <a:endParaRPr sz="2000" b="1" dirty="0">
              <a:solidFill>
                <a:srgbClr val="2C3E50"/>
              </a:solidFill>
              <a:latin typeface="Calibri"/>
            </a:endParaRPr>
          </a:p>
          <a:p>
            <a:pPr algn="l">
              <a:spcAft>
                <a:spcPts val="1000"/>
              </a:spcAft>
            </a:pPr>
            <a:r>
              <a:rPr b="0" dirty="0">
                <a:solidFill>
                  <a:srgbClr val="4A5B6E"/>
                </a:solidFill>
                <a:latin typeface="Calibri"/>
              </a:rPr>
              <a:t>     </a:t>
            </a:r>
            <a:r>
              <a:rPr lang="en-US" b="0" dirty="0">
                <a:solidFill>
                  <a:srgbClr val="4A5B6E"/>
                </a:solidFill>
                <a:latin typeface="Calibri"/>
              </a:rPr>
              <a:t>covers a large, expansive chemical domain, with equal coverage across the space</a:t>
            </a:r>
            <a:endParaRPr b="0" dirty="0">
              <a:solidFill>
                <a:srgbClr val="4A5B6E"/>
              </a:solidFill>
              <a:latin typeface="Calibri"/>
            </a:endParaRPr>
          </a:p>
          <a:p>
            <a:pPr algn="l">
              <a:spcAft>
                <a:spcPts val="800"/>
              </a:spcAft>
            </a:pPr>
            <a:r>
              <a:rPr sz="2000" b="1" dirty="0">
                <a:solidFill>
                  <a:srgbClr val="2C3E50"/>
                </a:solidFill>
                <a:latin typeface="Calibri"/>
              </a:rPr>
              <a:t>•  </a:t>
            </a:r>
            <a:r>
              <a:rPr lang="en-US" sz="2000" b="1" dirty="0">
                <a:solidFill>
                  <a:srgbClr val="2C3E50"/>
                </a:solidFill>
                <a:latin typeface="Calibri"/>
              </a:rPr>
              <a:t>Dense</a:t>
            </a:r>
            <a:endParaRPr sz="2000" b="1" dirty="0">
              <a:solidFill>
                <a:srgbClr val="2C3E50"/>
              </a:solidFill>
              <a:latin typeface="Calibri"/>
            </a:endParaRPr>
          </a:p>
          <a:p>
            <a:pPr algn="l">
              <a:spcAft>
                <a:spcPts val="1000"/>
              </a:spcAft>
            </a:pPr>
            <a:r>
              <a:rPr b="0" dirty="0">
                <a:solidFill>
                  <a:srgbClr val="4A5B6E"/>
                </a:solidFill>
                <a:latin typeface="Calibri"/>
              </a:rPr>
              <a:t>     </a:t>
            </a:r>
            <a:r>
              <a:rPr lang="en-US" dirty="0">
                <a:solidFill>
                  <a:srgbClr val="4A5B6E"/>
                </a:solidFill>
                <a:latin typeface="Calibri"/>
              </a:rPr>
              <a:t>each part of the space is heavily covered by real experimental data points</a:t>
            </a:r>
            <a:endParaRPr b="0" dirty="0">
              <a:solidFill>
                <a:srgbClr val="4A5B6E"/>
              </a:solidFill>
              <a:latin typeface="Calibri"/>
            </a:endParaRPr>
          </a:p>
          <a:p>
            <a:pPr algn="l">
              <a:spcAft>
                <a:spcPts val="800"/>
              </a:spcAft>
            </a:pPr>
            <a:r>
              <a:rPr sz="2000" b="1" dirty="0">
                <a:solidFill>
                  <a:srgbClr val="2C3E50"/>
                </a:solidFill>
                <a:latin typeface="Calibri"/>
              </a:rPr>
              <a:t>•  </a:t>
            </a:r>
            <a:r>
              <a:rPr lang="en-US" sz="2000" b="1" dirty="0">
                <a:solidFill>
                  <a:srgbClr val="2C3E50"/>
                </a:solidFill>
                <a:latin typeface="Calibri"/>
              </a:rPr>
              <a:t>Interpolation</a:t>
            </a:r>
            <a:endParaRPr sz="2000" b="1" dirty="0">
              <a:solidFill>
                <a:srgbClr val="2C3E50"/>
              </a:solidFill>
              <a:latin typeface="Calibri"/>
            </a:endParaRPr>
          </a:p>
          <a:p>
            <a:pPr algn="l">
              <a:spcAft>
                <a:spcPts val="1000"/>
              </a:spcAft>
            </a:pPr>
            <a:r>
              <a:rPr b="0" dirty="0">
                <a:solidFill>
                  <a:srgbClr val="4A5B6E"/>
                </a:solidFill>
                <a:latin typeface="Calibri"/>
              </a:rPr>
              <a:t>     </a:t>
            </a:r>
            <a:r>
              <a:rPr lang="en-US" b="0" dirty="0">
                <a:solidFill>
                  <a:srgbClr val="4A5B6E"/>
                </a:solidFill>
                <a:latin typeface="Calibri"/>
              </a:rPr>
              <a:t>local models capture appropriate nuance and activity cliffs within your chemical space</a:t>
            </a:r>
            <a:endParaRPr b="0" dirty="0">
              <a:solidFill>
                <a:srgbClr val="4A5B6E"/>
              </a:solidFill>
              <a:latin typeface="Calibri"/>
            </a:endParaRPr>
          </a:p>
          <a:p>
            <a:pPr algn="l">
              <a:spcAft>
                <a:spcPts val="800"/>
              </a:spcAft>
            </a:pPr>
            <a:r>
              <a:rPr sz="2000" b="1" dirty="0">
                <a:solidFill>
                  <a:srgbClr val="2C3E50"/>
                </a:solidFill>
                <a:latin typeface="Calibri"/>
              </a:rPr>
              <a:t>•  </a:t>
            </a:r>
            <a:r>
              <a:rPr lang="en-US" sz="2000" b="1" dirty="0">
                <a:solidFill>
                  <a:srgbClr val="2C3E50"/>
                </a:solidFill>
                <a:latin typeface="Calibri"/>
              </a:rPr>
              <a:t>Extrapolation</a:t>
            </a:r>
            <a:endParaRPr sz="2000" b="1" dirty="0">
              <a:solidFill>
                <a:srgbClr val="2C3E50"/>
              </a:solidFill>
              <a:latin typeface="Calibri"/>
            </a:endParaRPr>
          </a:p>
          <a:p>
            <a:pPr algn="l">
              <a:spcAft>
                <a:spcPts val="1000"/>
              </a:spcAft>
            </a:pPr>
            <a:r>
              <a:rPr lang="en-US" b="0" dirty="0">
                <a:solidFill>
                  <a:srgbClr val="4A5B6E"/>
                </a:solidFill>
                <a:latin typeface="Calibri"/>
              </a:rPr>
              <a:t>     new data is at least partially predicted by the existing corpus and can be easily ingested for augmentation</a:t>
            </a:r>
            <a:endParaRPr b="0" dirty="0">
              <a:solidFill>
                <a:srgbClr val="4A5B6E"/>
              </a:solidFill>
              <a:latin typeface="Calibri"/>
            </a:endParaRPr>
          </a:p>
        </p:txBody>
      </p:sp>
      <p:sp>
        <p:nvSpPr>
          <p:cNvPr id="6" name="TextBox 5">
            <a:extLst>
              <a:ext uri="{FF2B5EF4-FFF2-40B4-BE49-F238E27FC236}">
                <a16:creationId xmlns:a16="http://schemas.microsoft.com/office/drawing/2014/main" id="{A1676C5E-800B-9627-900F-1CD50575C116}"/>
              </a:ext>
            </a:extLst>
          </p:cNvPr>
          <p:cNvSpPr txBox="1"/>
          <p:nvPr/>
        </p:nvSpPr>
        <p:spPr>
          <a:xfrm>
            <a:off x="6309360" y="2011680"/>
            <a:ext cx="5486400" cy="4334520"/>
          </a:xfrm>
          <a:prstGeom prst="rect">
            <a:avLst/>
          </a:prstGeom>
          <a:noFill/>
        </p:spPr>
        <p:txBody>
          <a:bodyPr wrap="square">
            <a:spAutoFit/>
          </a:bodyPr>
          <a:lstStyle/>
          <a:p>
            <a:pPr algn="l">
              <a:spcAft>
                <a:spcPts val="800"/>
              </a:spcAft>
            </a:pPr>
            <a:r>
              <a:rPr sz="2000" b="1" dirty="0">
                <a:solidFill>
                  <a:srgbClr val="2C3E50"/>
                </a:solidFill>
                <a:latin typeface="Calibri"/>
              </a:rPr>
              <a:t>•  </a:t>
            </a:r>
            <a:r>
              <a:rPr lang="en-US" sz="2000" b="1" dirty="0">
                <a:solidFill>
                  <a:srgbClr val="2C3E50"/>
                </a:solidFill>
                <a:latin typeface="Calibri"/>
              </a:rPr>
              <a:t>Heterogenous</a:t>
            </a:r>
            <a:endParaRPr sz="2000" b="1" dirty="0">
              <a:solidFill>
                <a:srgbClr val="2C3E50"/>
              </a:solidFill>
              <a:latin typeface="Calibri"/>
            </a:endParaRPr>
          </a:p>
          <a:p>
            <a:pPr algn="l">
              <a:spcAft>
                <a:spcPts val="1000"/>
              </a:spcAft>
            </a:pPr>
            <a:r>
              <a:rPr b="0" dirty="0">
                <a:solidFill>
                  <a:srgbClr val="4A5B6E"/>
                </a:solidFill>
                <a:latin typeface="Calibri"/>
              </a:rPr>
              <a:t>     </a:t>
            </a:r>
            <a:r>
              <a:rPr lang="en-US" b="0" dirty="0">
                <a:solidFill>
                  <a:srgbClr val="4A5B6E"/>
                </a:solidFill>
                <a:latin typeface="Calibri"/>
              </a:rPr>
              <a:t>covers a small or spotty amount of chemistry with heavy density in only a handful of spaces</a:t>
            </a:r>
            <a:endParaRPr b="0" dirty="0">
              <a:solidFill>
                <a:srgbClr val="4A5B6E"/>
              </a:solidFill>
              <a:latin typeface="Calibri"/>
            </a:endParaRPr>
          </a:p>
          <a:p>
            <a:pPr algn="l">
              <a:spcAft>
                <a:spcPts val="800"/>
              </a:spcAft>
            </a:pPr>
            <a:r>
              <a:rPr sz="2000" b="1" dirty="0">
                <a:solidFill>
                  <a:srgbClr val="2C3E50"/>
                </a:solidFill>
                <a:latin typeface="Calibri"/>
              </a:rPr>
              <a:t>•  </a:t>
            </a:r>
            <a:r>
              <a:rPr lang="en-US" sz="2000" b="1" dirty="0">
                <a:solidFill>
                  <a:srgbClr val="2C3E50"/>
                </a:solidFill>
                <a:latin typeface="Calibri"/>
              </a:rPr>
              <a:t>Sparse</a:t>
            </a:r>
            <a:endParaRPr sz="2000" b="1" dirty="0">
              <a:solidFill>
                <a:srgbClr val="2C3E50"/>
              </a:solidFill>
              <a:latin typeface="Calibri"/>
            </a:endParaRPr>
          </a:p>
          <a:p>
            <a:pPr algn="l">
              <a:spcAft>
                <a:spcPts val="1000"/>
              </a:spcAft>
            </a:pPr>
            <a:r>
              <a:rPr b="0" dirty="0">
                <a:solidFill>
                  <a:srgbClr val="4A5B6E"/>
                </a:solidFill>
                <a:latin typeface="Calibri"/>
              </a:rPr>
              <a:t>     </a:t>
            </a:r>
            <a:r>
              <a:rPr lang="en-US" b="0" dirty="0">
                <a:solidFill>
                  <a:srgbClr val="4A5B6E"/>
                </a:solidFill>
                <a:latin typeface="Calibri"/>
              </a:rPr>
              <a:t>chemical space is </a:t>
            </a:r>
            <a:r>
              <a:rPr lang="en-US" b="0" dirty="0" err="1">
                <a:solidFill>
                  <a:srgbClr val="4A5B6E"/>
                </a:solidFill>
                <a:latin typeface="Calibri"/>
              </a:rPr>
              <a:t>undersampling</a:t>
            </a:r>
            <a:r>
              <a:rPr lang="en-US" b="0" dirty="0">
                <a:solidFill>
                  <a:srgbClr val="4A5B6E"/>
                </a:solidFill>
                <a:latin typeface="Calibri"/>
              </a:rPr>
              <a:t> and critical areas have little or no data</a:t>
            </a:r>
            <a:endParaRPr b="0" dirty="0">
              <a:solidFill>
                <a:srgbClr val="4A5B6E"/>
              </a:solidFill>
              <a:latin typeface="Calibri"/>
            </a:endParaRPr>
          </a:p>
          <a:p>
            <a:pPr algn="l">
              <a:spcAft>
                <a:spcPts val="800"/>
              </a:spcAft>
            </a:pPr>
            <a:r>
              <a:rPr sz="2000" b="1" dirty="0">
                <a:solidFill>
                  <a:srgbClr val="2C3E50"/>
                </a:solidFill>
                <a:latin typeface="Calibri"/>
              </a:rPr>
              <a:t>•  </a:t>
            </a:r>
            <a:r>
              <a:rPr lang="en-US" sz="2000" b="1" dirty="0">
                <a:solidFill>
                  <a:srgbClr val="2C3E50"/>
                </a:solidFill>
                <a:latin typeface="Calibri"/>
              </a:rPr>
              <a:t>Model instability</a:t>
            </a:r>
            <a:endParaRPr sz="2000" b="1" dirty="0">
              <a:solidFill>
                <a:srgbClr val="2C3E50"/>
              </a:solidFill>
              <a:latin typeface="Calibri"/>
            </a:endParaRPr>
          </a:p>
          <a:p>
            <a:pPr algn="l">
              <a:spcAft>
                <a:spcPts val="1000"/>
              </a:spcAft>
            </a:pPr>
            <a:r>
              <a:rPr b="0" dirty="0">
                <a:solidFill>
                  <a:srgbClr val="4A5B6E"/>
                </a:solidFill>
                <a:latin typeface="Calibri"/>
              </a:rPr>
              <a:t>     </a:t>
            </a:r>
            <a:r>
              <a:rPr lang="en-US" b="0" dirty="0">
                <a:solidFill>
                  <a:srgbClr val="4A5B6E"/>
                </a:solidFill>
                <a:latin typeface="Calibri"/>
              </a:rPr>
              <a:t>poor data quality ensures surrogate models do not capture local structures or clustering</a:t>
            </a:r>
            <a:endParaRPr b="0" dirty="0">
              <a:solidFill>
                <a:srgbClr val="4A5B6E"/>
              </a:solidFill>
              <a:latin typeface="Calibri"/>
            </a:endParaRPr>
          </a:p>
          <a:p>
            <a:pPr algn="l">
              <a:spcAft>
                <a:spcPts val="800"/>
              </a:spcAft>
            </a:pPr>
            <a:r>
              <a:rPr sz="2000" b="1" dirty="0">
                <a:solidFill>
                  <a:srgbClr val="2C3E50"/>
                </a:solidFill>
                <a:latin typeface="Calibri"/>
              </a:rPr>
              <a:t>•  </a:t>
            </a:r>
            <a:r>
              <a:rPr lang="en-US" sz="2000" b="1" dirty="0">
                <a:solidFill>
                  <a:srgbClr val="2C3E50"/>
                </a:solidFill>
                <a:latin typeface="Calibri"/>
              </a:rPr>
              <a:t>New Data Breaking</a:t>
            </a:r>
            <a:endParaRPr sz="2000" b="1" dirty="0">
              <a:solidFill>
                <a:srgbClr val="2C3E50"/>
              </a:solidFill>
              <a:latin typeface="Calibri"/>
            </a:endParaRPr>
          </a:p>
          <a:p>
            <a:pPr algn="l">
              <a:spcAft>
                <a:spcPts val="1000"/>
              </a:spcAft>
            </a:pPr>
            <a:r>
              <a:rPr b="0" dirty="0">
                <a:solidFill>
                  <a:srgbClr val="4A5B6E"/>
                </a:solidFill>
                <a:latin typeface="Calibri"/>
              </a:rPr>
              <a:t>     </a:t>
            </a:r>
            <a:r>
              <a:rPr lang="en-US" b="0" dirty="0">
                <a:solidFill>
                  <a:srgbClr val="4A5B6E"/>
                </a:solidFill>
                <a:latin typeface="Calibri"/>
              </a:rPr>
              <a:t>new data can’t be easily included in the old training or represents a whole new mechanism</a:t>
            </a:r>
            <a:endParaRPr b="0" dirty="0">
              <a:solidFill>
                <a:srgbClr val="4A5B6E"/>
              </a:solidFill>
              <a:latin typeface="Calibri"/>
            </a:endParaRPr>
          </a:p>
        </p:txBody>
      </p:sp>
    </p:spTree>
    <p:extLst>
      <p:ext uri="{BB962C8B-B14F-4D97-AF65-F5344CB8AC3E}">
        <p14:creationId xmlns:p14="http://schemas.microsoft.com/office/powerpoint/2010/main" val="3022899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AEA53-F301-6DC9-2827-DF55E493CC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02A694-A1B4-A342-5A63-46F34442C53C}"/>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Data Visualization</a:t>
            </a:r>
            <a:endParaRPr sz="3200" b="1" i="0" dirty="0">
              <a:solidFill>
                <a:srgbClr val="1E2761"/>
              </a:solidFill>
              <a:latin typeface="Cambria"/>
            </a:endParaRPr>
          </a:p>
        </p:txBody>
      </p:sp>
      <p:sp>
        <p:nvSpPr>
          <p:cNvPr id="3" name="TextBox 2">
            <a:extLst>
              <a:ext uri="{FF2B5EF4-FFF2-40B4-BE49-F238E27FC236}">
                <a16:creationId xmlns:a16="http://schemas.microsoft.com/office/drawing/2014/main" id="{ED56DDAD-8DE9-4F64-B6AF-BAA1BB115198}"/>
              </a:ext>
            </a:extLst>
          </p:cNvPr>
          <p:cNvSpPr txBox="1"/>
          <p:nvPr/>
        </p:nvSpPr>
        <p:spPr>
          <a:xfrm>
            <a:off x="548640" y="1371600"/>
            <a:ext cx="11155680" cy="830997"/>
          </a:xfrm>
          <a:prstGeom prst="rect">
            <a:avLst/>
          </a:prstGeom>
          <a:noFill/>
        </p:spPr>
        <p:txBody>
          <a:bodyPr wrap="square" lIns="45720" rIns="45720" anchor="t">
            <a:spAutoFit/>
          </a:bodyPr>
          <a:lstStyle/>
          <a:p>
            <a:pPr algn="l"/>
            <a:r>
              <a:rPr lang="en-US" sz="2400" b="1" dirty="0">
                <a:solidFill>
                  <a:srgbClr val="1E2761"/>
                </a:solidFill>
                <a:latin typeface="Cambria"/>
              </a:rPr>
              <a:t>Fluency in a few dimension reduction techniques will dramatically accelerate your ability to predict when an agent will behave…or not</a:t>
            </a:r>
            <a:endParaRPr sz="2400" b="1" i="0" dirty="0">
              <a:solidFill>
                <a:srgbClr val="1E2761"/>
              </a:solidFill>
              <a:latin typeface="Cambria"/>
            </a:endParaRPr>
          </a:p>
        </p:txBody>
      </p:sp>
      <p:sp>
        <p:nvSpPr>
          <p:cNvPr id="14" name="Rectangle 13">
            <a:extLst>
              <a:ext uri="{FF2B5EF4-FFF2-40B4-BE49-F238E27FC236}">
                <a16:creationId xmlns:a16="http://schemas.microsoft.com/office/drawing/2014/main" id="{169AC434-1C85-C60F-3E29-F58D8C74290A}"/>
              </a:ext>
            </a:extLst>
          </p:cNvPr>
          <p:cNvSpPr/>
          <p:nvPr/>
        </p:nvSpPr>
        <p:spPr>
          <a:xfrm>
            <a:off x="548640" y="5810419"/>
            <a:ext cx="2145263" cy="576267"/>
          </a:xfrm>
          <a:prstGeom prst="rect">
            <a:avLst/>
          </a:prstGeom>
          <a:ln w="57150">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Graphs</a:t>
            </a:r>
          </a:p>
        </p:txBody>
      </p:sp>
      <p:grpSp>
        <p:nvGrpSpPr>
          <p:cNvPr id="4" name="Group 3">
            <a:extLst>
              <a:ext uri="{FF2B5EF4-FFF2-40B4-BE49-F238E27FC236}">
                <a16:creationId xmlns:a16="http://schemas.microsoft.com/office/drawing/2014/main" id="{79865159-E8CA-82D6-47C4-0C7AAEDE5044}"/>
              </a:ext>
            </a:extLst>
          </p:cNvPr>
          <p:cNvGrpSpPr/>
          <p:nvPr/>
        </p:nvGrpSpPr>
        <p:grpSpPr>
          <a:xfrm>
            <a:off x="548640" y="2424695"/>
            <a:ext cx="4692173" cy="707886"/>
            <a:chOff x="548640" y="2424695"/>
            <a:chExt cx="4692173" cy="707886"/>
          </a:xfrm>
        </p:grpSpPr>
        <p:sp>
          <p:nvSpPr>
            <p:cNvPr id="8" name="Rectangle 7">
              <a:extLst>
                <a:ext uri="{FF2B5EF4-FFF2-40B4-BE49-F238E27FC236}">
                  <a16:creationId xmlns:a16="http://schemas.microsoft.com/office/drawing/2014/main" id="{B7E20291-4EFA-12BF-B815-929D91781384}"/>
                </a:ext>
              </a:extLst>
            </p:cNvPr>
            <p:cNvSpPr/>
            <p:nvPr/>
          </p:nvSpPr>
          <p:spPr>
            <a:xfrm>
              <a:off x="548640" y="2490505"/>
              <a:ext cx="2176085" cy="576267"/>
            </a:xfrm>
            <a:prstGeom prst="rect">
              <a:avLst/>
            </a:prstGeom>
            <a:ln w="57150">
              <a:solidFill>
                <a:srgbClr val="1E276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PCA</a:t>
              </a:r>
            </a:p>
          </p:txBody>
        </p:sp>
        <p:sp>
          <p:nvSpPr>
            <p:cNvPr id="16" name="TextBox 15">
              <a:extLst>
                <a:ext uri="{FF2B5EF4-FFF2-40B4-BE49-F238E27FC236}">
                  <a16:creationId xmlns:a16="http://schemas.microsoft.com/office/drawing/2014/main" id="{BB7B68A8-705F-FE55-2E24-8C5DADAF76CC}"/>
                </a:ext>
              </a:extLst>
            </p:cNvPr>
            <p:cNvSpPr txBox="1"/>
            <p:nvPr/>
          </p:nvSpPr>
          <p:spPr>
            <a:xfrm>
              <a:off x="2740136" y="2424695"/>
              <a:ext cx="2500677" cy="707886"/>
            </a:xfrm>
            <a:prstGeom prst="rect">
              <a:avLst/>
            </a:prstGeom>
            <a:noFill/>
          </p:spPr>
          <p:txBody>
            <a:bodyPr wrap="square">
              <a:spAutoFit/>
            </a:bodyPr>
            <a:lstStyle/>
            <a:p>
              <a:pPr>
                <a:spcBef>
                  <a:spcPts val="1000"/>
                </a:spcBef>
              </a:pPr>
              <a:r>
                <a:rPr lang="en-US" sz="2000" i="1" dirty="0">
                  <a:solidFill>
                    <a:srgbClr val="1E2761"/>
                  </a:solidFill>
                </a:rPr>
                <a:t>principal component analysis</a:t>
              </a:r>
            </a:p>
          </p:txBody>
        </p:sp>
      </p:grpSp>
      <p:grpSp>
        <p:nvGrpSpPr>
          <p:cNvPr id="5" name="Group 4">
            <a:extLst>
              <a:ext uri="{FF2B5EF4-FFF2-40B4-BE49-F238E27FC236}">
                <a16:creationId xmlns:a16="http://schemas.microsoft.com/office/drawing/2014/main" id="{E4559439-F6CC-6B55-CDD5-73741D1E4F77}"/>
              </a:ext>
            </a:extLst>
          </p:cNvPr>
          <p:cNvGrpSpPr/>
          <p:nvPr/>
        </p:nvGrpSpPr>
        <p:grpSpPr>
          <a:xfrm>
            <a:off x="548640" y="3597143"/>
            <a:ext cx="5375153" cy="707886"/>
            <a:chOff x="548640" y="3340489"/>
            <a:chExt cx="5375153" cy="707886"/>
          </a:xfrm>
        </p:grpSpPr>
        <p:sp>
          <p:nvSpPr>
            <p:cNvPr id="10" name="Rectangle 9">
              <a:extLst>
                <a:ext uri="{FF2B5EF4-FFF2-40B4-BE49-F238E27FC236}">
                  <a16:creationId xmlns:a16="http://schemas.microsoft.com/office/drawing/2014/main" id="{8F23D024-3426-8915-5768-6614A0C1968A}"/>
                </a:ext>
              </a:extLst>
            </p:cNvPr>
            <p:cNvSpPr/>
            <p:nvPr/>
          </p:nvSpPr>
          <p:spPr>
            <a:xfrm>
              <a:off x="548640" y="3406299"/>
              <a:ext cx="2145263" cy="576267"/>
            </a:xfrm>
            <a:prstGeom prst="rect">
              <a:avLst/>
            </a:prstGeom>
            <a:ln w="57150">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UMAP</a:t>
              </a:r>
            </a:p>
          </p:txBody>
        </p:sp>
        <p:sp>
          <p:nvSpPr>
            <p:cNvPr id="18" name="TextBox 17">
              <a:extLst>
                <a:ext uri="{FF2B5EF4-FFF2-40B4-BE49-F238E27FC236}">
                  <a16:creationId xmlns:a16="http://schemas.microsoft.com/office/drawing/2014/main" id="{E60502CA-5978-B6E0-13A6-8136E086C044}"/>
                </a:ext>
              </a:extLst>
            </p:cNvPr>
            <p:cNvSpPr txBox="1"/>
            <p:nvPr/>
          </p:nvSpPr>
          <p:spPr>
            <a:xfrm>
              <a:off x="2740136" y="3340489"/>
              <a:ext cx="3183657" cy="707886"/>
            </a:xfrm>
            <a:prstGeom prst="rect">
              <a:avLst/>
            </a:prstGeom>
            <a:noFill/>
          </p:spPr>
          <p:txBody>
            <a:bodyPr wrap="square">
              <a:spAutoFit/>
            </a:bodyPr>
            <a:lstStyle/>
            <a:p>
              <a:pPr>
                <a:spcBef>
                  <a:spcPts val="1000"/>
                </a:spcBef>
              </a:pPr>
              <a:r>
                <a:rPr lang="en-US" sz="2000" i="1" dirty="0">
                  <a:solidFill>
                    <a:srgbClr val="1E2761"/>
                  </a:solidFill>
                </a:rPr>
                <a:t>uniform manifold approximation &amp; projection</a:t>
              </a:r>
            </a:p>
          </p:txBody>
        </p:sp>
      </p:grpSp>
      <p:grpSp>
        <p:nvGrpSpPr>
          <p:cNvPr id="6" name="Group 5">
            <a:extLst>
              <a:ext uri="{FF2B5EF4-FFF2-40B4-BE49-F238E27FC236}">
                <a16:creationId xmlns:a16="http://schemas.microsoft.com/office/drawing/2014/main" id="{7411CB7F-8E9A-88A3-5D81-4D0CB82AE68F}"/>
              </a:ext>
            </a:extLst>
          </p:cNvPr>
          <p:cNvGrpSpPr/>
          <p:nvPr/>
        </p:nvGrpSpPr>
        <p:grpSpPr>
          <a:xfrm>
            <a:off x="548640" y="4769591"/>
            <a:ext cx="4692173" cy="576267"/>
            <a:chOff x="548640" y="4676142"/>
            <a:chExt cx="4692173" cy="576267"/>
          </a:xfrm>
        </p:grpSpPr>
        <p:sp>
          <p:nvSpPr>
            <p:cNvPr id="12" name="Rectangle 11">
              <a:extLst>
                <a:ext uri="{FF2B5EF4-FFF2-40B4-BE49-F238E27FC236}">
                  <a16:creationId xmlns:a16="http://schemas.microsoft.com/office/drawing/2014/main" id="{0C2B787D-8DD7-6B80-A947-1015D0BC7AE6}"/>
                </a:ext>
              </a:extLst>
            </p:cNvPr>
            <p:cNvSpPr/>
            <p:nvPr/>
          </p:nvSpPr>
          <p:spPr>
            <a:xfrm>
              <a:off x="548640" y="4676142"/>
              <a:ext cx="2145263" cy="576267"/>
            </a:xfrm>
            <a:prstGeom prst="rect">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SOM</a:t>
              </a:r>
            </a:p>
          </p:txBody>
        </p:sp>
        <p:sp>
          <p:nvSpPr>
            <p:cNvPr id="20" name="TextBox 19">
              <a:extLst>
                <a:ext uri="{FF2B5EF4-FFF2-40B4-BE49-F238E27FC236}">
                  <a16:creationId xmlns:a16="http://schemas.microsoft.com/office/drawing/2014/main" id="{8425ADB3-C540-1FC3-C9D6-9C5D5A82B148}"/>
                </a:ext>
              </a:extLst>
            </p:cNvPr>
            <p:cNvSpPr txBox="1"/>
            <p:nvPr/>
          </p:nvSpPr>
          <p:spPr>
            <a:xfrm>
              <a:off x="2740136" y="4764220"/>
              <a:ext cx="2500677" cy="400110"/>
            </a:xfrm>
            <a:prstGeom prst="rect">
              <a:avLst/>
            </a:prstGeom>
            <a:noFill/>
          </p:spPr>
          <p:txBody>
            <a:bodyPr wrap="square">
              <a:spAutoFit/>
            </a:bodyPr>
            <a:lstStyle/>
            <a:p>
              <a:pPr>
                <a:spcBef>
                  <a:spcPts val="1000"/>
                </a:spcBef>
              </a:pPr>
              <a:r>
                <a:rPr lang="en-US" sz="2000" i="1" dirty="0">
                  <a:solidFill>
                    <a:srgbClr val="1E2761"/>
                  </a:solidFill>
                </a:rPr>
                <a:t>self-organizing maps</a:t>
              </a:r>
            </a:p>
          </p:txBody>
        </p:sp>
      </p:grpSp>
      <p:pic>
        <p:nvPicPr>
          <p:cNvPr id="26" name="Picture 25">
            <a:extLst>
              <a:ext uri="{FF2B5EF4-FFF2-40B4-BE49-F238E27FC236}">
                <a16:creationId xmlns:a16="http://schemas.microsoft.com/office/drawing/2014/main" id="{10A4D421-CE4B-2494-31A2-40CB7194C5E7}"/>
              </a:ext>
            </a:extLst>
          </p:cNvPr>
          <p:cNvPicPr>
            <a:picLocks noChangeAspect="1"/>
          </p:cNvPicPr>
          <p:nvPr/>
        </p:nvPicPr>
        <p:blipFill>
          <a:blip r:embed="rId3"/>
          <a:stretch>
            <a:fillRect/>
          </a:stretch>
        </p:blipFill>
        <p:spPr>
          <a:xfrm>
            <a:off x="6268209" y="2453129"/>
            <a:ext cx="5137446" cy="4030794"/>
          </a:xfrm>
          <a:prstGeom prst="rect">
            <a:avLst/>
          </a:prstGeom>
        </p:spPr>
      </p:pic>
    </p:spTree>
    <p:extLst>
      <p:ext uri="{BB962C8B-B14F-4D97-AF65-F5344CB8AC3E}">
        <p14:creationId xmlns:p14="http://schemas.microsoft.com/office/powerpoint/2010/main" val="1479969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35E68-140A-41B3-93FD-F6E05895F7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A5CEE3-1572-3240-72A9-0958A9F73C16}"/>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Data Visualization</a:t>
            </a:r>
            <a:endParaRPr sz="3200" b="1" i="0" dirty="0">
              <a:solidFill>
                <a:srgbClr val="1E2761"/>
              </a:solidFill>
              <a:latin typeface="Cambria"/>
            </a:endParaRPr>
          </a:p>
        </p:txBody>
      </p:sp>
      <p:sp>
        <p:nvSpPr>
          <p:cNvPr id="3" name="TextBox 2">
            <a:extLst>
              <a:ext uri="{FF2B5EF4-FFF2-40B4-BE49-F238E27FC236}">
                <a16:creationId xmlns:a16="http://schemas.microsoft.com/office/drawing/2014/main" id="{15FDD596-8D9F-439C-4B18-CB1404EABDB0}"/>
              </a:ext>
            </a:extLst>
          </p:cNvPr>
          <p:cNvSpPr txBox="1"/>
          <p:nvPr/>
        </p:nvSpPr>
        <p:spPr>
          <a:xfrm>
            <a:off x="548640" y="1371600"/>
            <a:ext cx="11155680" cy="830997"/>
          </a:xfrm>
          <a:prstGeom prst="rect">
            <a:avLst/>
          </a:prstGeom>
          <a:noFill/>
        </p:spPr>
        <p:txBody>
          <a:bodyPr wrap="square" lIns="45720" rIns="45720" anchor="t">
            <a:spAutoFit/>
          </a:bodyPr>
          <a:lstStyle/>
          <a:p>
            <a:pPr algn="l"/>
            <a:r>
              <a:rPr lang="en-US" sz="2400" b="1" dirty="0">
                <a:solidFill>
                  <a:srgbClr val="1E2761"/>
                </a:solidFill>
                <a:latin typeface="Cambria"/>
              </a:rPr>
              <a:t>Fluency in a few dimension reduction techniques will dramatically accelerate your ability to predict when an agent will behave…or not</a:t>
            </a:r>
            <a:endParaRPr sz="2400" b="1" i="0" dirty="0">
              <a:solidFill>
                <a:srgbClr val="1E2761"/>
              </a:solidFill>
              <a:latin typeface="Cambria"/>
            </a:endParaRPr>
          </a:p>
        </p:txBody>
      </p:sp>
      <p:sp>
        <p:nvSpPr>
          <p:cNvPr id="14" name="Rectangle 13">
            <a:extLst>
              <a:ext uri="{FF2B5EF4-FFF2-40B4-BE49-F238E27FC236}">
                <a16:creationId xmlns:a16="http://schemas.microsoft.com/office/drawing/2014/main" id="{10AE6F40-44D2-5360-BC0A-A31934C57677}"/>
              </a:ext>
            </a:extLst>
          </p:cNvPr>
          <p:cNvSpPr/>
          <p:nvPr/>
        </p:nvSpPr>
        <p:spPr>
          <a:xfrm>
            <a:off x="548640" y="5810419"/>
            <a:ext cx="2145263" cy="576267"/>
          </a:xfrm>
          <a:prstGeom prst="rect">
            <a:avLst/>
          </a:prstGeom>
          <a:ln w="57150">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Graphs</a:t>
            </a:r>
          </a:p>
        </p:txBody>
      </p:sp>
      <p:grpSp>
        <p:nvGrpSpPr>
          <p:cNvPr id="4" name="Group 3">
            <a:extLst>
              <a:ext uri="{FF2B5EF4-FFF2-40B4-BE49-F238E27FC236}">
                <a16:creationId xmlns:a16="http://schemas.microsoft.com/office/drawing/2014/main" id="{AECB4051-F60C-7384-DE36-D661CE6A779D}"/>
              </a:ext>
            </a:extLst>
          </p:cNvPr>
          <p:cNvGrpSpPr/>
          <p:nvPr/>
        </p:nvGrpSpPr>
        <p:grpSpPr>
          <a:xfrm>
            <a:off x="548640" y="2424695"/>
            <a:ext cx="4692173" cy="707886"/>
            <a:chOff x="548640" y="2424695"/>
            <a:chExt cx="4692173" cy="707886"/>
          </a:xfrm>
        </p:grpSpPr>
        <p:sp>
          <p:nvSpPr>
            <p:cNvPr id="8" name="Rectangle 7">
              <a:extLst>
                <a:ext uri="{FF2B5EF4-FFF2-40B4-BE49-F238E27FC236}">
                  <a16:creationId xmlns:a16="http://schemas.microsoft.com/office/drawing/2014/main" id="{20DCAF2F-0B01-520D-1773-C597A15136EE}"/>
                </a:ext>
              </a:extLst>
            </p:cNvPr>
            <p:cNvSpPr/>
            <p:nvPr/>
          </p:nvSpPr>
          <p:spPr>
            <a:xfrm>
              <a:off x="548640" y="2490505"/>
              <a:ext cx="2176085" cy="576267"/>
            </a:xfrm>
            <a:prstGeom prst="rect">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PCA</a:t>
              </a:r>
            </a:p>
          </p:txBody>
        </p:sp>
        <p:sp>
          <p:nvSpPr>
            <p:cNvPr id="16" name="TextBox 15">
              <a:extLst>
                <a:ext uri="{FF2B5EF4-FFF2-40B4-BE49-F238E27FC236}">
                  <a16:creationId xmlns:a16="http://schemas.microsoft.com/office/drawing/2014/main" id="{700E3DB1-5709-74B2-D095-344B76C238CF}"/>
                </a:ext>
              </a:extLst>
            </p:cNvPr>
            <p:cNvSpPr txBox="1"/>
            <p:nvPr/>
          </p:nvSpPr>
          <p:spPr>
            <a:xfrm>
              <a:off x="2740136" y="2424695"/>
              <a:ext cx="2500677" cy="707886"/>
            </a:xfrm>
            <a:prstGeom prst="rect">
              <a:avLst/>
            </a:prstGeom>
            <a:noFill/>
          </p:spPr>
          <p:txBody>
            <a:bodyPr wrap="square">
              <a:spAutoFit/>
            </a:bodyPr>
            <a:lstStyle/>
            <a:p>
              <a:pPr>
                <a:spcBef>
                  <a:spcPts val="1000"/>
                </a:spcBef>
              </a:pPr>
              <a:r>
                <a:rPr lang="en-US" sz="2000" i="1" dirty="0">
                  <a:solidFill>
                    <a:srgbClr val="1E2761"/>
                  </a:solidFill>
                </a:rPr>
                <a:t>principal component analysis</a:t>
              </a:r>
            </a:p>
          </p:txBody>
        </p:sp>
      </p:grpSp>
      <p:grpSp>
        <p:nvGrpSpPr>
          <p:cNvPr id="5" name="Group 4">
            <a:extLst>
              <a:ext uri="{FF2B5EF4-FFF2-40B4-BE49-F238E27FC236}">
                <a16:creationId xmlns:a16="http://schemas.microsoft.com/office/drawing/2014/main" id="{75A2E4F8-FEBD-1C69-D577-3B8760639CC1}"/>
              </a:ext>
            </a:extLst>
          </p:cNvPr>
          <p:cNvGrpSpPr/>
          <p:nvPr/>
        </p:nvGrpSpPr>
        <p:grpSpPr>
          <a:xfrm>
            <a:off x="548640" y="3597143"/>
            <a:ext cx="5375153" cy="707886"/>
            <a:chOff x="548640" y="3340489"/>
            <a:chExt cx="5375153" cy="707886"/>
          </a:xfrm>
        </p:grpSpPr>
        <p:sp>
          <p:nvSpPr>
            <p:cNvPr id="10" name="Rectangle 9">
              <a:extLst>
                <a:ext uri="{FF2B5EF4-FFF2-40B4-BE49-F238E27FC236}">
                  <a16:creationId xmlns:a16="http://schemas.microsoft.com/office/drawing/2014/main" id="{DCBDEAE0-AB32-885A-D712-CAE66F57F05F}"/>
                </a:ext>
              </a:extLst>
            </p:cNvPr>
            <p:cNvSpPr/>
            <p:nvPr/>
          </p:nvSpPr>
          <p:spPr>
            <a:xfrm>
              <a:off x="548640" y="3406299"/>
              <a:ext cx="2145263" cy="576267"/>
            </a:xfrm>
            <a:prstGeom prst="rect">
              <a:avLst/>
            </a:prstGeom>
            <a:ln w="57150">
              <a:solidFill>
                <a:srgbClr val="1E276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UMAP</a:t>
              </a:r>
            </a:p>
          </p:txBody>
        </p:sp>
        <p:sp>
          <p:nvSpPr>
            <p:cNvPr id="18" name="TextBox 17">
              <a:extLst>
                <a:ext uri="{FF2B5EF4-FFF2-40B4-BE49-F238E27FC236}">
                  <a16:creationId xmlns:a16="http://schemas.microsoft.com/office/drawing/2014/main" id="{F1F310E4-817A-8298-7F8E-B2B18EE0F832}"/>
                </a:ext>
              </a:extLst>
            </p:cNvPr>
            <p:cNvSpPr txBox="1"/>
            <p:nvPr/>
          </p:nvSpPr>
          <p:spPr>
            <a:xfrm>
              <a:off x="2740136" y="3340489"/>
              <a:ext cx="3183657" cy="707886"/>
            </a:xfrm>
            <a:prstGeom prst="rect">
              <a:avLst/>
            </a:prstGeom>
            <a:noFill/>
          </p:spPr>
          <p:txBody>
            <a:bodyPr wrap="square">
              <a:spAutoFit/>
            </a:bodyPr>
            <a:lstStyle/>
            <a:p>
              <a:pPr>
                <a:spcBef>
                  <a:spcPts val="1000"/>
                </a:spcBef>
              </a:pPr>
              <a:r>
                <a:rPr lang="en-US" sz="2000" i="1" dirty="0">
                  <a:solidFill>
                    <a:srgbClr val="1E2761"/>
                  </a:solidFill>
                </a:rPr>
                <a:t>uniform manifold approximation &amp; projection</a:t>
              </a:r>
            </a:p>
          </p:txBody>
        </p:sp>
      </p:grpSp>
      <p:grpSp>
        <p:nvGrpSpPr>
          <p:cNvPr id="6" name="Group 5">
            <a:extLst>
              <a:ext uri="{FF2B5EF4-FFF2-40B4-BE49-F238E27FC236}">
                <a16:creationId xmlns:a16="http://schemas.microsoft.com/office/drawing/2014/main" id="{B431D719-1912-AEFE-C075-2ADCE1C1CBC6}"/>
              </a:ext>
            </a:extLst>
          </p:cNvPr>
          <p:cNvGrpSpPr/>
          <p:nvPr/>
        </p:nvGrpSpPr>
        <p:grpSpPr>
          <a:xfrm>
            <a:off x="548640" y="4769591"/>
            <a:ext cx="4692173" cy="576267"/>
            <a:chOff x="548640" y="4676142"/>
            <a:chExt cx="4692173" cy="576267"/>
          </a:xfrm>
        </p:grpSpPr>
        <p:sp>
          <p:nvSpPr>
            <p:cNvPr id="12" name="Rectangle 11">
              <a:extLst>
                <a:ext uri="{FF2B5EF4-FFF2-40B4-BE49-F238E27FC236}">
                  <a16:creationId xmlns:a16="http://schemas.microsoft.com/office/drawing/2014/main" id="{A39F7721-3E6C-6B10-2264-9BE9F06EAB67}"/>
                </a:ext>
              </a:extLst>
            </p:cNvPr>
            <p:cNvSpPr/>
            <p:nvPr/>
          </p:nvSpPr>
          <p:spPr>
            <a:xfrm>
              <a:off x="548640" y="4676142"/>
              <a:ext cx="2145263" cy="576267"/>
            </a:xfrm>
            <a:prstGeom prst="rect">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SOM</a:t>
              </a:r>
            </a:p>
          </p:txBody>
        </p:sp>
        <p:sp>
          <p:nvSpPr>
            <p:cNvPr id="20" name="TextBox 19">
              <a:extLst>
                <a:ext uri="{FF2B5EF4-FFF2-40B4-BE49-F238E27FC236}">
                  <a16:creationId xmlns:a16="http://schemas.microsoft.com/office/drawing/2014/main" id="{53EBE6E9-E318-5BA9-105A-A12D61B97D28}"/>
                </a:ext>
              </a:extLst>
            </p:cNvPr>
            <p:cNvSpPr txBox="1"/>
            <p:nvPr/>
          </p:nvSpPr>
          <p:spPr>
            <a:xfrm>
              <a:off x="2740136" y="4764220"/>
              <a:ext cx="2500677" cy="400110"/>
            </a:xfrm>
            <a:prstGeom prst="rect">
              <a:avLst/>
            </a:prstGeom>
            <a:noFill/>
          </p:spPr>
          <p:txBody>
            <a:bodyPr wrap="square">
              <a:spAutoFit/>
            </a:bodyPr>
            <a:lstStyle/>
            <a:p>
              <a:pPr>
                <a:spcBef>
                  <a:spcPts val="1000"/>
                </a:spcBef>
              </a:pPr>
              <a:r>
                <a:rPr lang="en-US" sz="2000" i="1" dirty="0">
                  <a:solidFill>
                    <a:srgbClr val="1E2761"/>
                  </a:solidFill>
                </a:rPr>
                <a:t>self-organizing maps</a:t>
              </a:r>
            </a:p>
          </p:txBody>
        </p:sp>
      </p:grpSp>
      <p:pic>
        <p:nvPicPr>
          <p:cNvPr id="9" name="Picture 8">
            <a:extLst>
              <a:ext uri="{FF2B5EF4-FFF2-40B4-BE49-F238E27FC236}">
                <a16:creationId xmlns:a16="http://schemas.microsoft.com/office/drawing/2014/main" id="{62A4152A-48EB-D8AD-F933-5F838FAB98A2}"/>
              </a:ext>
            </a:extLst>
          </p:cNvPr>
          <p:cNvPicPr>
            <a:picLocks noChangeAspect="1"/>
          </p:cNvPicPr>
          <p:nvPr/>
        </p:nvPicPr>
        <p:blipFill>
          <a:blip r:embed="rId3"/>
          <a:stretch>
            <a:fillRect/>
          </a:stretch>
        </p:blipFill>
        <p:spPr>
          <a:xfrm>
            <a:off x="6293347" y="2459736"/>
            <a:ext cx="5076212" cy="4032504"/>
          </a:xfrm>
          <a:prstGeom prst="rect">
            <a:avLst/>
          </a:prstGeom>
        </p:spPr>
      </p:pic>
    </p:spTree>
    <p:extLst>
      <p:ext uri="{BB962C8B-B14F-4D97-AF65-F5344CB8AC3E}">
        <p14:creationId xmlns:p14="http://schemas.microsoft.com/office/powerpoint/2010/main" val="1371056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D2E58-16BB-E175-ED85-BD42CF32C7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783BB7-317F-A46E-AFD2-125DEF9DA553}"/>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Data Visualization</a:t>
            </a:r>
            <a:endParaRPr sz="3200" b="1" i="0" dirty="0">
              <a:solidFill>
                <a:srgbClr val="1E2761"/>
              </a:solidFill>
              <a:latin typeface="Cambria"/>
            </a:endParaRPr>
          </a:p>
        </p:txBody>
      </p:sp>
      <p:sp>
        <p:nvSpPr>
          <p:cNvPr id="3" name="TextBox 2">
            <a:extLst>
              <a:ext uri="{FF2B5EF4-FFF2-40B4-BE49-F238E27FC236}">
                <a16:creationId xmlns:a16="http://schemas.microsoft.com/office/drawing/2014/main" id="{9788C0A6-F87E-3346-0D2C-28D498320B50}"/>
              </a:ext>
            </a:extLst>
          </p:cNvPr>
          <p:cNvSpPr txBox="1"/>
          <p:nvPr/>
        </p:nvSpPr>
        <p:spPr>
          <a:xfrm>
            <a:off x="548640" y="1371600"/>
            <a:ext cx="11155680" cy="830997"/>
          </a:xfrm>
          <a:prstGeom prst="rect">
            <a:avLst/>
          </a:prstGeom>
          <a:noFill/>
        </p:spPr>
        <p:txBody>
          <a:bodyPr wrap="square" lIns="45720" rIns="45720" anchor="t">
            <a:spAutoFit/>
          </a:bodyPr>
          <a:lstStyle/>
          <a:p>
            <a:pPr algn="l"/>
            <a:r>
              <a:rPr lang="en-US" sz="2400" b="1" dirty="0">
                <a:solidFill>
                  <a:srgbClr val="1E2761"/>
                </a:solidFill>
                <a:latin typeface="Cambria"/>
              </a:rPr>
              <a:t>Fluency in a few dimension reduction techniques will dramatically accelerate your ability to predict when an agent will behave…or not</a:t>
            </a:r>
            <a:endParaRPr sz="2400" b="1" i="0" dirty="0">
              <a:solidFill>
                <a:srgbClr val="1E2761"/>
              </a:solidFill>
              <a:latin typeface="Cambria"/>
            </a:endParaRPr>
          </a:p>
        </p:txBody>
      </p:sp>
      <p:sp>
        <p:nvSpPr>
          <p:cNvPr id="14" name="Rectangle 13">
            <a:extLst>
              <a:ext uri="{FF2B5EF4-FFF2-40B4-BE49-F238E27FC236}">
                <a16:creationId xmlns:a16="http://schemas.microsoft.com/office/drawing/2014/main" id="{2352EAB1-5E9F-B1C6-1E27-0165669E5A1C}"/>
              </a:ext>
            </a:extLst>
          </p:cNvPr>
          <p:cNvSpPr/>
          <p:nvPr/>
        </p:nvSpPr>
        <p:spPr>
          <a:xfrm>
            <a:off x="548640" y="5810419"/>
            <a:ext cx="2145263" cy="576267"/>
          </a:xfrm>
          <a:prstGeom prst="rect">
            <a:avLst/>
          </a:prstGeom>
          <a:ln w="57150">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Graphs</a:t>
            </a:r>
          </a:p>
        </p:txBody>
      </p:sp>
      <p:grpSp>
        <p:nvGrpSpPr>
          <p:cNvPr id="4" name="Group 3">
            <a:extLst>
              <a:ext uri="{FF2B5EF4-FFF2-40B4-BE49-F238E27FC236}">
                <a16:creationId xmlns:a16="http://schemas.microsoft.com/office/drawing/2014/main" id="{0049FE8D-230B-FA25-6DFA-286ABF1EA23F}"/>
              </a:ext>
            </a:extLst>
          </p:cNvPr>
          <p:cNvGrpSpPr/>
          <p:nvPr/>
        </p:nvGrpSpPr>
        <p:grpSpPr>
          <a:xfrm>
            <a:off x="548640" y="2424695"/>
            <a:ext cx="4692173" cy="707886"/>
            <a:chOff x="548640" y="2424695"/>
            <a:chExt cx="4692173" cy="707886"/>
          </a:xfrm>
        </p:grpSpPr>
        <p:sp>
          <p:nvSpPr>
            <p:cNvPr id="8" name="Rectangle 7">
              <a:extLst>
                <a:ext uri="{FF2B5EF4-FFF2-40B4-BE49-F238E27FC236}">
                  <a16:creationId xmlns:a16="http://schemas.microsoft.com/office/drawing/2014/main" id="{2AC0C22F-BD74-F993-2F89-4770EAD08F52}"/>
                </a:ext>
              </a:extLst>
            </p:cNvPr>
            <p:cNvSpPr/>
            <p:nvPr/>
          </p:nvSpPr>
          <p:spPr>
            <a:xfrm>
              <a:off x="548640" y="2490505"/>
              <a:ext cx="2176085" cy="576267"/>
            </a:xfrm>
            <a:prstGeom prst="rect">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PCA</a:t>
              </a:r>
            </a:p>
          </p:txBody>
        </p:sp>
        <p:sp>
          <p:nvSpPr>
            <p:cNvPr id="16" name="TextBox 15">
              <a:extLst>
                <a:ext uri="{FF2B5EF4-FFF2-40B4-BE49-F238E27FC236}">
                  <a16:creationId xmlns:a16="http://schemas.microsoft.com/office/drawing/2014/main" id="{12C7DDE5-C5C9-27F1-1D26-218E3324451F}"/>
                </a:ext>
              </a:extLst>
            </p:cNvPr>
            <p:cNvSpPr txBox="1"/>
            <p:nvPr/>
          </p:nvSpPr>
          <p:spPr>
            <a:xfrm>
              <a:off x="2740136" y="2424695"/>
              <a:ext cx="2500677" cy="707886"/>
            </a:xfrm>
            <a:prstGeom prst="rect">
              <a:avLst/>
            </a:prstGeom>
            <a:noFill/>
          </p:spPr>
          <p:txBody>
            <a:bodyPr wrap="square">
              <a:spAutoFit/>
            </a:bodyPr>
            <a:lstStyle/>
            <a:p>
              <a:pPr>
                <a:spcBef>
                  <a:spcPts val="1000"/>
                </a:spcBef>
              </a:pPr>
              <a:r>
                <a:rPr lang="en-US" sz="2000" i="1" dirty="0">
                  <a:solidFill>
                    <a:srgbClr val="1E2761"/>
                  </a:solidFill>
                </a:rPr>
                <a:t>principal component analysis</a:t>
              </a:r>
            </a:p>
          </p:txBody>
        </p:sp>
      </p:grpSp>
      <p:grpSp>
        <p:nvGrpSpPr>
          <p:cNvPr id="5" name="Group 4">
            <a:extLst>
              <a:ext uri="{FF2B5EF4-FFF2-40B4-BE49-F238E27FC236}">
                <a16:creationId xmlns:a16="http://schemas.microsoft.com/office/drawing/2014/main" id="{B8BCA098-7667-D172-845E-C4E146A8F606}"/>
              </a:ext>
            </a:extLst>
          </p:cNvPr>
          <p:cNvGrpSpPr/>
          <p:nvPr/>
        </p:nvGrpSpPr>
        <p:grpSpPr>
          <a:xfrm>
            <a:off x="548640" y="3597143"/>
            <a:ext cx="5375153" cy="707886"/>
            <a:chOff x="548640" y="3340489"/>
            <a:chExt cx="5375153" cy="707886"/>
          </a:xfrm>
        </p:grpSpPr>
        <p:sp>
          <p:nvSpPr>
            <p:cNvPr id="10" name="Rectangle 9">
              <a:extLst>
                <a:ext uri="{FF2B5EF4-FFF2-40B4-BE49-F238E27FC236}">
                  <a16:creationId xmlns:a16="http://schemas.microsoft.com/office/drawing/2014/main" id="{E9E8AF18-9496-D446-4237-A3C4A0B545F5}"/>
                </a:ext>
              </a:extLst>
            </p:cNvPr>
            <p:cNvSpPr/>
            <p:nvPr/>
          </p:nvSpPr>
          <p:spPr>
            <a:xfrm>
              <a:off x="548640" y="3406299"/>
              <a:ext cx="2145263" cy="576267"/>
            </a:xfrm>
            <a:prstGeom prst="rect">
              <a:avLst/>
            </a:prstGeom>
            <a:ln w="57150">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UMAP</a:t>
              </a:r>
            </a:p>
          </p:txBody>
        </p:sp>
        <p:sp>
          <p:nvSpPr>
            <p:cNvPr id="18" name="TextBox 17">
              <a:extLst>
                <a:ext uri="{FF2B5EF4-FFF2-40B4-BE49-F238E27FC236}">
                  <a16:creationId xmlns:a16="http://schemas.microsoft.com/office/drawing/2014/main" id="{80911873-7AA0-81F2-F0B7-38F5AF0416F1}"/>
                </a:ext>
              </a:extLst>
            </p:cNvPr>
            <p:cNvSpPr txBox="1"/>
            <p:nvPr/>
          </p:nvSpPr>
          <p:spPr>
            <a:xfrm>
              <a:off x="2740136" y="3340489"/>
              <a:ext cx="3183657" cy="707886"/>
            </a:xfrm>
            <a:prstGeom prst="rect">
              <a:avLst/>
            </a:prstGeom>
            <a:noFill/>
          </p:spPr>
          <p:txBody>
            <a:bodyPr wrap="square">
              <a:spAutoFit/>
            </a:bodyPr>
            <a:lstStyle/>
            <a:p>
              <a:pPr>
                <a:spcBef>
                  <a:spcPts val="1000"/>
                </a:spcBef>
              </a:pPr>
              <a:r>
                <a:rPr lang="en-US" sz="2000" i="1" dirty="0">
                  <a:solidFill>
                    <a:srgbClr val="1E2761"/>
                  </a:solidFill>
                </a:rPr>
                <a:t>uniform manifold approximation &amp; projection</a:t>
              </a:r>
            </a:p>
          </p:txBody>
        </p:sp>
      </p:grpSp>
      <p:grpSp>
        <p:nvGrpSpPr>
          <p:cNvPr id="6" name="Group 5">
            <a:extLst>
              <a:ext uri="{FF2B5EF4-FFF2-40B4-BE49-F238E27FC236}">
                <a16:creationId xmlns:a16="http://schemas.microsoft.com/office/drawing/2014/main" id="{0AC89EA1-80DB-C101-97A8-FA159B4BB5A9}"/>
              </a:ext>
            </a:extLst>
          </p:cNvPr>
          <p:cNvGrpSpPr/>
          <p:nvPr/>
        </p:nvGrpSpPr>
        <p:grpSpPr>
          <a:xfrm>
            <a:off x="548640" y="4769591"/>
            <a:ext cx="4692173" cy="576267"/>
            <a:chOff x="548640" y="4676142"/>
            <a:chExt cx="4692173" cy="576267"/>
          </a:xfrm>
        </p:grpSpPr>
        <p:sp>
          <p:nvSpPr>
            <p:cNvPr id="12" name="Rectangle 11">
              <a:extLst>
                <a:ext uri="{FF2B5EF4-FFF2-40B4-BE49-F238E27FC236}">
                  <a16:creationId xmlns:a16="http://schemas.microsoft.com/office/drawing/2014/main" id="{00B84989-CC1A-A0BA-87DD-CCA97FEE5798}"/>
                </a:ext>
              </a:extLst>
            </p:cNvPr>
            <p:cNvSpPr/>
            <p:nvPr/>
          </p:nvSpPr>
          <p:spPr>
            <a:xfrm>
              <a:off x="548640" y="4676142"/>
              <a:ext cx="2145263" cy="576267"/>
            </a:xfrm>
            <a:prstGeom prst="rect">
              <a:avLst/>
            </a:prstGeom>
            <a:ln w="57150">
              <a:solidFill>
                <a:srgbClr val="1E276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SOM</a:t>
              </a:r>
            </a:p>
          </p:txBody>
        </p:sp>
        <p:sp>
          <p:nvSpPr>
            <p:cNvPr id="20" name="TextBox 19">
              <a:extLst>
                <a:ext uri="{FF2B5EF4-FFF2-40B4-BE49-F238E27FC236}">
                  <a16:creationId xmlns:a16="http://schemas.microsoft.com/office/drawing/2014/main" id="{C0989399-97B7-3263-F011-B4FABF72233B}"/>
                </a:ext>
              </a:extLst>
            </p:cNvPr>
            <p:cNvSpPr txBox="1"/>
            <p:nvPr/>
          </p:nvSpPr>
          <p:spPr>
            <a:xfrm>
              <a:off x="2740136" y="4764220"/>
              <a:ext cx="2500677" cy="400110"/>
            </a:xfrm>
            <a:prstGeom prst="rect">
              <a:avLst/>
            </a:prstGeom>
            <a:noFill/>
          </p:spPr>
          <p:txBody>
            <a:bodyPr wrap="square">
              <a:spAutoFit/>
            </a:bodyPr>
            <a:lstStyle/>
            <a:p>
              <a:pPr>
                <a:spcBef>
                  <a:spcPts val="1000"/>
                </a:spcBef>
              </a:pPr>
              <a:r>
                <a:rPr lang="en-US" sz="2000" i="1" dirty="0">
                  <a:solidFill>
                    <a:srgbClr val="1E2761"/>
                  </a:solidFill>
                </a:rPr>
                <a:t>self-organizing maps</a:t>
              </a:r>
            </a:p>
          </p:txBody>
        </p:sp>
      </p:grpSp>
      <p:pic>
        <p:nvPicPr>
          <p:cNvPr id="23" name="Picture 22">
            <a:extLst>
              <a:ext uri="{FF2B5EF4-FFF2-40B4-BE49-F238E27FC236}">
                <a16:creationId xmlns:a16="http://schemas.microsoft.com/office/drawing/2014/main" id="{0E8D01AE-5AD7-00E0-0CAE-A2D7782D8638}"/>
              </a:ext>
            </a:extLst>
          </p:cNvPr>
          <p:cNvPicPr>
            <a:picLocks noChangeAspect="1"/>
          </p:cNvPicPr>
          <p:nvPr/>
        </p:nvPicPr>
        <p:blipFill>
          <a:blip r:embed="rId3"/>
          <a:stretch>
            <a:fillRect/>
          </a:stretch>
        </p:blipFill>
        <p:spPr>
          <a:xfrm>
            <a:off x="6293347" y="2424695"/>
            <a:ext cx="5078408" cy="4151736"/>
          </a:xfrm>
          <a:prstGeom prst="rect">
            <a:avLst/>
          </a:prstGeom>
        </p:spPr>
      </p:pic>
    </p:spTree>
    <p:extLst>
      <p:ext uri="{BB962C8B-B14F-4D97-AF65-F5344CB8AC3E}">
        <p14:creationId xmlns:p14="http://schemas.microsoft.com/office/powerpoint/2010/main" val="1222732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0D052-C34D-A84F-014F-445EA7AC60B4}"/>
            </a:ext>
          </a:extLst>
        </p:cNvPr>
        <p:cNvGrpSpPr/>
        <p:nvPr/>
      </p:nvGrpSpPr>
      <p:grpSpPr>
        <a:xfrm>
          <a:off x="0" y="0"/>
          <a:ext cx="0" cy="0"/>
          <a:chOff x="0" y="0"/>
          <a:chExt cx="0" cy="0"/>
        </a:xfrm>
      </p:grpSpPr>
      <p:sp>
        <p:nvSpPr>
          <p:cNvPr id="5" name="Arrow: Right 4">
            <a:extLst>
              <a:ext uri="{FF2B5EF4-FFF2-40B4-BE49-F238E27FC236}">
                <a16:creationId xmlns:a16="http://schemas.microsoft.com/office/drawing/2014/main" id="{1B39C80E-0417-618F-2678-BD0BFA788EE3}"/>
              </a:ext>
            </a:extLst>
          </p:cNvPr>
          <p:cNvSpPr/>
          <p:nvPr/>
        </p:nvSpPr>
        <p:spPr>
          <a:xfrm>
            <a:off x="2724725" y="3273609"/>
            <a:ext cx="6658041" cy="311748"/>
          </a:xfrm>
          <a:prstGeom prst="rightArrow">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A852900-56D7-A20A-4F79-E384133B0142}"/>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What’s in a Name? Analytical characterization data</a:t>
            </a:r>
            <a:endParaRPr sz="3200" b="1" i="0" dirty="0">
              <a:solidFill>
                <a:srgbClr val="1E2761"/>
              </a:solidFill>
              <a:latin typeface="Cambria"/>
            </a:endParaRPr>
          </a:p>
        </p:txBody>
      </p:sp>
      <p:sp>
        <p:nvSpPr>
          <p:cNvPr id="7" name="Rectangle 6">
            <a:extLst>
              <a:ext uri="{FF2B5EF4-FFF2-40B4-BE49-F238E27FC236}">
                <a16:creationId xmlns:a16="http://schemas.microsoft.com/office/drawing/2014/main" id="{0CAD2994-CB65-AC34-5521-F2BC3ECA5F8D}"/>
              </a:ext>
            </a:extLst>
          </p:cNvPr>
          <p:cNvSpPr/>
          <p:nvPr/>
        </p:nvSpPr>
        <p:spPr>
          <a:xfrm>
            <a:off x="548640" y="3141350"/>
            <a:ext cx="2176085" cy="576267"/>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Reaction</a:t>
            </a:r>
          </a:p>
        </p:txBody>
      </p:sp>
      <p:sp>
        <p:nvSpPr>
          <p:cNvPr id="9" name="Rectangle 8">
            <a:extLst>
              <a:ext uri="{FF2B5EF4-FFF2-40B4-BE49-F238E27FC236}">
                <a16:creationId xmlns:a16="http://schemas.microsoft.com/office/drawing/2014/main" id="{043529FD-9B62-8217-F88E-C0C899F2D5B1}"/>
              </a:ext>
            </a:extLst>
          </p:cNvPr>
          <p:cNvSpPr/>
          <p:nvPr/>
        </p:nvSpPr>
        <p:spPr>
          <a:xfrm>
            <a:off x="3513897" y="3141350"/>
            <a:ext cx="2145263" cy="576267"/>
          </a:xfrm>
          <a:prstGeom prst="rect">
            <a:avLst/>
          </a:prstGeom>
          <a:ln w="57150">
            <a:solidFill>
              <a:srgbClr val="1E276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Characterize</a:t>
            </a:r>
          </a:p>
        </p:txBody>
      </p:sp>
      <p:sp>
        <p:nvSpPr>
          <p:cNvPr id="17" name="Rectangle 16">
            <a:extLst>
              <a:ext uri="{FF2B5EF4-FFF2-40B4-BE49-F238E27FC236}">
                <a16:creationId xmlns:a16="http://schemas.microsoft.com/office/drawing/2014/main" id="{448310DB-87A6-CDBD-F665-77606C46B89C}"/>
              </a:ext>
            </a:extLst>
          </p:cNvPr>
          <p:cNvSpPr/>
          <p:nvPr/>
        </p:nvSpPr>
        <p:spPr>
          <a:xfrm>
            <a:off x="6448332" y="3141350"/>
            <a:ext cx="2145263" cy="576267"/>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Analyze</a:t>
            </a:r>
          </a:p>
        </p:txBody>
      </p:sp>
      <p:sp>
        <p:nvSpPr>
          <p:cNvPr id="19" name="Rectangle 18">
            <a:extLst>
              <a:ext uri="{FF2B5EF4-FFF2-40B4-BE49-F238E27FC236}">
                <a16:creationId xmlns:a16="http://schemas.microsoft.com/office/drawing/2014/main" id="{4D17B49B-0691-0843-DC5E-742BAA1A361B}"/>
              </a:ext>
            </a:extLst>
          </p:cNvPr>
          <p:cNvSpPr/>
          <p:nvPr/>
        </p:nvSpPr>
        <p:spPr>
          <a:xfrm>
            <a:off x="9382766" y="3141350"/>
            <a:ext cx="2145263" cy="576267"/>
          </a:xfrm>
          <a:prstGeom prst="rect">
            <a:avLst/>
          </a:prstGeom>
          <a:ln w="57150">
            <a:solidFill>
              <a:srgbClr val="1E2761"/>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Plan</a:t>
            </a:r>
          </a:p>
        </p:txBody>
      </p:sp>
      <p:sp>
        <p:nvSpPr>
          <p:cNvPr id="4" name="TextBox 3">
            <a:extLst>
              <a:ext uri="{FF2B5EF4-FFF2-40B4-BE49-F238E27FC236}">
                <a16:creationId xmlns:a16="http://schemas.microsoft.com/office/drawing/2014/main" id="{C19F3A63-A53A-4ABA-599B-FE984D134B19}"/>
              </a:ext>
            </a:extLst>
          </p:cNvPr>
          <p:cNvSpPr txBox="1"/>
          <p:nvPr/>
        </p:nvSpPr>
        <p:spPr>
          <a:xfrm>
            <a:off x="548639" y="1156417"/>
            <a:ext cx="11314809" cy="1384995"/>
          </a:xfrm>
          <a:prstGeom prst="rect">
            <a:avLst/>
          </a:prstGeom>
          <a:noFill/>
        </p:spPr>
        <p:txBody>
          <a:bodyPr wrap="square" lIns="45720" rIns="45720" anchor="t">
            <a:spAutoFit/>
          </a:bodyPr>
          <a:lstStyle/>
          <a:p>
            <a:pPr algn="l"/>
            <a:r>
              <a:rPr lang="en-US" sz="2800" b="0" i="0" dirty="0">
                <a:solidFill>
                  <a:srgbClr val="1E2761"/>
                </a:solidFill>
                <a:latin typeface="Calibri"/>
              </a:rPr>
              <a:t>Your navigable chemical space is defined by your domain but your objective is defined by your characterization data. </a:t>
            </a:r>
            <a:r>
              <a:rPr lang="en-US" sz="2800" b="1" i="0" dirty="0">
                <a:solidFill>
                  <a:srgbClr val="1E2761"/>
                </a:solidFill>
                <a:latin typeface="Calibri"/>
              </a:rPr>
              <a:t>Unknown characterization issues will contaminate any mathematical treatment </a:t>
            </a:r>
            <a:r>
              <a:rPr lang="en-US" sz="2800" i="0" dirty="0">
                <a:solidFill>
                  <a:srgbClr val="1E2761"/>
                </a:solidFill>
                <a:latin typeface="Calibri"/>
              </a:rPr>
              <a:t>of your data</a:t>
            </a:r>
            <a:r>
              <a:rPr lang="en-US" sz="2800" b="0" i="0" dirty="0">
                <a:solidFill>
                  <a:srgbClr val="1E2761"/>
                </a:solidFill>
                <a:latin typeface="Calibri"/>
              </a:rPr>
              <a:t>.</a:t>
            </a:r>
            <a:endParaRPr sz="2800" b="0" i="0" dirty="0">
              <a:solidFill>
                <a:srgbClr val="1E2761"/>
              </a:solidFill>
              <a:latin typeface="Calibri"/>
            </a:endParaRPr>
          </a:p>
        </p:txBody>
      </p:sp>
      <p:grpSp>
        <p:nvGrpSpPr>
          <p:cNvPr id="35" name="Group 34">
            <a:extLst>
              <a:ext uri="{FF2B5EF4-FFF2-40B4-BE49-F238E27FC236}">
                <a16:creationId xmlns:a16="http://schemas.microsoft.com/office/drawing/2014/main" id="{6862D635-0E57-E728-D0C0-6836E4917923}"/>
              </a:ext>
            </a:extLst>
          </p:cNvPr>
          <p:cNvGrpSpPr/>
          <p:nvPr/>
        </p:nvGrpSpPr>
        <p:grpSpPr>
          <a:xfrm>
            <a:off x="3579568" y="3985722"/>
            <a:ext cx="4670913" cy="2245172"/>
            <a:chOff x="3579568" y="3940414"/>
            <a:chExt cx="4670913" cy="2245172"/>
          </a:xfrm>
        </p:grpSpPr>
        <p:sp>
          <p:nvSpPr>
            <p:cNvPr id="15" name="TextBox 14">
              <a:extLst>
                <a:ext uri="{FF2B5EF4-FFF2-40B4-BE49-F238E27FC236}">
                  <a16:creationId xmlns:a16="http://schemas.microsoft.com/office/drawing/2014/main" id="{F6214592-E227-40A6-9933-574F99C3109B}"/>
                </a:ext>
              </a:extLst>
            </p:cNvPr>
            <p:cNvSpPr txBox="1"/>
            <p:nvPr/>
          </p:nvSpPr>
          <p:spPr>
            <a:xfrm>
              <a:off x="3941518" y="3940414"/>
              <a:ext cx="4308963" cy="2245172"/>
            </a:xfrm>
            <a:prstGeom prst="rect">
              <a:avLst/>
            </a:prstGeom>
            <a:noFill/>
          </p:spPr>
          <p:txBody>
            <a:bodyPr wrap="square" lIns="45720" rIns="45720" rtlCol="0">
              <a:noAutofit/>
            </a:bodyPr>
            <a:lstStyle/>
            <a:p>
              <a:pPr>
                <a:spcBef>
                  <a:spcPts val="1000"/>
                </a:spcBef>
              </a:pPr>
              <a:r>
                <a:rPr lang="en-US" sz="2200" dirty="0">
                  <a:solidFill>
                    <a:srgbClr val="1E2761"/>
                  </a:solidFill>
                </a:rPr>
                <a:t>Bad calibration (SEC)</a:t>
              </a:r>
            </a:p>
            <a:p>
              <a:pPr>
                <a:spcBef>
                  <a:spcPts val="1000"/>
                </a:spcBef>
              </a:pPr>
              <a:r>
                <a:rPr lang="en-US" sz="2200" b="1" dirty="0">
                  <a:solidFill>
                    <a:srgbClr val="1E2761"/>
                  </a:solidFill>
                </a:rPr>
                <a:t>Unknown response factors </a:t>
              </a:r>
              <a:r>
                <a:rPr lang="en-US" sz="2200" dirty="0">
                  <a:solidFill>
                    <a:srgbClr val="1E2761"/>
                  </a:solidFill>
                </a:rPr>
                <a:t>(LC-MS)</a:t>
              </a:r>
            </a:p>
            <a:p>
              <a:pPr>
                <a:spcBef>
                  <a:spcPts val="1000"/>
                </a:spcBef>
              </a:pPr>
              <a:r>
                <a:rPr lang="en-US" sz="2200" dirty="0">
                  <a:solidFill>
                    <a:srgbClr val="1E2761"/>
                  </a:solidFill>
                </a:rPr>
                <a:t>Matrix effects (NMR, FTIR)</a:t>
              </a:r>
            </a:p>
            <a:p>
              <a:pPr>
                <a:spcBef>
                  <a:spcPts val="1000"/>
                </a:spcBef>
              </a:pPr>
              <a:r>
                <a:rPr lang="en-US" sz="2200" dirty="0">
                  <a:solidFill>
                    <a:srgbClr val="1E2761"/>
                  </a:solidFill>
                </a:rPr>
                <a:t>Data processing variance</a:t>
              </a:r>
            </a:p>
            <a:p>
              <a:pPr>
                <a:spcBef>
                  <a:spcPts val="1000"/>
                </a:spcBef>
              </a:pPr>
              <a:r>
                <a:rPr lang="en-US" sz="2200" b="1" dirty="0" err="1">
                  <a:solidFill>
                    <a:srgbClr val="1E2761"/>
                  </a:solidFill>
                </a:rPr>
                <a:t>Heteroskadicity</a:t>
              </a:r>
              <a:endParaRPr lang="en-US" sz="2200" b="1" dirty="0">
                <a:solidFill>
                  <a:srgbClr val="1E2761"/>
                </a:solidFill>
              </a:endParaRPr>
            </a:p>
          </p:txBody>
        </p:sp>
        <p:sp>
          <p:nvSpPr>
            <p:cNvPr id="8" name="Rectangle 7">
              <a:extLst>
                <a:ext uri="{FF2B5EF4-FFF2-40B4-BE49-F238E27FC236}">
                  <a16:creationId xmlns:a16="http://schemas.microsoft.com/office/drawing/2014/main" id="{2D05B640-1E80-9620-1311-BE25C144D51F}"/>
                </a:ext>
              </a:extLst>
            </p:cNvPr>
            <p:cNvSpPr/>
            <p:nvPr/>
          </p:nvSpPr>
          <p:spPr>
            <a:xfrm>
              <a:off x="3579568" y="3964164"/>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Rectangle 11">
              <a:extLst>
                <a:ext uri="{FF2B5EF4-FFF2-40B4-BE49-F238E27FC236}">
                  <a16:creationId xmlns:a16="http://schemas.microsoft.com/office/drawing/2014/main" id="{AF46951B-2B78-FFCF-1F38-C7ACE1CBA03B}"/>
                </a:ext>
              </a:extLst>
            </p:cNvPr>
            <p:cNvSpPr/>
            <p:nvPr/>
          </p:nvSpPr>
          <p:spPr>
            <a:xfrm>
              <a:off x="3579568" y="4395945"/>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Rectangle 15">
              <a:extLst>
                <a:ext uri="{FF2B5EF4-FFF2-40B4-BE49-F238E27FC236}">
                  <a16:creationId xmlns:a16="http://schemas.microsoft.com/office/drawing/2014/main" id="{DA3F49E7-48A1-5793-B792-E08E964D41E7}"/>
                </a:ext>
              </a:extLst>
            </p:cNvPr>
            <p:cNvSpPr/>
            <p:nvPr/>
          </p:nvSpPr>
          <p:spPr>
            <a:xfrm>
              <a:off x="3579568" y="4827726"/>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ectangle 20">
              <a:extLst>
                <a:ext uri="{FF2B5EF4-FFF2-40B4-BE49-F238E27FC236}">
                  <a16:creationId xmlns:a16="http://schemas.microsoft.com/office/drawing/2014/main" id="{46E8D321-F1B8-40F3-BC22-AF6E095E40C0}"/>
                </a:ext>
              </a:extLst>
            </p:cNvPr>
            <p:cNvSpPr/>
            <p:nvPr/>
          </p:nvSpPr>
          <p:spPr>
            <a:xfrm>
              <a:off x="3579568" y="5332584"/>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Rectangle 22">
              <a:extLst>
                <a:ext uri="{FF2B5EF4-FFF2-40B4-BE49-F238E27FC236}">
                  <a16:creationId xmlns:a16="http://schemas.microsoft.com/office/drawing/2014/main" id="{F65E3BB2-81AC-9E60-4641-7D6A3A17E430}"/>
                </a:ext>
              </a:extLst>
            </p:cNvPr>
            <p:cNvSpPr/>
            <p:nvPr/>
          </p:nvSpPr>
          <p:spPr>
            <a:xfrm>
              <a:off x="3579568" y="5841796"/>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pic>
        <p:nvPicPr>
          <p:cNvPr id="25" name="Picture 24">
            <a:extLst>
              <a:ext uri="{FF2B5EF4-FFF2-40B4-BE49-F238E27FC236}">
                <a16:creationId xmlns:a16="http://schemas.microsoft.com/office/drawing/2014/main" id="{5AC4567C-CF68-5472-08FB-CBA3F4099520}"/>
              </a:ext>
            </a:extLst>
          </p:cNvPr>
          <p:cNvPicPr>
            <a:picLocks noChangeAspect="1"/>
          </p:cNvPicPr>
          <p:nvPr/>
        </p:nvPicPr>
        <p:blipFill>
          <a:blip r:embed="rId3"/>
          <a:stretch>
            <a:fillRect/>
          </a:stretch>
        </p:blipFill>
        <p:spPr>
          <a:xfrm>
            <a:off x="7893856" y="5033054"/>
            <a:ext cx="3969592" cy="1652674"/>
          </a:xfrm>
          <a:prstGeom prst="rect">
            <a:avLst/>
          </a:prstGeom>
          <a:ln>
            <a:noFill/>
          </a:ln>
          <a:effectLst>
            <a:outerShdw blurRad="190500" algn="tl" rotWithShape="0">
              <a:srgbClr val="000000">
                <a:alpha val="70000"/>
              </a:srgbClr>
            </a:outerShdw>
          </a:effectLst>
        </p:spPr>
      </p:pic>
      <p:pic>
        <p:nvPicPr>
          <p:cNvPr id="34" name="Graphic 33" descr="Disconnected with solid fill">
            <a:extLst>
              <a:ext uri="{FF2B5EF4-FFF2-40B4-BE49-F238E27FC236}">
                <a16:creationId xmlns:a16="http://schemas.microsoft.com/office/drawing/2014/main" id="{611C6335-2313-9DCB-AAF6-005318D9E8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3301" y="4132613"/>
            <a:ext cx="1805582" cy="1805582"/>
          </a:xfrm>
          <a:prstGeom prst="rect">
            <a:avLst/>
          </a:prstGeom>
        </p:spPr>
      </p:pic>
    </p:spTree>
    <p:extLst>
      <p:ext uri="{BB962C8B-B14F-4D97-AF65-F5344CB8AC3E}">
        <p14:creationId xmlns:p14="http://schemas.microsoft.com/office/powerpoint/2010/main" val="2533563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73199-8961-3C36-C9FF-EDD0632132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AEA175D-560D-48FD-BCA3-96979557EFEA}"/>
              </a:ext>
            </a:extLst>
          </p:cNvPr>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B69F7FC-79F6-DFEE-3C22-627CB6AB86D6}"/>
              </a:ext>
            </a:extLst>
          </p:cNvPr>
          <p:cNvSpPr txBox="1"/>
          <p:nvPr/>
        </p:nvSpPr>
        <p:spPr>
          <a:xfrm>
            <a:off x="548640" y="365760"/>
            <a:ext cx="11155680" cy="457200"/>
          </a:xfrm>
          <a:prstGeom prst="rect">
            <a:avLst/>
          </a:prstGeom>
          <a:noFill/>
        </p:spPr>
        <p:txBody>
          <a:bodyPr wrap="square" lIns="45720" rIns="45720" anchor="t">
            <a:spAutoFit/>
          </a:bodyPr>
          <a:lstStyle/>
          <a:p>
            <a:pPr algn="ctr"/>
            <a:r>
              <a:rPr sz="1400" b="1" i="0">
                <a:solidFill>
                  <a:srgbClr val="E67E22"/>
                </a:solidFill>
                <a:latin typeface="Calibri"/>
              </a:rPr>
              <a:t>TAKE A MOMENT</a:t>
            </a:r>
          </a:p>
        </p:txBody>
      </p:sp>
      <p:sp>
        <p:nvSpPr>
          <p:cNvPr id="4" name="TextBox 3">
            <a:extLst>
              <a:ext uri="{FF2B5EF4-FFF2-40B4-BE49-F238E27FC236}">
                <a16:creationId xmlns:a16="http://schemas.microsoft.com/office/drawing/2014/main" id="{AB63D7F2-844D-0366-4D0E-B6C95E65510A}"/>
              </a:ext>
            </a:extLst>
          </p:cNvPr>
          <p:cNvSpPr txBox="1"/>
          <p:nvPr/>
        </p:nvSpPr>
        <p:spPr>
          <a:xfrm>
            <a:off x="1371600" y="2596665"/>
            <a:ext cx="9418320" cy="1938992"/>
          </a:xfrm>
          <a:prstGeom prst="rect">
            <a:avLst/>
          </a:prstGeom>
          <a:noFill/>
        </p:spPr>
        <p:txBody>
          <a:bodyPr wrap="square" lIns="45720" rIns="45720" anchor="ctr">
            <a:spAutoFit/>
          </a:bodyPr>
          <a:lstStyle/>
          <a:p>
            <a:pPr algn="ctr"/>
            <a:r>
              <a:rPr lang="en-US" sz="4000" b="1" i="0" dirty="0">
                <a:solidFill>
                  <a:srgbClr val="1E2761"/>
                </a:solidFill>
                <a:latin typeface="Cambria"/>
              </a:rPr>
              <a:t>Think about all the steps you need to reproduce your chemistry – can you translate that programmatically today?</a:t>
            </a:r>
            <a:endParaRPr sz="4000" b="1" i="0" dirty="0">
              <a:solidFill>
                <a:srgbClr val="1E2761"/>
              </a:solidFill>
              <a:latin typeface="Cambria"/>
            </a:endParaRPr>
          </a:p>
        </p:txBody>
      </p:sp>
    </p:spTree>
    <p:extLst>
      <p:ext uri="{BB962C8B-B14F-4D97-AF65-F5344CB8AC3E}">
        <p14:creationId xmlns:p14="http://schemas.microsoft.com/office/powerpoint/2010/main" val="3584416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C6D39-8F58-9FFF-A46E-0B6C935704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07F7C-407D-7EA1-F071-FF282B7CF132}"/>
              </a:ext>
            </a:extLst>
          </p:cNvPr>
          <p:cNvSpPr txBox="1"/>
          <p:nvPr/>
        </p:nvSpPr>
        <p:spPr>
          <a:xfrm>
            <a:off x="548640" y="365760"/>
            <a:ext cx="11155680" cy="1077218"/>
          </a:xfrm>
          <a:prstGeom prst="rect">
            <a:avLst/>
          </a:prstGeom>
          <a:noFill/>
        </p:spPr>
        <p:txBody>
          <a:bodyPr wrap="square" lIns="45720" rIns="45720" anchor="t">
            <a:spAutoFit/>
          </a:bodyPr>
          <a:lstStyle/>
          <a:p>
            <a:pPr algn="l"/>
            <a:r>
              <a:rPr lang="en-US" sz="3200" b="1" i="0" dirty="0">
                <a:solidFill>
                  <a:srgbClr val="1E2761"/>
                </a:solidFill>
                <a:latin typeface="Cambria"/>
              </a:rPr>
              <a:t>Self-driving labs (SDLs) require autonomous agents to make decisions without humans</a:t>
            </a:r>
            <a:endParaRPr sz="3200" b="1" i="0" dirty="0">
              <a:solidFill>
                <a:srgbClr val="1E2761"/>
              </a:solidFill>
              <a:latin typeface="Cambria"/>
            </a:endParaRPr>
          </a:p>
        </p:txBody>
      </p:sp>
      <p:sp>
        <p:nvSpPr>
          <p:cNvPr id="4" name="Rounded Rectangle 2">
            <a:extLst>
              <a:ext uri="{FF2B5EF4-FFF2-40B4-BE49-F238E27FC236}">
                <a16:creationId xmlns:a16="http://schemas.microsoft.com/office/drawing/2014/main" id="{BAAE4269-0292-F51E-C3C3-7AB7CAAD7E71}"/>
              </a:ext>
            </a:extLst>
          </p:cNvPr>
          <p:cNvSpPr/>
          <p:nvPr/>
        </p:nvSpPr>
        <p:spPr>
          <a:xfrm>
            <a:off x="54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Rounded Rectangle 3">
            <a:extLst>
              <a:ext uri="{FF2B5EF4-FFF2-40B4-BE49-F238E27FC236}">
                <a16:creationId xmlns:a16="http://schemas.microsoft.com/office/drawing/2014/main" id="{4F0D2B34-3E37-5DFD-0ACA-351CEE907987}"/>
              </a:ext>
            </a:extLst>
          </p:cNvPr>
          <p:cNvSpPr/>
          <p:nvPr/>
        </p:nvSpPr>
        <p:spPr>
          <a:xfrm>
            <a:off x="54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a:extLst>
              <a:ext uri="{FF2B5EF4-FFF2-40B4-BE49-F238E27FC236}">
                <a16:creationId xmlns:a16="http://schemas.microsoft.com/office/drawing/2014/main" id="{4A9D7CAB-2408-0639-7987-E7FC0E2DE9ED}"/>
              </a:ext>
            </a:extLst>
          </p:cNvPr>
          <p:cNvSpPr txBox="1"/>
          <p:nvPr/>
        </p:nvSpPr>
        <p:spPr>
          <a:xfrm>
            <a:off x="731520" y="1666548"/>
            <a:ext cx="3169920" cy="461665"/>
          </a:xfrm>
          <a:prstGeom prst="rect">
            <a:avLst/>
          </a:prstGeom>
          <a:noFill/>
        </p:spPr>
        <p:txBody>
          <a:bodyPr wrap="square" lIns="45720" rIns="45720" anchor="ctr">
            <a:spAutoFit/>
          </a:bodyPr>
          <a:lstStyle/>
          <a:p>
            <a:pPr algn="l"/>
            <a:r>
              <a:rPr lang="en-US" sz="2400" b="1" i="0" dirty="0">
                <a:solidFill>
                  <a:srgbClr val="FFFFFF"/>
                </a:solidFill>
                <a:latin typeface="Cambria"/>
              </a:rPr>
              <a:t>Reaction Robotics</a:t>
            </a:r>
            <a:endParaRPr sz="2400" b="1" i="0" dirty="0">
              <a:solidFill>
                <a:srgbClr val="FFFFFF"/>
              </a:solidFill>
              <a:latin typeface="Cambria"/>
            </a:endParaRPr>
          </a:p>
        </p:txBody>
      </p:sp>
      <p:sp>
        <p:nvSpPr>
          <p:cNvPr id="14" name="TextBox 13">
            <a:extLst>
              <a:ext uri="{FF2B5EF4-FFF2-40B4-BE49-F238E27FC236}">
                <a16:creationId xmlns:a16="http://schemas.microsoft.com/office/drawing/2014/main" id="{708488C3-3491-A769-1A78-54219B76F47C}"/>
              </a:ext>
            </a:extLst>
          </p:cNvPr>
          <p:cNvSpPr txBox="1"/>
          <p:nvPr/>
        </p:nvSpPr>
        <p:spPr>
          <a:xfrm>
            <a:off x="777240" y="2423160"/>
            <a:ext cx="3078480" cy="2246769"/>
          </a:xfrm>
          <a:prstGeom prst="rect">
            <a:avLst/>
          </a:prstGeom>
          <a:noFill/>
        </p:spPr>
        <p:txBody>
          <a:bodyPr wrap="square" lIns="45720" rIns="45720" anchor="t">
            <a:spAutoFit/>
          </a:bodyPr>
          <a:lstStyle/>
          <a:p>
            <a:pPr algn="l"/>
            <a:r>
              <a:rPr lang="en-US" sz="2000" b="0" i="0" dirty="0">
                <a:solidFill>
                  <a:srgbClr val="2C3E50"/>
                </a:solidFill>
                <a:latin typeface="Calibri"/>
              </a:rPr>
              <a:t>The physical machinery responsible for actually conducting the reactions including weighing reagents and solvents, heating or cooling, mixing, and purifying the crude material.</a:t>
            </a:r>
            <a:endParaRPr sz="2000" b="0" i="0" dirty="0">
              <a:solidFill>
                <a:srgbClr val="2C3E50"/>
              </a:solidFill>
              <a:latin typeface="Calibri"/>
            </a:endParaRPr>
          </a:p>
        </p:txBody>
      </p:sp>
      <p:sp>
        <p:nvSpPr>
          <p:cNvPr id="20" name="TextBox 19">
            <a:extLst>
              <a:ext uri="{FF2B5EF4-FFF2-40B4-BE49-F238E27FC236}">
                <a16:creationId xmlns:a16="http://schemas.microsoft.com/office/drawing/2014/main" id="{A4B1402E-50F4-FBCE-8292-D01EDB1F6151}"/>
              </a:ext>
            </a:extLst>
          </p:cNvPr>
          <p:cNvSpPr txBox="1"/>
          <p:nvPr/>
        </p:nvSpPr>
        <p:spPr>
          <a:xfrm>
            <a:off x="777240" y="5943600"/>
            <a:ext cx="3078480" cy="338554"/>
          </a:xfrm>
          <a:prstGeom prst="rect">
            <a:avLst/>
          </a:prstGeom>
          <a:noFill/>
        </p:spPr>
        <p:txBody>
          <a:bodyPr wrap="square" lIns="45720" rIns="45720" anchor="t">
            <a:spAutoFit/>
          </a:bodyPr>
          <a:lstStyle/>
          <a:p>
            <a:r>
              <a:rPr lang="en-US" sz="1600" b="1" i="1" dirty="0">
                <a:solidFill>
                  <a:srgbClr val="E67E22"/>
                </a:solidFill>
                <a:latin typeface="Calibri"/>
              </a:rPr>
              <a:t>do the chemistry</a:t>
            </a:r>
            <a:endParaRPr sz="1600" b="1" i="1" dirty="0">
              <a:solidFill>
                <a:srgbClr val="E67E22"/>
              </a:solidFill>
              <a:latin typeface="Calibri"/>
            </a:endParaRPr>
          </a:p>
        </p:txBody>
      </p:sp>
      <p:sp>
        <p:nvSpPr>
          <p:cNvPr id="22" name="Rounded Rectangle 7">
            <a:extLst>
              <a:ext uri="{FF2B5EF4-FFF2-40B4-BE49-F238E27FC236}">
                <a16:creationId xmlns:a16="http://schemas.microsoft.com/office/drawing/2014/main" id="{81AE7E7D-80FE-1212-1A50-AF4294870884}"/>
              </a:ext>
            </a:extLst>
          </p:cNvPr>
          <p:cNvSpPr/>
          <p:nvPr/>
        </p:nvSpPr>
        <p:spPr>
          <a:xfrm>
            <a:off x="435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Rounded Rectangle 8">
            <a:extLst>
              <a:ext uri="{FF2B5EF4-FFF2-40B4-BE49-F238E27FC236}">
                <a16:creationId xmlns:a16="http://schemas.microsoft.com/office/drawing/2014/main" id="{B4B81474-B75E-FB73-4BA6-42E8D6859795}"/>
              </a:ext>
            </a:extLst>
          </p:cNvPr>
          <p:cNvSpPr/>
          <p:nvPr/>
        </p:nvSpPr>
        <p:spPr>
          <a:xfrm>
            <a:off x="435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a:extLst>
              <a:ext uri="{FF2B5EF4-FFF2-40B4-BE49-F238E27FC236}">
                <a16:creationId xmlns:a16="http://schemas.microsoft.com/office/drawing/2014/main" id="{8403FADD-35E4-7463-5CBC-D004B860AB7D}"/>
              </a:ext>
            </a:extLst>
          </p:cNvPr>
          <p:cNvSpPr txBox="1"/>
          <p:nvPr/>
        </p:nvSpPr>
        <p:spPr>
          <a:xfrm>
            <a:off x="4541520" y="1666548"/>
            <a:ext cx="3169920" cy="461665"/>
          </a:xfrm>
          <a:prstGeom prst="rect">
            <a:avLst/>
          </a:prstGeom>
          <a:noFill/>
        </p:spPr>
        <p:txBody>
          <a:bodyPr wrap="square" lIns="45720" rIns="45720" anchor="ctr">
            <a:spAutoFit/>
          </a:bodyPr>
          <a:lstStyle/>
          <a:p>
            <a:pPr algn="l"/>
            <a:r>
              <a:rPr lang="en-US" sz="2400" b="1" i="0" dirty="0">
                <a:solidFill>
                  <a:srgbClr val="FFFFFF"/>
                </a:solidFill>
                <a:latin typeface="Cambria"/>
              </a:rPr>
              <a:t>Characterization</a:t>
            </a:r>
            <a:endParaRPr sz="2400" b="1" i="0" dirty="0">
              <a:solidFill>
                <a:srgbClr val="FFFFFF"/>
              </a:solidFill>
              <a:latin typeface="Cambria"/>
            </a:endParaRPr>
          </a:p>
        </p:txBody>
      </p:sp>
      <p:sp>
        <p:nvSpPr>
          <p:cNvPr id="28" name="TextBox 27">
            <a:extLst>
              <a:ext uri="{FF2B5EF4-FFF2-40B4-BE49-F238E27FC236}">
                <a16:creationId xmlns:a16="http://schemas.microsoft.com/office/drawing/2014/main" id="{1366F965-7439-0682-4415-BBC3D7C56044}"/>
              </a:ext>
            </a:extLst>
          </p:cNvPr>
          <p:cNvSpPr txBox="1"/>
          <p:nvPr/>
        </p:nvSpPr>
        <p:spPr>
          <a:xfrm>
            <a:off x="4587240" y="2423160"/>
            <a:ext cx="3078480" cy="2554545"/>
          </a:xfrm>
          <a:prstGeom prst="rect">
            <a:avLst/>
          </a:prstGeom>
          <a:noFill/>
        </p:spPr>
        <p:txBody>
          <a:bodyPr wrap="square" lIns="45720" rIns="45720" anchor="t">
            <a:spAutoFit/>
          </a:bodyPr>
          <a:lstStyle/>
          <a:p>
            <a:pPr algn="l"/>
            <a:r>
              <a:rPr lang="en-US" sz="2000" b="0" i="0" dirty="0">
                <a:solidFill>
                  <a:srgbClr val="2C3E50"/>
                </a:solidFill>
                <a:latin typeface="Calibri"/>
              </a:rPr>
              <a:t>Sensors and instruments designed to measure expected and unexpected products and impurities. Ideal SDLs will have robots which can sample prep, load, and even optimize the characterization.</a:t>
            </a:r>
            <a:endParaRPr sz="2000" b="0" i="0" dirty="0">
              <a:solidFill>
                <a:srgbClr val="2C3E50"/>
              </a:solidFill>
              <a:latin typeface="Calibri"/>
            </a:endParaRPr>
          </a:p>
        </p:txBody>
      </p:sp>
      <p:sp>
        <p:nvSpPr>
          <p:cNvPr id="30" name="TextBox 29">
            <a:extLst>
              <a:ext uri="{FF2B5EF4-FFF2-40B4-BE49-F238E27FC236}">
                <a16:creationId xmlns:a16="http://schemas.microsoft.com/office/drawing/2014/main" id="{22F19647-B3D3-5B66-0E45-1EB5C80A6AB9}"/>
              </a:ext>
            </a:extLst>
          </p:cNvPr>
          <p:cNvSpPr txBox="1"/>
          <p:nvPr/>
        </p:nvSpPr>
        <p:spPr>
          <a:xfrm>
            <a:off x="4587240" y="5943600"/>
            <a:ext cx="3078480" cy="338554"/>
          </a:xfrm>
          <a:prstGeom prst="rect">
            <a:avLst/>
          </a:prstGeom>
          <a:noFill/>
        </p:spPr>
        <p:txBody>
          <a:bodyPr wrap="square" lIns="45720" rIns="45720" anchor="t">
            <a:spAutoFit/>
          </a:bodyPr>
          <a:lstStyle/>
          <a:p>
            <a:r>
              <a:rPr lang="en-US" sz="1600" b="1" i="1" dirty="0">
                <a:solidFill>
                  <a:srgbClr val="E67E22"/>
                </a:solidFill>
                <a:latin typeface="Calibri"/>
              </a:rPr>
              <a:t>see what you made</a:t>
            </a:r>
            <a:endParaRPr sz="1600" b="1" i="1" dirty="0">
              <a:solidFill>
                <a:srgbClr val="E67E22"/>
              </a:solidFill>
              <a:latin typeface="Calibri"/>
            </a:endParaRPr>
          </a:p>
        </p:txBody>
      </p:sp>
      <p:sp>
        <p:nvSpPr>
          <p:cNvPr id="32" name="Rounded Rectangle 12">
            <a:extLst>
              <a:ext uri="{FF2B5EF4-FFF2-40B4-BE49-F238E27FC236}">
                <a16:creationId xmlns:a16="http://schemas.microsoft.com/office/drawing/2014/main" id="{138E6CF5-E51C-22D8-DC0D-D0531E393FDC}"/>
              </a:ext>
            </a:extLst>
          </p:cNvPr>
          <p:cNvSpPr/>
          <p:nvPr/>
        </p:nvSpPr>
        <p:spPr>
          <a:xfrm>
            <a:off x="816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Rounded Rectangle 13">
            <a:extLst>
              <a:ext uri="{FF2B5EF4-FFF2-40B4-BE49-F238E27FC236}">
                <a16:creationId xmlns:a16="http://schemas.microsoft.com/office/drawing/2014/main" id="{6ADACB05-DAF3-AAA2-CE97-8BAD492AC4AE}"/>
              </a:ext>
            </a:extLst>
          </p:cNvPr>
          <p:cNvSpPr/>
          <p:nvPr/>
        </p:nvSpPr>
        <p:spPr>
          <a:xfrm>
            <a:off x="816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6" name="TextBox 35">
            <a:extLst>
              <a:ext uri="{FF2B5EF4-FFF2-40B4-BE49-F238E27FC236}">
                <a16:creationId xmlns:a16="http://schemas.microsoft.com/office/drawing/2014/main" id="{BF8F9314-27DB-1D20-C67E-7E1461F285D5}"/>
              </a:ext>
            </a:extLst>
          </p:cNvPr>
          <p:cNvSpPr txBox="1"/>
          <p:nvPr/>
        </p:nvSpPr>
        <p:spPr>
          <a:xfrm>
            <a:off x="8351520" y="1666548"/>
            <a:ext cx="3169920" cy="461665"/>
          </a:xfrm>
          <a:prstGeom prst="rect">
            <a:avLst/>
          </a:prstGeom>
          <a:noFill/>
        </p:spPr>
        <p:txBody>
          <a:bodyPr wrap="square" lIns="45720" rIns="45720" anchor="ctr">
            <a:spAutoFit/>
          </a:bodyPr>
          <a:lstStyle/>
          <a:p>
            <a:pPr algn="l"/>
            <a:r>
              <a:rPr lang="en-US" sz="2400" b="1" i="0" dirty="0">
                <a:solidFill>
                  <a:srgbClr val="FFFFFF"/>
                </a:solidFill>
                <a:latin typeface="Cambria"/>
              </a:rPr>
              <a:t>Decision-Maker</a:t>
            </a:r>
            <a:endParaRPr sz="2400" b="1" i="0" dirty="0">
              <a:solidFill>
                <a:srgbClr val="FFFFFF"/>
              </a:solidFill>
              <a:latin typeface="Cambria"/>
            </a:endParaRPr>
          </a:p>
        </p:txBody>
      </p:sp>
      <p:sp>
        <p:nvSpPr>
          <p:cNvPr id="38" name="TextBox 37">
            <a:extLst>
              <a:ext uri="{FF2B5EF4-FFF2-40B4-BE49-F238E27FC236}">
                <a16:creationId xmlns:a16="http://schemas.microsoft.com/office/drawing/2014/main" id="{28A40F2A-4577-102F-B55F-F0E4553E49AC}"/>
              </a:ext>
            </a:extLst>
          </p:cNvPr>
          <p:cNvSpPr txBox="1"/>
          <p:nvPr/>
        </p:nvSpPr>
        <p:spPr>
          <a:xfrm>
            <a:off x="8397240" y="2423160"/>
            <a:ext cx="3078480" cy="2246769"/>
          </a:xfrm>
          <a:prstGeom prst="rect">
            <a:avLst/>
          </a:prstGeom>
          <a:noFill/>
        </p:spPr>
        <p:txBody>
          <a:bodyPr wrap="square" lIns="45720" rIns="45720" anchor="t">
            <a:spAutoFit/>
          </a:bodyPr>
          <a:lstStyle/>
          <a:p>
            <a:pPr algn="l"/>
            <a:r>
              <a:rPr lang="en-US" sz="2000" b="0" i="0" dirty="0">
                <a:solidFill>
                  <a:srgbClr val="2C3E50"/>
                </a:solidFill>
                <a:latin typeface="Calibri"/>
              </a:rPr>
              <a:t>A mathematical operator, with or without human intervention, which can decide which next experiment(s) to pursue based on known objectives or criteria. </a:t>
            </a:r>
            <a:endParaRPr sz="2000" b="0" i="0" dirty="0">
              <a:solidFill>
                <a:srgbClr val="2C3E50"/>
              </a:solidFill>
              <a:latin typeface="Calibri"/>
            </a:endParaRPr>
          </a:p>
        </p:txBody>
      </p:sp>
      <p:sp>
        <p:nvSpPr>
          <p:cNvPr id="40" name="TextBox 39">
            <a:extLst>
              <a:ext uri="{FF2B5EF4-FFF2-40B4-BE49-F238E27FC236}">
                <a16:creationId xmlns:a16="http://schemas.microsoft.com/office/drawing/2014/main" id="{88560185-6342-3A1F-AF28-53AE70E10281}"/>
              </a:ext>
            </a:extLst>
          </p:cNvPr>
          <p:cNvSpPr txBox="1"/>
          <p:nvPr/>
        </p:nvSpPr>
        <p:spPr>
          <a:xfrm>
            <a:off x="8397240" y="5943600"/>
            <a:ext cx="3078480" cy="338554"/>
          </a:xfrm>
          <a:prstGeom prst="rect">
            <a:avLst/>
          </a:prstGeom>
          <a:noFill/>
        </p:spPr>
        <p:txBody>
          <a:bodyPr wrap="square" lIns="45720" rIns="45720" anchor="t">
            <a:spAutoFit/>
          </a:bodyPr>
          <a:lstStyle/>
          <a:p>
            <a:pPr algn="l"/>
            <a:r>
              <a:rPr lang="en-US" sz="1600" b="1" i="1" dirty="0">
                <a:solidFill>
                  <a:srgbClr val="E67E22"/>
                </a:solidFill>
                <a:latin typeface="Calibri"/>
              </a:rPr>
              <a:t>plan next best experiment</a:t>
            </a:r>
            <a:endParaRPr sz="1600" b="1" i="1" dirty="0">
              <a:solidFill>
                <a:srgbClr val="E67E22"/>
              </a:solidFill>
              <a:latin typeface="Calibri"/>
            </a:endParaRPr>
          </a:p>
        </p:txBody>
      </p:sp>
    </p:spTree>
    <p:extLst>
      <p:ext uri="{BB962C8B-B14F-4D97-AF65-F5344CB8AC3E}">
        <p14:creationId xmlns:p14="http://schemas.microsoft.com/office/powerpoint/2010/main" val="47262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38473-9F36-364D-1ED1-F0F74E34E87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AA21F59-390E-0D7A-E7CD-D169354A923A}"/>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SDLs Safety Checks &amp; Guardrails</a:t>
            </a:r>
            <a:endParaRPr sz="3200" b="1" i="0" dirty="0">
              <a:solidFill>
                <a:srgbClr val="1E2761"/>
              </a:solidFill>
              <a:latin typeface="Cambria"/>
            </a:endParaRPr>
          </a:p>
        </p:txBody>
      </p:sp>
      <p:sp>
        <p:nvSpPr>
          <p:cNvPr id="3" name="Rectangle 2">
            <a:extLst>
              <a:ext uri="{FF2B5EF4-FFF2-40B4-BE49-F238E27FC236}">
                <a16:creationId xmlns:a16="http://schemas.microsoft.com/office/drawing/2014/main" id="{A4E52FE2-1C24-AAC7-D5BD-617A08A21E98}"/>
              </a:ext>
            </a:extLst>
          </p:cNvPr>
          <p:cNvSpPr/>
          <p:nvPr/>
        </p:nvSpPr>
        <p:spPr>
          <a:xfrm>
            <a:off x="548640" y="1554480"/>
            <a:ext cx="5486400" cy="5486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7E1DDBD-935E-6DAE-C255-6D6EE46FE13F}"/>
              </a:ext>
            </a:extLst>
          </p:cNvPr>
          <p:cNvSpPr txBox="1"/>
          <p:nvPr/>
        </p:nvSpPr>
        <p:spPr>
          <a:xfrm>
            <a:off x="685800" y="1613356"/>
            <a:ext cx="5212080" cy="430887"/>
          </a:xfrm>
          <a:prstGeom prst="rect">
            <a:avLst/>
          </a:prstGeom>
          <a:noFill/>
        </p:spPr>
        <p:txBody>
          <a:bodyPr wrap="square" lIns="45720" rIns="45720" anchor="ctr">
            <a:spAutoFit/>
          </a:bodyPr>
          <a:lstStyle/>
          <a:p>
            <a:pPr algn="l"/>
            <a:r>
              <a:rPr sz="2200" b="1" i="0" dirty="0">
                <a:solidFill>
                  <a:srgbClr val="FFFFFF"/>
                </a:solidFill>
                <a:latin typeface="Cambria"/>
              </a:rPr>
              <a:t>✓  Good </a:t>
            </a:r>
            <a:r>
              <a:rPr lang="en-US" sz="2200" b="1" i="0" dirty="0">
                <a:solidFill>
                  <a:srgbClr val="FFFFFF"/>
                </a:solidFill>
                <a:latin typeface="Cambria"/>
              </a:rPr>
              <a:t>practices</a:t>
            </a:r>
            <a:endParaRPr sz="2200" b="1" i="0" dirty="0">
              <a:solidFill>
                <a:srgbClr val="FFFFFF"/>
              </a:solidFill>
              <a:latin typeface="Cambria"/>
            </a:endParaRPr>
          </a:p>
        </p:txBody>
      </p:sp>
      <p:sp>
        <p:nvSpPr>
          <p:cNvPr id="5" name="Rectangle 4">
            <a:extLst>
              <a:ext uri="{FF2B5EF4-FFF2-40B4-BE49-F238E27FC236}">
                <a16:creationId xmlns:a16="http://schemas.microsoft.com/office/drawing/2014/main" id="{7903C5E9-62F6-BD49-697F-72F60DDF6A89}"/>
              </a:ext>
            </a:extLst>
          </p:cNvPr>
          <p:cNvSpPr/>
          <p:nvPr/>
        </p:nvSpPr>
        <p:spPr>
          <a:xfrm>
            <a:off x="548640" y="2103120"/>
            <a:ext cx="5486400" cy="429768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9E22A0D6-8A0E-47FB-B102-D417652CFA85}"/>
              </a:ext>
            </a:extLst>
          </p:cNvPr>
          <p:cNvSpPr txBox="1"/>
          <p:nvPr/>
        </p:nvSpPr>
        <p:spPr>
          <a:xfrm>
            <a:off x="777240" y="2286000"/>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7" name="TextBox 6">
            <a:extLst>
              <a:ext uri="{FF2B5EF4-FFF2-40B4-BE49-F238E27FC236}">
                <a16:creationId xmlns:a16="http://schemas.microsoft.com/office/drawing/2014/main" id="{59045A55-4D11-37E5-FB19-90124BF7B650}"/>
              </a:ext>
            </a:extLst>
          </p:cNvPr>
          <p:cNvSpPr txBox="1"/>
          <p:nvPr/>
        </p:nvSpPr>
        <p:spPr>
          <a:xfrm>
            <a:off x="1188720" y="2286000"/>
            <a:ext cx="4617720" cy="400110"/>
          </a:xfrm>
          <a:prstGeom prst="rect">
            <a:avLst/>
          </a:prstGeom>
          <a:noFill/>
        </p:spPr>
        <p:txBody>
          <a:bodyPr wrap="square" lIns="45720" rIns="45720" anchor="t">
            <a:spAutoFit/>
          </a:bodyPr>
          <a:lstStyle/>
          <a:p>
            <a:pPr algn="l"/>
            <a:r>
              <a:rPr lang="en-US" sz="2000" b="1" i="0" dirty="0">
                <a:solidFill>
                  <a:srgbClr val="2C3E50"/>
                </a:solidFill>
                <a:latin typeface="Calibri"/>
              </a:rPr>
              <a:t>Physical stops</a:t>
            </a:r>
            <a:endParaRPr sz="2000" b="1" i="0" dirty="0">
              <a:solidFill>
                <a:srgbClr val="2C3E50"/>
              </a:solidFill>
              <a:latin typeface="Calibri"/>
            </a:endParaRPr>
          </a:p>
        </p:txBody>
      </p:sp>
      <p:sp>
        <p:nvSpPr>
          <p:cNvPr id="8" name="TextBox 7">
            <a:extLst>
              <a:ext uri="{FF2B5EF4-FFF2-40B4-BE49-F238E27FC236}">
                <a16:creationId xmlns:a16="http://schemas.microsoft.com/office/drawing/2014/main" id="{8016EA12-DA8C-A63E-8606-AEBABC3201DE}"/>
              </a:ext>
            </a:extLst>
          </p:cNvPr>
          <p:cNvSpPr txBox="1"/>
          <p:nvPr/>
        </p:nvSpPr>
        <p:spPr>
          <a:xfrm>
            <a:off x="1188720" y="2651760"/>
            <a:ext cx="4617720" cy="584775"/>
          </a:xfrm>
          <a:prstGeom prst="rect">
            <a:avLst/>
          </a:prstGeom>
          <a:noFill/>
        </p:spPr>
        <p:txBody>
          <a:bodyPr wrap="square" lIns="45720" rIns="45720" anchor="t">
            <a:spAutoFit/>
          </a:bodyPr>
          <a:lstStyle/>
          <a:p>
            <a:pPr algn="l"/>
            <a:r>
              <a:rPr lang="en-US" sz="1600" b="0" i="0" dirty="0">
                <a:solidFill>
                  <a:srgbClr val="4A5B6E"/>
                </a:solidFill>
                <a:latin typeface="Calibri"/>
              </a:rPr>
              <a:t>reactions have overheat protection, robotic arms can not physically swing out of a known space, etc.</a:t>
            </a:r>
            <a:endParaRPr sz="1600" b="0" i="0" dirty="0">
              <a:solidFill>
                <a:srgbClr val="4A5B6E"/>
              </a:solidFill>
              <a:latin typeface="Calibri"/>
            </a:endParaRPr>
          </a:p>
        </p:txBody>
      </p:sp>
      <p:sp>
        <p:nvSpPr>
          <p:cNvPr id="9" name="TextBox 8">
            <a:extLst>
              <a:ext uri="{FF2B5EF4-FFF2-40B4-BE49-F238E27FC236}">
                <a16:creationId xmlns:a16="http://schemas.microsoft.com/office/drawing/2014/main" id="{0AA8632C-6527-11AE-D0DF-7CB08A2AE5D5}"/>
              </a:ext>
            </a:extLst>
          </p:cNvPr>
          <p:cNvSpPr txBox="1"/>
          <p:nvPr/>
        </p:nvSpPr>
        <p:spPr>
          <a:xfrm>
            <a:off x="777240" y="3596640"/>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10" name="TextBox 9">
            <a:extLst>
              <a:ext uri="{FF2B5EF4-FFF2-40B4-BE49-F238E27FC236}">
                <a16:creationId xmlns:a16="http://schemas.microsoft.com/office/drawing/2014/main" id="{5C5D36DA-E4A3-D0BB-9E1D-1B41E1038BF6}"/>
              </a:ext>
            </a:extLst>
          </p:cNvPr>
          <p:cNvSpPr txBox="1"/>
          <p:nvPr/>
        </p:nvSpPr>
        <p:spPr>
          <a:xfrm>
            <a:off x="1188720" y="3596640"/>
            <a:ext cx="4617720" cy="400110"/>
          </a:xfrm>
          <a:prstGeom prst="rect">
            <a:avLst/>
          </a:prstGeom>
          <a:noFill/>
        </p:spPr>
        <p:txBody>
          <a:bodyPr wrap="square" lIns="45720" rIns="45720" anchor="t">
            <a:spAutoFit/>
          </a:bodyPr>
          <a:lstStyle/>
          <a:p>
            <a:pPr algn="l"/>
            <a:r>
              <a:rPr lang="en-US" sz="2000" b="1" i="0" dirty="0">
                <a:solidFill>
                  <a:srgbClr val="2C3E50"/>
                </a:solidFill>
                <a:latin typeface="Calibri"/>
              </a:rPr>
              <a:t>Human-in-the-loop</a:t>
            </a:r>
            <a:endParaRPr sz="2000" b="1" i="0" dirty="0">
              <a:solidFill>
                <a:srgbClr val="2C3E50"/>
              </a:solidFill>
              <a:latin typeface="Calibri"/>
            </a:endParaRPr>
          </a:p>
        </p:txBody>
      </p:sp>
      <p:sp>
        <p:nvSpPr>
          <p:cNvPr id="11" name="TextBox 10">
            <a:extLst>
              <a:ext uri="{FF2B5EF4-FFF2-40B4-BE49-F238E27FC236}">
                <a16:creationId xmlns:a16="http://schemas.microsoft.com/office/drawing/2014/main" id="{BE687306-B0E1-9B03-248F-8AE5268F486F}"/>
              </a:ext>
            </a:extLst>
          </p:cNvPr>
          <p:cNvSpPr txBox="1"/>
          <p:nvPr/>
        </p:nvSpPr>
        <p:spPr>
          <a:xfrm>
            <a:off x="1188720" y="3962400"/>
            <a:ext cx="4617720" cy="584775"/>
          </a:xfrm>
          <a:prstGeom prst="rect">
            <a:avLst/>
          </a:prstGeom>
          <a:noFill/>
        </p:spPr>
        <p:txBody>
          <a:bodyPr wrap="square" lIns="45720" rIns="45720" anchor="t">
            <a:spAutoFit/>
          </a:bodyPr>
          <a:lstStyle/>
          <a:p>
            <a:pPr algn="l"/>
            <a:r>
              <a:rPr lang="en-US" sz="1600" dirty="0">
                <a:solidFill>
                  <a:srgbClr val="4A5B6E"/>
                </a:solidFill>
                <a:latin typeface="Calibri"/>
              </a:rPr>
              <a:t>h</a:t>
            </a:r>
            <a:r>
              <a:rPr lang="en-US" sz="1600" b="0" i="0" dirty="0">
                <a:solidFill>
                  <a:srgbClr val="4A5B6E"/>
                </a:solidFill>
                <a:latin typeface="Calibri"/>
              </a:rPr>
              <a:t>uman check-in built at key decision points, parallel “race” against human operators to assay bias, etc. </a:t>
            </a:r>
            <a:endParaRPr sz="1600" b="0" i="0" dirty="0">
              <a:solidFill>
                <a:srgbClr val="4A5B6E"/>
              </a:solidFill>
              <a:latin typeface="Calibri"/>
            </a:endParaRPr>
          </a:p>
        </p:txBody>
      </p:sp>
      <p:sp>
        <p:nvSpPr>
          <p:cNvPr id="12" name="TextBox 11">
            <a:extLst>
              <a:ext uri="{FF2B5EF4-FFF2-40B4-BE49-F238E27FC236}">
                <a16:creationId xmlns:a16="http://schemas.microsoft.com/office/drawing/2014/main" id="{94906A0E-E8FC-7F1E-5BE1-D480D77E68A9}"/>
              </a:ext>
            </a:extLst>
          </p:cNvPr>
          <p:cNvSpPr txBox="1"/>
          <p:nvPr/>
        </p:nvSpPr>
        <p:spPr>
          <a:xfrm>
            <a:off x="777240" y="4907280"/>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13" name="TextBox 12">
            <a:extLst>
              <a:ext uri="{FF2B5EF4-FFF2-40B4-BE49-F238E27FC236}">
                <a16:creationId xmlns:a16="http://schemas.microsoft.com/office/drawing/2014/main" id="{389B3952-6266-756F-5012-30EF23D9B43E}"/>
              </a:ext>
            </a:extLst>
          </p:cNvPr>
          <p:cNvSpPr txBox="1"/>
          <p:nvPr/>
        </p:nvSpPr>
        <p:spPr>
          <a:xfrm>
            <a:off x="1188720" y="4907280"/>
            <a:ext cx="4617720" cy="400110"/>
          </a:xfrm>
          <a:prstGeom prst="rect">
            <a:avLst/>
          </a:prstGeom>
          <a:noFill/>
        </p:spPr>
        <p:txBody>
          <a:bodyPr wrap="square" lIns="45720" rIns="45720" anchor="t">
            <a:spAutoFit/>
          </a:bodyPr>
          <a:lstStyle/>
          <a:p>
            <a:pPr algn="l"/>
            <a:r>
              <a:rPr lang="en-US" sz="2000" b="1" i="0" dirty="0">
                <a:solidFill>
                  <a:srgbClr val="2C3E50"/>
                </a:solidFill>
                <a:latin typeface="Calibri"/>
              </a:rPr>
              <a:t>Auditable data &amp; decision-making</a:t>
            </a:r>
            <a:endParaRPr sz="2000" b="1" i="0" dirty="0">
              <a:solidFill>
                <a:srgbClr val="2C3E50"/>
              </a:solidFill>
              <a:latin typeface="Calibri"/>
            </a:endParaRPr>
          </a:p>
        </p:txBody>
      </p:sp>
      <p:sp>
        <p:nvSpPr>
          <p:cNvPr id="14" name="TextBox 13">
            <a:extLst>
              <a:ext uri="{FF2B5EF4-FFF2-40B4-BE49-F238E27FC236}">
                <a16:creationId xmlns:a16="http://schemas.microsoft.com/office/drawing/2014/main" id="{40A5F6C2-E549-1D0B-FEFA-D72E6F87B0DF}"/>
              </a:ext>
            </a:extLst>
          </p:cNvPr>
          <p:cNvSpPr txBox="1"/>
          <p:nvPr/>
        </p:nvSpPr>
        <p:spPr>
          <a:xfrm>
            <a:off x="1188720" y="5273040"/>
            <a:ext cx="4617720" cy="584775"/>
          </a:xfrm>
          <a:prstGeom prst="rect">
            <a:avLst/>
          </a:prstGeom>
          <a:noFill/>
        </p:spPr>
        <p:txBody>
          <a:bodyPr wrap="square" lIns="45720" rIns="45720" anchor="t">
            <a:spAutoFit/>
          </a:bodyPr>
          <a:lstStyle/>
          <a:p>
            <a:r>
              <a:rPr sz="1600" b="0" i="0" dirty="0">
                <a:solidFill>
                  <a:srgbClr val="4A5B6E"/>
                </a:solidFill>
                <a:latin typeface="Calibri"/>
              </a:rPr>
              <a:t>git </a:t>
            </a:r>
            <a:r>
              <a:rPr lang="en-US" sz="1600" dirty="0">
                <a:solidFill>
                  <a:srgbClr val="4A5B6E"/>
                </a:solidFill>
                <a:latin typeface="Calibri"/>
              </a:rPr>
              <a:t>and annotation for the code, </a:t>
            </a:r>
            <a:r>
              <a:rPr lang="en-US" sz="1600" dirty="0">
                <a:solidFill>
                  <a:srgbClr val="4A5B6E"/>
                </a:solidFill>
              </a:rPr>
              <a:t>management of change (MOC) documentation, etc.</a:t>
            </a:r>
            <a:endParaRPr sz="1600" b="0" i="0" dirty="0">
              <a:solidFill>
                <a:srgbClr val="4A5B6E"/>
              </a:solidFill>
              <a:latin typeface="Calibri"/>
            </a:endParaRPr>
          </a:p>
        </p:txBody>
      </p:sp>
      <p:sp>
        <p:nvSpPr>
          <p:cNvPr id="15" name="Rectangle 14">
            <a:extLst>
              <a:ext uri="{FF2B5EF4-FFF2-40B4-BE49-F238E27FC236}">
                <a16:creationId xmlns:a16="http://schemas.microsoft.com/office/drawing/2014/main" id="{92D24A2A-BC55-FD14-4F8C-C4FB6EC2457E}"/>
              </a:ext>
            </a:extLst>
          </p:cNvPr>
          <p:cNvSpPr/>
          <p:nvPr/>
        </p:nvSpPr>
        <p:spPr>
          <a:xfrm>
            <a:off x="6309360" y="1554480"/>
            <a:ext cx="5486400" cy="548640"/>
          </a:xfrm>
          <a:prstGeom prst="rect">
            <a:avLst/>
          </a:prstGeom>
          <a:solidFill>
            <a:srgbClr val="B03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037652CD-1686-DA12-1165-18ADE89B7366}"/>
              </a:ext>
            </a:extLst>
          </p:cNvPr>
          <p:cNvSpPr txBox="1"/>
          <p:nvPr/>
        </p:nvSpPr>
        <p:spPr>
          <a:xfrm>
            <a:off x="6446520" y="1613356"/>
            <a:ext cx="5212080" cy="430887"/>
          </a:xfrm>
          <a:prstGeom prst="rect">
            <a:avLst/>
          </a:prstGeom>
          <a:noFill/>
        </p:spPr>
        <p:txBody>
          <a:bodyPr wrap="square" lIns="45720" rIns="45720" anchor="ctr">
            <a:spAutoFit/>
          </a:bodyPr>
          <a:lstStyle/>
          <a:p>
            <a:pPr algn="l"/>
            <a:r>
              <a:rPr sz="2200" b="1" i="0" dirty="0">
                <a:solidFill>
                  <a:srgbClr val="FFFFFF"/>
                </a:solidFill>
                <a:latin typeface="Cambria"/>
              </a:rPr>
              <a:t>✗  </a:t>
            </a:r>
            <a:r>
              <a:rPr lang="en-US" sz="2200" b="1" i="0" dirty="0">
                <a:solidFill>
                  <a:srgbClr val="FFFFFF"/>
                </a:solidFill>
                <a:latin typeface="Cambria"/>
              </a:rPr>
              <a:t>Bad practices</a:t>
            </a:r>
            <a:endParaRPr sz="2200" b="1" i="0" dirty="0">
              <a:solidFill>
                <a:srgbClr val="FFFFFF"/>
              </a:solidFill>
              <a:latin typeface="Cambria"/>
            </a:endParaRPr>
          </a:p>
        </p:txBody>
      </p:sp>
      <p:sp>
        <p:nvSpPr>
          <p:cNvPr id="17" name="Rectangle 16">
            <a:extLst>
              <a:ext uri="{FF2B5EF4-FFF2-40B4-BE49-F238E27FC236}">
                <a16:creationId xmlns:a16="http://schemas.microsoft.com/office/drawing/2014/main" id="{B7DF4C33-1120-7809-15F8-69A3E0CDA445}"/>
              </a:ext>
            </a:extLst>
          </p:cNvPr>
          <p:cNvSpPr/>
          <p:nvPr/>
        </p:nvSpPr>
        <p:spPr>
          <a:xfrm>
            <a:off x="6309360" y="2103120"/>
            <a:ext cx="5486400" cy="429768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B407CBC7-14FD-577D-14BC-A97E87EDECDB}"/>
              </a:ext>
            </a:extLst>
          </p:cNvPr>
          <p:cNvSpPr txBox="1"/>
          <p:nvPr/>
        </p:nvSpPr>
        <p:spPr>
          <a:xfrm>
            <a:off x="6537960" y="2286000"/>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19" name="TextBox 18">
            <a:extLst>
              <a:ext uri="{FF2B5EF4-FFF2-40B4-BE49-F238E27FC236}">
                <a16:creationId xmlns:a16="http://schemas.microsoft.com/office/drawing/2014/main" id="{1D05439D-2697-B692-778C-8880C03DF03A}"/>
              </a:ext>
            </a:extLst>
          </p:cNvPr>
          <p:cNvSpPr txBox="1"/>
          <p:nvPr/>
        </p:nvSpPr>
        <p:spPr>
          <a:xfrm>
            <a:off x="6949440" y="2286000"/>
            <a:ext cx="4617720" cy="400110"/>
          </a:xfrm>
          <a:prstGeom prst="rect">
            <a:avLst/>
          </a:prstGeom>
          <a:noFill/>
        </p:spPr>
        <p:txBody>
          <a:bodyPr wrap="square" lIns="45720" rIns="45720" anchor="t">
            <a:spAutoFit/>
          </a:bodyPr>
          <a:lstStyle/>
          <a:p>
            <a:pPr algn="l"/>
            <a:r>
              <a:rPr lang="en-US" sz="2000" b="1" dirty="0">
                <a:solidFill>
                  <a:srgbClr val="2C3E50"/>
                </a:solidFill>
                <a:latin typeface="Calibri"/>
              </a:rPr>
              <a:t>Programmatic stops</a:t>
            </a:r>
            <a:endParaRPr sz="2000" b="1" i="0" dirty="0">
              <a:solidFill>
                <a:srgbClr val="2C3E50"/>
              </a:solidFill>
              <a:latin typeface="Calibri"/>
            </a:endParaRPr>
          </a:p>
        </p:txBody>
      </p:sp>
      <p:sp>
        <p:nvSpPr>
          <p:cNvPr id="20" name="TextBox 19">
            <a:extLst>
              <a:ext uri="{FF2B5EF4-FFF2-40B4-BE49-F238E27FC236}">
                <a16:creationId xmlns:a16="http://schemas.microsoft.com/office/drawing/2014/main" id="{2F44DDE3-EE80-9911-9583-A7F204B4202A}"/>
              </a:ext>
            </a:extLst>
          </p:cNvPr>
          <p:cNvSpPr txBox="1"/>
          <p:nvPr/>
        </p:nvSpPr>
        <p:spPr>
          <a:xfrm>
            <a:off x="6949440" y="2651760"/>
            <a:ext cx="4617720" cy="584775"/>
          </a:xfrm>
          <a:prstGeom prst="rect">
            <a:avLst/>
          </a:prstGeom>
          <a:noFill/>
        </p:spPr>
        <p:txBody>
          <a:bodyPr wrap="square" lIns="45720" rIns="45720" anchor="t">
            <a:spAutoFit/>
          </a:bodyPr>
          <a:lstStyle/>
          <a:p>
            <a:pPr algn="l"/>
            <a:r>
              <a:rPr lang="en-US" sz="1600" dirty="0">
                <a:solidFill>
                  <a:srgbClr val="4A5B6E"/>
                </a:solidFill>
                <a:latin typeface="Calibri"/>
              </a:rPr>
              <a:t>c</a:t>
            </a:r>
            <a:r>
              <a:rPr lang="en-US" sz="1600" b="0" i="0" dirty="0">
                <a:solidFill>
                  <a:srgbClr val="4A5B6E"/>
                </a:solidFill>
                <a:latin typeface="Calibri"/>
              </a:rPr>
              <a:t>sv files containing “bad” reagents, hard coded boiling points, instrument overrides, etc.</a:t>
            </a:r>
            <a:endParaRPr sz="1600" b="0" i="0" dirty="0">
              <a:solidFill>
                <a:srgbClr val="4A5B6E"/>
              </a:solidFill>
              <a:latin typeface="Calibri"/>
            </a:endParaRPr>
          </a:p>
        </p:txBody>
      </p:sp>
      <p:sp>
        <p:nvSpPr>
          <p:cNvPr id="21" name="TextBox 20">
            <a:extLst>
              <a:ext uri="{FF2B5EF4-FFF2-40B4-BE49-F238E27FC236}">
                <a16:creationId xmlns:a16="http://schemas.microsoft.com/office/drawing/2014/main" id="{D9FA7185-5AFF-99E4-BF6C-053E6B0A1801}"/>
              </a:ext>
            </a:extLst>
          </p:cNvPr>
          <p:cNvSpPr txBox="1"/>
          <p:nvPr/>
        </p:nvSpPr>
        <p:spPr>
          <a:xfrm>
            <a:off x="6537960" y="3596640"/>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22" name="TextBox 21">
            <a:extLst>
              <a:ext uri="{FF2B5EF4-FFF2-40B4-BE49-F238E27FC236}">
                <a16:creationId xmlns:a16="http://schemas.microsoft.com/office/drawing/2014/main" id="{6028D2A2-F896-D6BD-37BF-B9D1EB13DF7E}"/>
              </a:ext>
            </a:extLst>
          </p:cNvPr>
          <p:cNvSpPr txBox="1"/>
          <p:nvPr/>
        </p:nvSpPr>
        <p:spPr>
          <a:xfrm>
            <a:off x="6949440" y="3596640"/>
            <a:ext cx="4617720" cy="400110"/>
          </a:xfrm>
          <a:prstGeom prst="rect">
            <a:avLst/>
          </a:prstGeom>
          <a:noFill/>
        </p:spPr>
        <p:txBody>
          <a:bodyPr wrap="square" lIns="45720" rIns="45720" anchor="t">
            <a:spAutoFit/>
          </a:bodyPr>
          <a:lstStyle/>
          <a:p>
            <a:pPr algn="l"/>
            <a:r>
              <a:rPr lang="en-US" sz="2000" b="1" i="0" dirty="0">
                <a:solidFill>
                  <a:srgbClr val="2C3E50"/>
                </a:solidFill>
                <a:latin typeface="Calibri"/>
              </a:rPr>
              <a:t>Zero human check or intervention</a:t>
            </a:r>
            <a:endParaRPr sz="2000" b="1" i="0" dirty="0">
              <a:solidFill>
                <a:srgbClr val="2C3E50"/>
              </a:solidFill>
              <a:latin typeface="Calibri"/>
            </a:endParaRPr>
          </a:p>
        </p:txBody>
      </p:sp>
      <p:sp>
        <p:nvSpPr>
          <p:cNvPr id="23" name="TextBox 22">
            <a:extLst>
              <a:ext uri="{FF2B5EF4-FFF2-40B4-BE49-F238E27FC236}">
                <a16:creationId xmlns:a16="http://schemas.microsoft.com/office/drawing/2014/main" id="{641E4DD0-5D63-C123-00F6-A1DBF0E8B10F}"/>
              </a:ext>
            </a:extLst>
          </p:cNvPr>
          <p:cNvSpPr txBox="1"/>
          <p:nvPr/>
        </p:nvSpPr>
        <p:spPr>
          <a:xfrm>
            <a:off x="6949440" y="3962400"/>
            <a:ext cx="4617720" cy="584775"/>
          </a:xfrm>
          <a:prstGeom prst="rect">
            <a:avLst/>
          </a:prstGeom>
          <a:noFill/>
        </p:spPr>
        <p:txBody>
          <a:bodyPr wrap="square" lIns="45720" rIns="45720" anchor="t">
            <a:spAutoFit/>
          </a:bodyPr>
          <a:lstStyle/>
          <a:p>
            <a:pPr algn="l"/>
            <a:r>
              <a:rPr lang="en-US" sz="1600" dirty="0">
                <a:solidFill>
                  <a:srgbClr val="4A5B6E"/>
                </a:solidFill>
                <a:latin typeface="Calibri"/>
              </a:rPr>
              <a:t>long running SDLs, no protocols for refilling reagents, no manual audits of data or decisions</a:t>
            </a:r>
            <a:endParaRPr sz="1600" b="0" i="0" dirty="0">
              <a:solidFill>
                <a:srgbClr val="4A5B6E"/>
              </a:solidFill>
              <a:latin typeface="Calibri"/>
            </a:endParaRPr>
          </a:p>
        </p:txBody>
      </p:sp>
      <p:sp>
        <p:nvSpPr>
          <p:cNvPr id="24" name="TextBox 23">
            <a:extLst>
              <a:ext uri="{FF2B5EF4-FFF2-40B4-BE49-F238E27FC236}">
                <a16:creationId xmlns:a16="http://schemas.microsoft.com/office/drawing/2014/main" id="{9E314F23-3ADE-3045-8795-376728594BA2}"/>
              </a:ext>
            </a:extLst>
          </p:cNvPr>
          <p:cNvSpPr txBox="1"/>
          <p:nvPr/>
        </p:nvSpPr>
        <p:spPr>
          <a:xfrm>
            <a:off x="6537960" y="4907280"/>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25" name="TextBox 24">
            <a:extLst>
              <a:ext uri="{FF2B5EF4-FFF2-40B4-BE49-F238E27FC236}">
                <a16:creationId xmlns:a16="http://schemas.microsoft.com/office/drawing/2014/main" id="{FA93192F-A5A9-017C-0857-AEA5BE891341}"/>
              </a:ext>
            </a:extLst>
          </p:cNvPr>
          <p:cNvSpPr txBox="1"/>
          <p:nvPr/>
        </p:nvSpPr>
        <p:spPr>
          <a:xfrm>
            <a:off x="6949440" y="4907280"/>
            <a:ext cx="4617720" cy="400110"/>
          </a:xfrm>
          <a:prstGeom prst="rect">
            <a:avLst/>
          </a:prstGeom>
          <a:noFill/>
        </p:spPr>
        <p:txBody>
          <a:bodyPr wrap="square" lIns="45720" rIns="45720" anchor="t">
            <a:spAutoFit/>
          </a:bodyPr>
          <a:lstStyle/>
          <a:p>
            <a:pPr algn="l"/>
            <a:r>
              <a:rPr lang="en-US" sz="2000" b="1" i="0" dirty="0">
                <a:solidFill>
                  <a:srgbClr val="2C3E50"/>
                </a:solidFill>
                <a:latin typeface="Calibri"/>
              </a:rPr>
              <a:t>Irreproducible pipelines</a:t>
            </a:r>
            <a:endParaRPr sz="2000" b="1" i="0" dirty="0">
              <a:solidFill>
                <a:srgbClr val="2C3E50"/>
              </a:solidFill>
              <a:latin typeface="Calibri"/>
            </a:endParaRPr>
          </a:p>
        </p:txBody>
      </p:sp>
      <p:sp>
        <p:nvSpPr>
          <p:cNvPr id="26" name="TextBox 25">
            <a:extLst>
              <a:ext uri="{FF2B5EF4-FFF2-40B4-BE49-F238E27FC236}">
                <a16:creationId xmlns:a16="http://schemas.microsoft.com/office/drawing/2014/main" id="{0C16B7CC-8F10-C421-2EB1-CF99CCEAE76E}"/>
              </a:ext>
            </a:extLst>
          </p:cNvPr>
          <p:cNvSpPr txBox="1"/>
          <p:nvPr/>
        </p:nvSpPr>
        <p:spPr>
          <a:xfrm>
            <a:off x="6949440" y="5273040"/>
            <a:ext cx="4617720" cy="584775"/>
          </a:xfrm>
          <a:prstGeom prst="rect">
            <a:avLst/>
          </a:prstGeom>
          <a:noFill/>
        </p:spPr>
        <p:txBody>
          <a:bodyPr wrap="square" lIns="45720" rIns="45720" anchor="t">
            <a:spAutoFit/>
          </a:bodyPr>
          <a:lstStyle/>
          <a:p>
            <a:pPr algn="l"/>
            <a:r>
              <a:rPr sz="1600" b="0" i="0" dirty="0">
                <a:solidFill>
                  <a:srgbClr val="4A5B6E"/>
                </a:solidFill>
                <a:latin typeface="Calibri"/>
              </a:rPr>
              <a:t>worst extraction </a:t>
            </a:r>
            <a:r>
              <a:rPr lang="en-US" sz="1600" b="0" i="0" dirty="0">
                <a:solidFill>
                  <a:srgbClr val="4A5B6E"/>
                </a:solidFill>
                <a:latin typeface="Calibri"/>
              </a:rPr>
              <a:t>task</a:t>
            </a:r>
            <a:r>
              <a:rPr sz="1600" b="0" i="0" dirty="0">
                <a:solidFill>
                  <a:srgbClr val="4A5B6E"/>
                </a:solidFill>
                <a:latin typeface="Calibri"/>
              </a:rPr>
              <a:t>; each one becomes an archaeology project</a:t>
            </a:r>
          </a:p>
        </p:txBody>
      </p:sp>
    </p:spTree>
    <p:extLst>
      <p:ext uri="{BB962C8B-B14F-4D97-AF65-F5344CB8AC3E}">
        <p14:creationId xmlns:p14="http://schemas.microsoft.com/office/powerpoint/2010/main" val="495429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9C4D7-67EC-306E-6D16-EEA0C2BC4E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6BC644A-079C-1299-0FD9-EAD52E4C0985}"/>
              </a:ext>
            </a:extLst>
          </p:cNvPr>
          <p:cNvSpPr>
            <a:spLocks noGrp="1"/>
          </p:cNvSpPr>
          <p:nvPr>
            <p:ph type="title"/>
          </p:nvPr>
        </p:nvSpPr>
        <p:spPr/>
        <p:txBody>
          <a:bodyPr/>
          <a:lstStyle/>
          <a:p>
            <a:r>
              <a:rPr lang="en-US" dirty="0">
                <a:solidFill>
                  <a:srgbClr val="1E2761"/>
                </a:solidFill>
              </a:rPr>
              <a:t>Knowledge check: Data Corruption</a:t>
            </a:r>
          </a:p>
        </p:txBody>
      </p:sp>
      <p:sp>
        <p:nvSpPr>
          <p:cNvPr id="4" name="Date Placeholder 3">
            <a:extLst>
              <a:ext uri="{FF2B5EF4-FFF2-40B4-BE49-F238E27FC236}">
                <a16:creationId xmlns:a16="http://schemas.microsoft.com/office/drawing/2014/main" id="{8FDE60AF-23CD-92DD-E7E8-28B1E30D6525}"/>
              </a:ext>
            </a:extLst>
          </p:cNvPr>
          <p:cNvSpPr>
            <a:spLocks noGrp="1"/>
          </p:cNvSpPr>
          <p:nvPr>
            <p:ph type="dt" sz="half"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88D992BF-92BE-16BF-46D9-44338D01EC1A}"/>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6D1532F-61F1-B941-ACDF-6BC65E0B4055}" type="slidenum">
              <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14</a:t>
            </a:fld>
            <a:endPar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FC3C34D5-EDD7-8B3C-0B85-FEB5C633E15A}"/>
              </a:ext>
            </a:extLst>
          </p:cNvPr>
          <p:cNvSpPr txBox="1"/>
          <p:nvPr/>
        </p:nvSpPr>
        <p:spPr>
          <a:xfrm>
            <a:off x="548640" y="1371600"/>
            <a:ext cx="11155680" cy="830997"/>
          </a:xfrm>
          <a:prstGeom prst="rect">
            <a:avLst/>
          </a:prstGeom>
          <a:noFill/>
        </p:spPr>
        <p:txBody>
          <a:bodyPr wrap="square" lIns="45720" rIns="45720" anchor="t">
            <a:spAutoFit/>
          </a:bodyPr>
          <a:lstStyle/>
          <a:p>
            <a:pPr algn="l"/>
            <a:r>
              <a:rPr lang="en-US" sz="2400" b="1" dirty="0">
                <a:solidFill>
                  <a:srgbClr val="1E2761"/>
                </a:solidFill>
                <a:latin typeface="Cambria"/>
              </a:rPr>
              <a:t>Where will an autonomous agent fail when analyzing the data represented in the table below? </a:t>
            </a:r>
            <a:endParaRPr sz="2400" b="1" i="0" dirty="0">
              <a:solidFill>
                <a:srgbClr val="1E2761"/>
              </a:solidFill>
              <a:latin typeface="Cambria"/>
            </a:endParaRPr>
          </a:p>
        </p:txBody>
      </p:sp>
      <p:graphicFrame>
        <p:nvGraphicFramePr>
          <p:cNvPr id="13" name="Table 7">
            <a:extLst>
              <a:ext uri="{FF2B5EF4-FFF2-40B4-BE49-F238E27FC236}">
                <a16:creationId xmlns:a16="http://schemas.microsoft.com/office/drawing/2014/main" id="{7425E094-FC1E-885B-A12B-304379EF8549}"/>
              </a:ext>
            </a:extLst>
          </p:cNvPr>
          <p:cNvGraphicFramePr>
            <a:graphicFrameLocks noGrp="1"/>
          </p:cNvGraphicFramePr>
          <p:nvPr>
            <p:extLst>
              <p:ext uri="{D42A27DB-BD31-4B8C-83A1-F6EECF244321}">
                <p14:modId xmlns:p14="http://schemas.microsoft.com/office/powerpoint/2010/main" val="3479766284"/>
              </p:ext>
            </p:extLst>
          </p:nvPr>
        </p:nvGraphicFramePr>
        <p:xfrm>
          <a:off x="548640" y="2619544"/>
          <a:ext cx="10988936" cy="2866856"/>
        </p:xfrm>
        <a:graphic>
          <a:graphicData uri="http://schemas.openxmlformats.org/drawingml/2006/table">
            <a:tbl>
              <a:tblPr firstRow="1" bandRow="1">
                <a:tableStyleId>{5C22544A-7EE6-4342-B048-85BDC9FD1C3A}</a:tableStyleId>
              </a:tblPr>
              <a:tblGrid>
                <a:gridCol w="1857676">
                  <a:extLst>
                    <a:ext uri="{9D8B030D-6E8A-4147-A177-3AD203B41FA5}">
                      <a16:colId xmlns:a16="http://schemas.microsoft.com/office/drawing/2014/main" val="1619538324"/>
                    </a:ext>
                  </a:extLst>
                </a:gridCol>
                <a:gridCol w="2212526">
                  <a:extLst>
                    <a:ext uri="{9D8B030D-6E8A-4147-A177-3AD203B41FA5}">
                      <a16:colId xmlns:a16="http://schemas.microsoft.com/office/drawing/2014/main" val="2204580905"/>
                    </a:ext>
                  </a:extLst>
                </a:gridCol>
                <a:gridCol w="1247641">
                  <a:extLst>
                    <a:ext uri="{9D8B030D-6E8A-4147-A177-3AD203B41FA5}">
                      <a16:colId xmlns:a16="http://schemas.microsoft.com/office/drawing/2014/main" val="253053857"/>
                    </a:ext>
                  </a:extLst>
                </a:gridCol>
                <a:gridCol w="1944373">
                  <a:extLst>
                    <a:ext uri="{9D8B030D-6E8A-4147-A177-3AD203B41FA5}">
                      <a16:colId xmlns:a16="http://schemas.microsoft.com/office/drawing/2014/main" val="1733008077"/>
                    </a:ext>
                  </a:extLst>
                </a:gridCol>
                <a:gridCol w="1717531">
                  <a:extLst>
                    <a:ext uri="{9D8B030D-6E8A-4147-A177-3AD203B41FA5}">
                      <a16:colId xmlns:a16="http://schemas.microsoft.com/office/drawing/2014/main" val="4171596617"/>
                    </a:ext>
                  </a:extLst>
                </a:gridCol>
                <a:gridCol w="2009189">
                  <a:extLst>
                    <a:ext uri="{9D8B030D-6E8A-4147-A177-3AD203B41FA5}">
                      <a16:colId xmlns:a16="http://schemas.microsoft.com/office/drawing/2014/main" val="2959969171"/>
                    </a:ext>
                  </a:extLst>
                </a:gridCol>
              </a:tblGrid>
              <a:tr h="820400">
                <a:tc>
                  <a:txBody>
                    <a:bodyPr/>
                    <a:lstStyle/>
                    <a:p>
                      <a:pPr algn="ctr" fontAlgn="b"/>
                      <a:r>
                        <a:rPr lang="en-US" sz="2000" u="none" strike="noStrike" dirty="0">
                          <a:solidFill>
                            <a:schemeClr val="bg1"/>
                          </a:solidFill>
                          <a:effectLst/>
                        </a:rPr>
                        <a:t>reagent</a:t>
                      </a:r>
                      <a:endParaRPr lang="en-US" sz="2000" b="0" i="0" u="none" strike="noStrike" dirty="0">
                        <a:solidFill>
                          <a:schemeClr val="bg1"/>
                        </a:solidFill>
                        <a:effectLst/>
                        <a:latin typeface="Calibri" panose="020F0502020204030204" pitchFamily="34" charset="0"/>
                      </a:endParaRPr>
                    </a:p>
                  </a:txBody>
                  <a:tcPr marL="9525" marR="9525" marT="9525" marB="0" anchor="ctr">
                    <a:solidFill>
                      <a:srgbClr val="1E2761"/>
                    </a:solidFill>
                  </a:tcPr>
                </a:tc>
                <a:tc>
                  <a:txBody>
                    <a:bodyPr/>
                    <a:lstStyle/>
                    <a:p>
                      <a:pPr algn="ctr" fontAlgn="b"/>
                      <a:r>
                        <a:rPr lang="en-US" sz="2000" b="1" i="0" u="none" strike="noStrike" dirty="0">
                          <a:solidFill>
                            <a:schemeClr val="bg1"/>
                          </a:solidFill>
                          <a:effectLst/>
                          <a:latin typeface="Calibri" panose="020F0502020204030204" pitchFamily="34" charset="0"/>
                        </a:rPr>
                        <a:t>CASRN</a:t>
                      </a:r>
                    </a:p>
                  </a:txBody>
                  <a:tcPr marL="9525" marR="9525" marT="9525" marB="0" anchor="ctr">
                    <a:solidFill>
                      <a:srgbClr val="1E2761"/>
                    </a:solidFill>
                  </a:tcPr>
                </a:tc>
                <a:tc>
                  <a:txBody>
                    <a:bodyPr/>
                    <a:lstStyle/>
                    <a:p>
                      <a:pPr algn="ctr" fontAlgn="b"/>
                      <a:r>
                        <a:rPr lang="en-US" sz="2000" b="1" i="0" u="none" strike="noStrike" dirty="0">
                          <a:solidFill>
                            <a:schemeClr val="bg1"/>
                          </a:solidFill>
                          <a:effectLst/>
                          <a:latin typeface="Calibri" panose="020F0502020204030204" pitchFamily="34" charset="0"/>
                        </a:rPr>
                        <a:t>amount: mmol</a:t>
                      </a:r>
                    </a:p>
                  </a:txBody>
                  <a:tcPr marL="9525" marR="9525" marT="9525" marB="0" anchor="ctr">
                    <a:solidFill>
                      <a:srgbClr val="1E2761"/>
                    </a:solidFill>
                  </a:tcPr>
                </a:tc>
                <a:tc>
                  <a:txBody>
                    <a:bodyPr/>
                    <a:lstStyle/>
                    <a:p>
                      <a:pPr algn="ctr" fontAlgn="b"/>
                      <a:r>
                        <a:rPr lang="en-US" sz="2000" u="none" strike="noStrike" dirty="0">
                          <a:solidFill>
                            <a:schemeClr val="bg1"/>
                          </a:solidFill>
                          <a:effectLst/>
                        </a:rPr>
                        <a:t>phase</a:t>
                      </a:r>
                      <a:endParaRPr lang="en-US" sz="2000" b="0" i="0" u="none" strike="noStrike" dirty="0">
                        <a:solidFill>
                          <a:schemeClr val="bg1"/>
                        </a:solidFill>
                        <a:effectLst/>
                        <a:latin typeface="Calibri" panose="020F0502020204030204" pitchFamily="34" charset="0"/>
                      </a:endParaRPr>
                    </a:p>
                  </a:txBody>
                  <a:tcPr marL="9525" marR="9525" marT="9525" marB="0" anchor="ctr">
                    <a:solidFill>
                      <a:srgbClr val="1E2761"/>
                    </a:solidFill>
                  </a:tcPr>
                </a:tc>
                <a:tc>
                  <a:txBody>
                    <a:bodyPr/>
                    <a:lstStyle/>
                    <a:p>
                      <a:pPr algn="ctr" fontAlgn="b"/>
                      <a:r>
                        <a:rPr lang="en-US" sz="2000" u="none" strike="noStrike" dirty="0">
                          <a:solidFill>
                            <a:schemeClr val="bg1"/>
                          </a:solidFill>
                          <a:effectLst/>
                        </a:rPr>
                        <a:t>concentration: %</a:t>
                      </a:r>
                      <a:endParaRPr lang="en-US" sz="2000" b="0" i="0" u="none" strike="noStrike" dirty="0">
                        <a:solidFill>
                          <a:schemeClr val="bg1"/>
                        </a:solidFill>
                        <a:effectLst/>
                        <a:latin typeface="Calibri" panose="020F0502020204030204" pitchFamily="34" charset="0"/>
                      </a:endParaRPr>
                    </a:p>
                  </a:txBody>
                  <a:tcPr marL="9525" marR="9525" marT="9525" marB="0" anchor="ctr">
                    <a:solidFill>
                      <a:srgbClr val="1E2761"/>
                    </a:solidFill>
                  </a:tcPr>
                </a:tc>
                <a:tc>
                  <a:txBody>
                    <a:bodyPr/>
                    <a:lstStyle/>
                    <a:p>
                      <a:pPr algn="ctr" fontAlgn="b"/>
                      <a:r>
                        <a:rPr lang="en-US" sz="2000" u="none" strike="noStrike" dirty="0">
                          <a:solidFill>
                            <a:schemeClr val="bg1"/>
                          </a:solidFill>
                          <a:effectLst/>
                        </a:rPr>
                        <a:t>role</a:t>
                      </a:r>
                      <a:endParaRPr lang="en-US" sz="2000" b="0" i="0" u="none" strike="noStrike" dirty="0">
                        <a:solidFill>
                          <a:schemeClr val="bg1"/>
                        </a:solidFill>
                        <a:effectLst/>
                        <a:latin typeface="Calibri" panose="020F0502020204030204" pitchFamily="34" charset="0"/>
                      </a:endParaRPr>
                    </a:p>
                  </a:txBody>
                  <a:tcPr marL="9525" marR="9525" marT="9525" marB="0" anchor="ctr">
                    <a:solidFill>
                      <a:srgbClr val="1E2761"/>
                    </a:solidFill>
                  </a:tcPr>
                </a:tc>
                <a:extLst>
                  <a:ext uri="{0D108BD9-81ED-4DB2-BD59-A6C34878D82A}">
                    <a16:rowId xmlns:a16="http://schemas.microsoft.com/office/drawing/2014/main" val="1107157796"/>
                  </a:ext>
                </a:extLst>
              </a:tr>
              <a:tr h="511614">
                <a:tc>
                  <a:txBody>
                    <a:bodyPr/>
                    <a:lstStyle/>
                    <a:p>
                      <a:pPr algn="ctr" fontAlgn="b"/>
                      <a:r>
                        <a:rPr lang="en-US" sz="2000" b="0" i="0" u="none" strike="noStrike" dirty="0">
                          <a:solidFill>
                            <a:srgbClr val="000000"/>
                          </a:solidFill>
                          <a:effectLst/>
                          <a:latin typeface="Calibri" panose="020F0502020204030204" pitchFamily="34" charset="0"/>
                        </a:rPr>
                        <a:t>toluene</a:t>
                      </a:r>
                    </a:p>
                  </a:txBody>
                  <a:tcPr marL="45720" marR="45720" marT="9525" marB="0" anchor="ctr"/>
                </a:tc>
                <a:tc>
                  <a:txBody>
                    <a:bodyPr/>
                    <a:lstStyle/>
                    <a:p>
                      <a:pPr algn="ctr" fontAlgn="b"/>
                      <a:r>
                        <a:rPr lang="en-US" sz="2000" u="none" strike="noStrike" dirty="0">
                          <a:effectLst/>
                        </a:rPr>
                        <a:t>108-88-3</a:t>
                      </a:r>
                      <a:endParaRPr lang="en-US" sz="2000" b="0" i="0" u="none" strike="noStrike" dirty="0">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20</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liquid</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100</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solvent</a:t>
                      </a:r>
                    </a:p>
                  </a:txBody>
                  <a:tcPr marL="45720" marR="45720" marT="9525" marB="0" anchor="ctr"/>
                </a:tc>
                <a:extLst>
                  <a:ext uri="{0D108BD9-81ED-4DB2-BD59-A6C34878D82A}">
                    <a16:rowId xmlns:a16="http://schemas.microsoft.com/office/drawing/2014/main" val="1919681070"/>
                  </a:ext>
                </a:extLst>
              </a:tr>
              <a:tr h="511614">
                <a:tc>
                  <a:txBody>
                    <a:bodyPr/>
                    <a:lstStyle/>
                    <a:p>
                      <a:pPr algn="ctr" fontAlgn="b"/>
                      <a:r>
                        <a:rPr lang="en-US" sz="2000" b="0" i="0" u="none" strike="noStrike" dirty="0">
                          <a:solidFill>
                            <a:srgbClr val="000000"/>
                          </a:solidFill>
                          <a:effectLst/>
                          <a:latin typeface="Calibri" panose="020F0502020204030204" pitchFamily="34" charset="0"/>
                        </a:rPr>
                        <a:t>Pd(PPh3)4</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108-88-3</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0.05</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solid</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100</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catalyst</a:t>
                      </a:r>
                    </a:p>
                  </a:txBody>
                  <a:tcPr marL="45720" marR="45720" marT="9525" marB="0" anchor="ctr"/>
                </a:tc>
                <a:extLst>
                  <a:ext uri="{0D108BD9-81ED-4DB2-BD59-A6C34878D82A}">
                    <a16:rowId xmlns:a16="http://schemas.microsoft.com/office/drawing/2014/main" val="3264277782"/>
                  </a:ext>
                </a:extLst>
              </a:tr>
              <a:tr h="511614">
                <a:tc>
                  <a:txBody>
                    <a:bodyPr/>
                    <a:lstStyle/>
                    <a:p>
                      <a:pPr algn="ctr" fontAlgn="b"/>
                      <a:r>
                        <a:rPr lang="en-US" sz="2000" b="0" i="0" u="none" strike="noStrike" dirty="0">
                          <a:solidFill>
                            <a:srgbClr val="000000"/>
                          </a:solidFill>
                          <a:effectLst/>
                          <a:latin typeface="Calibri" panose="020F0502020204030204" pitchFamily="34" charset="0"/>
                        </a:rPr>
                        <a:t>p-chlorotoluene</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106-43-4</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0.6</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liquid</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50</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reagent</a:t>
                      </a:r>
                    </a:p>
                  </a:txBody>
                  <a:tcPr marL="45720" marR="45720" marT="9525" marB="0" anchor="ctr"/>
                </a:tc>
                <a:extLst>
                  <a:ext uri="{0D108BD9-81ED-4DB2-BD59-A6C34878D82A}">
                    <a16:rowId xmlns:a16="http://schemas.microsoft.com/office/drawing/2014/main" val="3562596706"/>
                  </a:ext>
                </a:extLst>
              </a:tr>
              <a:tr h="511614">
                <a:tc>
                  <a:txBody>
                    <a:bodyPr/>
                    <a:lstStyle/>
                    <a:p>
                      <a:pPr algn="ctr" fontAlgn="b"/>
                      <a:r>
                        <a:rPr lang="en-US" sz="2000" b="0" i="0" u="none" strike="noStrike" dirty="0">
                          <a:solidFill>
                            <a:srgbClr val="000000"/>
                          </a:solidFill>
                          <a:effectLst/>
                          <a:latin typeface="Calibri" panose="020F0502020204030204" pitchFamily="34" charset="0"/>
                        </a:rPr>
                        <a:t>octylamine</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111-86-4</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0.5</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liquid</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40</a:t>
                      </a:r>
                    </a:p>
                  </a:txBody>
                  <a:tcPr marL="45720" marR="45720" marT="9525" marB="0" anchor="ctr"/>
                </a:tc>
                <a:tc>
                  <a:txBody>
                    <a:bodyPr/>
                    <a:lstStyle/>
                    <a:p>
                      <a:pPr algn="ctr" fontAlgn="b"/>
                      <a:r>
                        <a:rPr lang="en-US" sz="2000" b="0" i="0" u="none" strike="noStrike" dirty="0">
                          <a:solidFill>
                            <a:srgbClr val="000000"/>
                          </a:solidFill>
                          <a:effectLst/>
                          <a:latin typeface="Calibri" panose="020F0502020204030204" pitchFamily="34" charset="0"/>
                        </a:rPr>
                        <a:t>reagent</a:t>
                      </a:r>
                    </a:p>
                  </a:txBody>
                  <a:tcPr marL="45720" marR="45720" marT="9525" marB="0" anchor="ctr"/>
                </a:tc>
                <a:extLst>
                  <a:ext uri="{0D108BD9-81ED-4DB2-BD59-A6C34878D82A}">
                    <a16:rowId xmlns:a16="http://schemas.microsoft.com/office/drawing/2014/main" val="2810195785"/>
                  </a:ext>
                </a:extLst>
              </a:tr>
            </a:tbl>
          </a:graphicData>
        </a:graphic>
      </p:graphicFrame>
    </p:spTree>
    <p:extLst>
      <p:ext uri="{BB962C8B-B14F-4D97-AF65-F5344CB8AC3E}">
        <p14:creationId xmlns:p14="http://schemas.microsoft.com/office/powerpoint/2010/main" val="2066687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0"/>
            <a:ext cx="11155680" cy="338554"/>
          </a:xfrm>
          <a:prstGeom prst="rect">
            <a:avLst/>
          </a:prstGeom>
          <a:noFill/>
        </p:spPr>
        <p:txBody>
          <a:bodyPr wrap="square" lIns="45720" rIns="45720" anchor="t">
            <a:spAutoFit/>
          </a:bodyPr>
          <a:lstStyle/>
          <a:p>
            <a:pPr algn="l"/>
            <a:r>
              <a:rPr sz="1600" b="1" i="0" dirty="0">
                <a:solidFill>
                  <a:srgbClr val="E67E22"/>
                </a:solidFill>
                <a:latin typeface="Calibri"/>
              </a:rPr>
              <a:t>PART 2 </a:t>
            </a:r>
          </a:p>
        </p:txBody>
      </p:sp>
      <p:sp>
        <p:nvSpPr>
          <p:cNvPr id="4" name="TextBox 3"/>
          <p:cNvSpPr txBox="1"/>
          <p:nvPr/>
        </p:nvSpPr>
        <p:spPr>
          <a:xfrm>
            <a:off x="548640" y="3108960"/>
            <a:ext cx="11155680" cy="769441"/>
          </a:xfrm>
          <a:prstGeom prst="rect">
            <a:avLst/>
          </a:prstGeom>
          <a:noFill/>
        </p:spPr>
        <p:txBody>
          <a:bodyPr wrap="square" lIns="45720" rIns="45720" anchor="t">
            <a:spAutoFit/>
          </a:bodyPr>
          <a:lstStyle/>
          <a:p>
            <a:pPr algn="l"/>
            <a:r>
              <a:rPr lang="en-US" sz="4400" b="1" dirty="0">
                <a:solidFill>
                  <a:srgbClr val="FFFFFF"/>
                </a:solidFill>
                <a:latin typeface="Cambria"/>
              </a:rPr>
              <a:t>A </a:t>
            </a:r>
            <a:r>
              <a:rPr lang="en-US" sz="4400" b="1" dirty="0" err="1">
                <a:solidFill>
                  <a:srgbClr val="FFFFFF"/>
                </a:solidFill>
                <a:latin typeface="Cambria"/>
              </a:rPr>
              <a:t>Calvacade</a:t>
            </a:r>
            <a:r>
              <a:rPr lang="en-US" sz="4400" b="1" dirty="0">
                <a:solidFill>
                  <a:srgbClr val="FFFFFF"/>
                </a:solidFill>
                <a:latin typeface="Cambria"/>
              </a:rPr>
              <a:t> of Choices</a:t>
            </a:r>
            <a:endParaRPr sz="4400" b="1" i="0" dirty="0">
              <a:solidFill>
                <a:srgbClr val="FFFFFF"/>
              </a:solidFill>
              <a:latin typeface="Cambria"/>
            </a:endParaRPr>
          </a:p>
        </p:txBody>
      </p:sp>
      <p:sp>
        <p:nvSpPr>
          <p:cNvPr id="5" name="TextBox 4"/>
          <p:cNvSpPr txBox="1"/>
          <p:nvPr/>
        </p:nvSpPr>
        <p:spPr>
          <a:xfrm>
            <a:off x="548640" y="4572000"/>
            <a:ext cx="11155680" cy="400110"/>
          </a:xfrm>
          <a:prstGeom prst="rect">
            <a:avLst/>
          </a:prstGeom>
          <a:noFill/>
        </p:spPr>
        <p:txBody>
          <a:bodyPr wrap="square" lIns="45720" rIns="45720" anchor="t">
            <a:spAutoFit/>
          </a:bodyPr>
          <a:lstStyle/>
          <a:p>
            <a:pPr algn="l"/>
            <a:r>
              <a:rPr lang="en-US" sz="2000" b="0" i="0" dirty="0">
                <a:solidFill>
                  <a:srgbClr val="B5BDC8"/>
                </a:solidFill>
                <a:latin typeface="Calibri"/>
              </a:rPr>
              <a:t>Guidelines for choosing a mathematical approach to chemistry problems</a:t>
            </a:r>
            <a:endParaRPr sz="2000" b="0" i="0" dirty="0">
              <a:solidFill>
                <a:srgbClr val="B5BDC8"/>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5A4A8-FE6E-C828-5B5F-EC981EEF28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D656DE-2D2D-DD8B-1D7B-9094C45374F1}"/>
              </a:ext>
            </a:extLst>
          </p:cNvPr>
          <p:cNvSpPr txBox="1"/>
          <p:nvPr/>
        </p:nvSpPr>
        <p:spPr>
          <a:xfrm>
            <a:off x="548640" y="457200"/>
            <a:ext cx="11155680" cy="365760"/>
          </a:xfrm>
          <a:prstGeom prst="rect">
            <a:avLst/>
          </a:prstGeom>
          <a:noFill/>
        </p:spPr>
        <p:txBody>
          <a:bodyPr wrap="square" lIns="45720" rIns="45720" anchor="t">
            <a:spAutoFit/>
          </a:bodyPr>
          <a:lstStyle/>
          <a:p>
            <a:pPr algn="l"/>
            <a:r>
              <a:rPr sz="1300" b="1" i="0">
                <a:solidFill>
                  <a:srgbClr val="E67E22"/>
                </a:solidFill>
                <a:latin typeface="Calibri"/>
              </a:rPr>
              <a:t>DEFINITION</a:t>
            </a:r>
          </a:p>
        </p:txBody>
      </p:sp>
      <p:sp>
        <p:nvSpPr>
          <p:cNvPr id="3" name="TextBox 2">
            <a:extLst>
              <a:ext uri="{FF2B5EF4-FFF2-40B4-BE49-F238E27FC236}">
                <a16:creationId xmlns:a16="http://schemas.microsoft.com/office/drawing/2014/main" id="{52252AAC-B5B9-B84D-4C98-8FE2B8541044}"/>
              </a:ext>
            </a:extLst>
          </p:cNvPr>
          <p:cNvSpPr txBox="1"/>
          <p:nvPr/>
        </p:nvSpPr>
        <p:spPr>
          <a:xfrm>
            <a:off x="548640" y="914400"/>
            <a:ext cx="11155680" cy="830997"/>
          </a:xfrm>
          <a:prstGeom prst="rect">
            <a:avLst/>
          </a:prstGeom>
          <a:noFill/>
        </p:spPr>
        <p:txBody>
          <a:bodyPr wrap="square" lIns="45720" rIns="45720" anchor="t">
            <a:spAutoFit/>
          </a:bodyPr>
          <a:lstStyle/>
          <a:p>
            <a:pPr algn="l"/>
            <a:r>
              <a:rPr lang="en-US" sz="4800" b="1" i="0">
                <a:solidFill>
                  <a:srgbClr val="1E2761"/>
                </a:solidFill>
                <a:latin typeface="Cambria"/>
              </a:rPr>
              <a:t>What is an agent?</a:t>
            </a:r>
            <a:endParaRPr sz="4800" b="1" i="0" dirty="0">
              <a:solidFill>
                <a:srgbClr val="1E2761"/>
              </a:solidFill>
              <a:latin typeface="Cambria"/>
            </a:endParaRPr>
          </a:p>
        </p:txBody>
      </p:sp>
      <p:sp>
        <p:nvSpPr>
          <p:cNvPr id="4" name="Rectangle 3">
            <a:extLst>
              <a:ext uri="{FF2B5EF4-FFF2-40B4-BE49-F238E27FC236}">
                <a16:creationId xmlns:a16="http://schemas.microsoft.com/office/drawing/2014/main" id="{1A01563C-D446-2402-D966-51C124D12CEF}"/>
              </a:ext>
            </a:extLst>
          </p:cNvPr>
          <p:cNvSpPr/>
          <p:nvPr/>
        </p:nvSpPr>
        <p:spPr>
          <a:xfrm>
            <a:off x="548640" y="2103120"/>
            <a:ext cx="128016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E42366C1-0F84-2AA3-83E5-D5FED92E052B}"/>
              </a:ext>
            </a:extLst>
          </p:cNvPr>
          <p:cNvSpPr txBox="1"/>
          <p:nvPr/>
        </p:nvSpPr>
        <p:spPr>
          <a:xfrm>
            <a:off x="548640" y="2423160"/>
            <a:ext cx="6480810" cy="1815882"/>
          </a:xfrm>
          <a:prstGeom prst="rect">
            <a:avLst/>
          </a:prstGeom>
          <a:noFill/>
        </p:spPr>
        <p:txBody>
          <a:bodyPr wrap="square" lIns="45720" rIns="45720" anchor="t">
            <a:spAutoFit/>
          </a:bodyPr>
          <a:lstStyle/>
          <a:p>
            <a:pPr algn="l"/>
            <a:r>
              <a:rPr lang="en-US" sz="2800" b="0" i="0" dirty="0">
                <a:solidFill>
                  <a:srgbClr val="1E2761"/>
                </a:solidFill>
                <a:latin typeface="Calibri"/>
              </a:rPr>
              <a:t>An agent is a large language model (LLM), in a harness (programmatic wrapping), that </a:t>
            </a:r>
            <a:r>
              <a:rPr lang="en-US" sz="2800" b="1" i="0" dirty="0">
                <a:solidFill>
                  <a:srgbClr val="1E2761"/>
                </a:solidFill>
                <a:latin typeface="Calibri"/>
              </a:rPr>
              <a:t>calls tools repeatedly in a loop</a:t>
            </a:r>
            <a:r>
              <a:rPr lang="en-US" sz="2800" b="0" i="0" dirty="0">
                <a:solidFill>
                  <a:srgbClr val="1E2761"/>
                </a:solidFill>
                <a:latin typeface="Calibri"/>
              </a:rPr>
              <a:t>, deciding each next step from the last result. </a:t>
            </a:r>
          </a:p>
        </p:txBody>
      </p:sp>
      <p:sp>
        <p:nvSpPr>
          <p:cNvPr id="6" name="Rounded Rectangle 5">
            <a:extLst>
              <a:ext uri="{FF2B5EF4-FFF2-40B4-BE49-F238E27FC236}">
                <a16:creationId xmlns:a16="http://schemas.microsoft.com/office/drawing/2014/main" id="{7190D7F3-D71C-4F1B-6994-B80AAABF3BAD}"/>
              </a:ext>
            </a:extLst>
          </p:cNvPr>
          <p:cNvSpPr/>
          <p:nvPr/>
        </p:nvSpPr>
        <p:spPr>
          <a:xfrm>
            <a:off x="553453" y="4912493"/>
            <a:ext cx="11155680" cy="1463040"/>
          </a:xfrm>
          <a:prstGeom prst="roundRect">
            <a:avLst>
              <a:gd name="adj" fmla="val 4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 name="TextBox 6">
            <a:extLst>
              <a:ext uri="{FF2B5EF4-FFF2-40B4-BE49-F238E27FC236}">
                <a16:creationId xmlns:a16="http://schemas.microsoft.com/office/drawing/2014/main" id="{669293C7-2C68-0675-3D0D-EA06FC48BB0F}"/>
              </a:ext>
            </a:extLst>
          </p:cNvPr>
          <p:cNvSpPr txBox="1"/>
          <p:nvPr/>
        </p:nvSpPr>
        <p:spPr>
          <a:xfrm>
            <a:off x="822960" y="5074920"/>
            <a:ext cx="2743200" cy="338554"/>
          </a:xfrm>
          <a:prstGeom prst="rect">
            <a:avLst/>
          </a:prstGeom>
          <a:noFill/>
        </p:spPr>
        <p:txBody>
          <a:bodyPr wrap="square" lIns="45720" rIns="45720" anchor="t">
            <a:spAutoFit/>
          </a:bodyPr>
          <a:lstStyle/>
          <a:p>
            <a:pPr algn="l"/>
            <a:r>
              <a:rPr sz="1600" b="1" i="0">
                <a:solidFill>
                  <a:srgbClr val="E67E22"/>
                </a:solidFill>
                <a:latin typeface="Calibri"/>
              </a:rPr>
              <a:t>FOR EXAMPLE</a:t>
            </a:r>
          </a:p>
        </p:txBody>
      </p:sp>
      <p:sp>
        <p:nvSpPr>
          <p:cNvPr id="37" name="Arrow: Right 36">
            <a:extLst>
              <a:ext uri="{FF2B5EF4-FFF2-40B4-BE49-F238E27FC236}">
                <a16:creationId xmlns:a16="http://schemas.microsoft.com/office/drawing/2014/main" id="{F56BDBFE-83B8-62CC-0996-B17BF8A34A6A}"/>
              </a:ext>
            </a:extLst>
          </p:cNvPr>
          <p:cNvSpPr/>
          <p:nvPr/>
        </p:nvSpPr>
        <p:spPr>
          <a:xfrm>
            <a:off x="7145587" y="3180523"/>
            <a:ext cx="1273754" cy="447260"/>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pic>
        <p:nvPicPr>
          <p:cNvPr id="11" name="Picture 10" descr="A mid-century modern retro-futuristic illustration of a square-headed robot dressed as a 1950s secret agent.">
            <a:extLst>
              <a:ext uri="{FF2B5EF4-FFF2-40B4-BE49-F238E27FC236}">
                <a16:creationId xmlns:a16="http://schemas.microsoft.com/office/drawing/2014/main" id="{C54D0961-14B7-325B-8BFA-7383483D059C}"/>
              </a:ext>
            </a:extLst>
          </p:cNvPr>
          <p:cNvPicPr>
            <a:picLocks noChangeAspect="1"/>
          </p:cNvPicPr>
          <p:nvPr/>
        </p:nvPicPr>
        <p:blipFill>
          <a:blip r:embed="rId3"/>
          <a:stretch>
            <a:fillRect/>
          </a:stretch>
        </p:blipFill>
        <p:spPr>
          <a:xfrm>
            <a:off x="8645892" y="1991227"/>
            <a:ext cx="2875548" cy="2875546"/>
          </a:xfrm>
          <a:prstGeom prst="rect">
            <a:avLst/>
          </a:prstGeom>
        </p:spPr>
      </p:pic>
      <p:sp>
        <p:nvSpPr>
          <p:cNvPr id="14" name="TextBox 13">
            <a:extLst>
              <a:ext uri="{FF2B5EF4-FFF2-40B4-BE49-F238E27FC236}">
                <a16:creationId xmlns:a16="http://schemas.microsoft.com/office/drawing/2014/main" id="{D121FE2C-1B66-66BE-9552-E3C252EF4FE4}"/>
              </a:ext>
            </a:extLst>
          </p:cNvPr>
          <p:cNvSpPr txBox="1"/>
          <p:nvPr/>
        </p:nvSpPr>
        <p:spPr>
          <a:xfrm>
            <a:off x="6093994" y="6479626"/>
            <a:ext cx="6093994" cy="369332"/>
          </a:xfrm>
          <a:prstGeom prst="rect">
            <a:avLst/>
          </a:prstGeom>
          <a:noFill/>
        </p:spPr>
        <p:txBody>
          <a:bodyPr wrap="square">
            <a:spAutoFit/>
          </a:bodyPr>
          <a:lstStyle/>
          <a:p>
            <a:pPr algn="r"/>
            <a:r>
              <a:rPr lang="en-US" i="1" dirty="0">
                <a:hlinkClick r:id="rId4"/>
              </a:rPr>
              <a:t>What is an agent? - by Hadley Wickham</a:t>
            </a:r>
            <a:endParaRPr lang="en-US" i="1" dirty="0"/>
          </a:p>
        </p:txBody>
      </p:sp>
      <p:sp>
        <p:nvSpPr>
          <p:cNvPr id="18" name="TextBox 17">
            <a:extLst>
              <a:ext uri="{FF2B5EF4-FFF2-40B4-BE49-F238E27FC236}">
                <a16:creationId xmlns:a16="http://schemas.microsoft.com/office/drawing/2014/main" id="{B48BD5B7-6058-CCF0-4F66-59B0126A91BA}"/>
              </a:ext>
            </a:extLst>
          </p:cNvPr>
          <p:cNvSpPr txBox="1"/>
          <p:nvPr/>
        </p:nvSpPr>
        <p:spPr>
          <a:xfrm>
            <a:off x="2194560" y="4995696"/>
            <a:ext cx="5911557" cy="1323439"/>
          </a:xfrm>
          <a:prstGeom prst="rect">
            <a:avLst/>
          </a:prstGeom>
          <a:noFill/>
        </p:spPr>
        <p:txBody>
          <a:bodyPr wrap="square">
            <a:spAutoFit/>
          </a:bodyPr>
          <a:lstStyle/>
          <a:p>
            <a:pPr marR="0" lvl="0" algn="l"/>
            <a:r>
              <a:rPr lang="en-US" sz="2000" b="1" i="0" dirty="0">
                <a:solidFill>
                  <a:srgbClr val="1E2761"/>
                </a:solidFill>
                <a:effectLst/>
                <a:latin typeface="SF Pro Display"/>
              </a:rPr>
              <a:t>User: </a:t>
            </a:r>
            <a:r>
              <a:rPr lang="en-US" sz="2000" i="0" dirty="0">
                <a:solidFill>
                  <a:srgbClr val="1E2761"/>
                </a:solidFill>
                <a:effectLst/>
                <a:latin typeface="SF Pro Display"/>
              </a:rPr>
              <a:t>Delete all the csv files in the current directory.</a:t>
            </a:r>
          </a:p>
          <a:p>
            <a:pPr marR="0" lvl="0" algn="l"/>
            <a:r>
              <a:rPr lang="en-US" sz="2000" b="1" i="0" dirty="0">
                <a:solidFill>
                  <a:srgbClr val="1E2761"/>
                </a:solidFill>
                <a:effectLst/>
                <a:latin typeface="SF Pro Display"/>
              </a:rPr>
              <a:t>Claude: </a:t>
            </a:r>
            <a:r>
              <a:rPr lang="en-US" sz="2000" i="0" dirty="0">
                <a:solidFill>
                  <a:srgbClr val="1E2761"/>
                </a:solidFill>
                <a:effectLst/>
                <a:latin typeface="SF Pro Display"/>
              </a:rPr>
              <a:t>Run the </a:t>
            </a:r>
            <a:r>
              <a:rPr lang="en-US" sz="2000" i="0" dirty="0">
                <a:solidFill>
                  <a:srgbClr val="1E2761"/>
                </a:solidFill>
                <a:effectLst/>
                <a:latin typeface="Courier New" panose="02070309020205020404" pitchFamily="49" charset="0"/>
              </a:rPr>
              <a:t>ls()</a:t>
            </a:r>
            <a:r>
              <a:rPr lang="en-US" sz="2000" i="0" dirty="0">
                <a:solidFill>
                  <a:srgbClr val="1E2761"/>
                </a:solidFill>
                <a:effectLst/>
                <a:latin typeface="SF Pro Display"/>
              </a:rPr>
              <a:t> tool</a:t>
            </a:r>
          </a:p>
          <a:p>
            <a:pPr marR="0" lvl="0" algn="l"/>
            <a:r>
              <a:rPr lang="en-US" sz="2000" b="1" i="0" dirty="0" err="1">
                <a:solidFill>
                  <a:srgbClr val="1E2761"/>
                </a:solidFill>
                <a:effectLst/>
                <a:latin typeface="SF Pro Display"/>
              </a:rPr>
              <a:t>ellmer</a:t>
            </a:r>
            <a:r>
              <a:rPr lang="en-US" sz="2000" b="1" i="0" dirty="0">
                <a:solidFill>
                  <a:srgbClr val="1E2761"/>
                </a:solidFill>
                <a:effectLst/>
                <a:latin typeface="SF Pro Display"/>
              </a:rPr>
              <a:t>: </a:t>
            </a:r>
            <a:r>
              <a:rPr lang="en-US" sz="2000" i="0" dirty="0">
                <a:solidFill>
                  <a:srgbClr val="1E2761"/>
                </a:solidFill>
                <a:effectLst/>
                <a:latin typeface="Courier New" panose="02070309020205020404" pitchFamily="49" charset="0"/>
              </a:rPr>
              <a:t>a.csv</a:t>
            </a:r>
            <a:r>
              <a:rPr lang="en-US" sz="2000" i="0" dirty="0">
                <a:solidFill>
                  <a:srgbClr val="1E2761"/>
                </a:solidFill>
                <a:effectLst/>
                <a:latin typeface="SF Pro Display"/>
              </a:rPr>
              <a:t>, </a:t>
            </a:r>
            <a:r>
              <a:rPr lang="en-US" sz="2000" i="0" dirty="0">
                <a:solidFill>
                  <a:srgbClr val="1E2761"/>
                </a:solidFill>
                <a:effectLst/>
                <a:latin typeface="Courier New" panose="02070309020205020404" pitchFamily="49" charset="0"/>
              </a:rPr>
              <a:t>b.csv</a:t>
            </a:r>
            <a:r>
              <a:rPr lang="en-US" sz="2000" i="0" dirty="0">
                <a:solidFill>
                  <a:srgbClr val="1E2761"/>
                </a:solidFill>
                <a:effectLst/>
                <a:latin typeface="SF Pro Display"/>
              </a:rPr>
              <a:t>, </a:t>
            </a:r>
            <a:r>
              <a:rPr lang="en-US" sz="2000" i="0" dirty="0" err="1">
                <a:solidFill>
                  <a:srgbClr val="1E2761"/>
                </a:solidFill>
                <a:effectLst/>
                <a:latin typeface="Courier New" panose="02070309020205020404" pitchFamily="49" charset="0"/>
              </a:rPr>
              <a:t>a.R</a:t>
            </a:r>
            <a:r>
              <a:rPr lang="en-US" sz="2000" i="0" dirty="0">
                <a:solidFill>
                  <a:srgbClr val="1E2761"/>
                </a:solidFill>
                <a:effectLst/>
                <a:latin typeface="SF Pro Display"/>
              </a:rPr>
              <a:t>, </a:t>
            </a:r>
            <a:r>
              <a:rPr lang="en-US" sz="2000" i="0" dirty="0" err="1">
                <a:solidFill>
                  <a:srgbClr val="1E2761"/>
                </a:solidFill>
                <a:effectLst/>
                <a:latin typeface="Courier New" panose="02070309020205020404" pitchFamily="49" charset="0"/>
              </a:rPr>
              <a:t>b.R</a:t>
            </a:r>
            <a:r>
              <a:rPr lang="en-US" sz="2000" i="0" dirty="0">
                <a:solidFill>
                  <a:srgbClr val="1E2761"/>
                </a:solidFill>
                <a:effectLst/>
                <a:latin typeface="SF Pro Display"/>
              </a:rPr>
              <a:t>, </a:t>
            </a:r>
            <a:r>
              <a:rPr lang="en-US" sz="2000" i="0" dirty="0" err="1">
                <a:solidFill>
                  <a:srgbClr val="1E2761"/>
                </a:solidFill>
                <a:effectLst/>
                <a:latin typeface="Courier New" panose="02070309020205020404" pitchFamily="49" charset="0"/>
              </a:rPr>
              <a:t>c.R</a:t>
            </a:r>
            <a:endParaRPr lang="en-US" sz="2000" i="0" dirty="0">
              <a:solidFill>
                <a:srgbClr val="1E2761"/>
              </a:solidFill>
              <a:effectLst/>
              <a:latin typeface="SF Pro Display"/>
            </a:endParaRPr>
          </a:p>
          <a:p>
            <a:pPr marR="0" lvl="0" algn="l"/>
            <a:r>
              <a:rPr lang="en-US" sz="2000" b="1" i="0" dirty="0">
                <a:solidFill>
                  <a:srgbClr val="1E2761"/>
                </a:solidFill>
                <a:effectLst/>
                <a:latin typeface="SF Pro Display"/>
              </a:rPr>
              <a:t>Claude: </a:t>
            </a:r>
            <a:r>
              <a:rPr lang="en-US" sz="2000" i="0" dirty="0">
                <a:solidFill>
                  <a:srgbClr val="1E2761"/>
                </a:solidFill>
                <a:effectLst/>
                <a:latin typeface="SF Pro Display"/>
              </a:rPr>
              <a:t>[Run </a:t>
            </a:r>
            <a:r>
              <a:rPr lang="en-US" sz="2000" i="0" dirty="0">
                <a:solidFill>
                  <a:srgbClr val="1E2761"/>
                </a:solidFill>
                <a:effectLst/>
                <a:latin typeface="Courier New" panose="02070309020205020404" pitchFamily="49" charset="0"/>
              </a:rPr>
              <a:t>rm("a.csv")</a:t>
            </a:r>
            <a:r>
              <a:rPr lang="en-US" sz="2000" i="0" dirty="0">
                <a:solidFill>
                  <a:srgbClr val="1E2761"/>
                </a:solidFill>
                <a:effectLst/>
                <a:latin typeface="SF Pro Display"/>
              </a:rPr>
              <a:t>, Run </a:t>
            </a:r>
            <a:r>
              <a:rPr lang="en-US" sz="2000" i="0" dirty="0">
                <a:solidFill>
                  <a:srgbClr val="1E2761"/>
                </a:solidFill>
                <a:effectLst/>
                <a:latin typeface="Courier New" panose="02070309020205020404" pitchFamily="49" charset="0"/>
              </a:rPr>
              <a:t>rm("b.csv")</a:t>
            </a:r>
            <a:r>
              <a:rPr lang="en-US" sz="2000" i="0" dirty="0">
                <a:solidFill>
                  <a:srgbClr val="1E2761"/>
                </a:solidFill>
                <a:effectLst/>
                <a:latin typeface="SF Pro Display"/>
              </a:rPr>
              <a:t>]</a:t>
            </a:r>
          </a:p>
        </p:txBody>
      </p:sp>
    </p:spTree>
    <p:extLst>
      <p:ext uri="{BB962C8B-B14F-4D97-AF65-F5344CB8AC3E}">
        <p14:creationId xmlns:p14="http://schemas.microsoft.com/office/powerpoint/2010/main" val="538529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A0516-C036-DB4B-A2A5-554C02F27E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C30A45-5CAF-1563-2A8C-FE1A178B8A86}"/>
              </a:ext>
            </a:extLst>
          </p:cNvPr>
          <p:cNvSpPr txBox="1"/>
          <p:nvPr/>
        </p:nvSpPr>
        <p:spPr>
          <a:xfrm>
            <a:off x="548640" y="457200"/>
            <a:ext cx="11155680" cy="365760"/>
          </a:xfrm>
          <a:prstGeom prst="rect">
            <a:avLst/>
          </a:prstGeom>
          <a:noFill/>
        </p:spPr>
        <p:txBody>
          <a:bodyPr wrap="square" lIns="45720" rIns="45720" anchor="t">
            <a:spAutoFit/>
          </a:bodyPr>
          <a:lstStyle/>
          <a:p>
            <a:pPr algn="l"/>
            <a:r>
              <a:rPr sz="1300" b="1" i="0">
                <a:solidFill>
                  <a:srgbClr val="E67E22"/>
                </a:solidFill>
                <a:latin typeface="Calibri"/>
              </a:rPr>
              <a:t>DEFINITION</a:t>
            </a:r>
          </a:p>
        </p:txBody>
      </p:sp>
      <p:sp>
        <p:nvSpPr>
          <p:cNvPr id="3" name="TextBox 2">
            <a:extLst>
              <a:ext uri="{FF2B5EF4-FFF2-40B4-BE49-F238E27FC236}">
                <a16:creationId xmlns:a16="http://schemas.microsoft.com/office/drawing/2014/main" id="{AA6BD61A-3BBA-C340-8925-BEBED608646A}"/>
              </a:ext>
            </a:extLst>
          </p:cNvPr>
          <p:cNvSpPr txBox="1"/>
          <p:nvPr/>
        </p:nvSpPr>
        <p:spPr>
          <a:xfrm>
            <a:off x="548640" y="914400"/>
            <a:ext cx="11155680" cy="830997"/>
          </a:xfrm>
          <a:prstGeom prst="rect">
            <a:avLst/>
          </a:prstGeom>
          <a:noFill/>
        </p:spPr>
        <p:txBody>
          <a:bodyPr wrap="square" lIns="45720" rIns="45720" anchor="t">
            <a:spAutoFit/>
          </a:bodyPr>
          <a:lstStyle/>
          <a:p>
            <a:pPr algn="l"/>
            <a:r>
              <a:rPr lang="en-US" sz="4800" b="1" i="0" dirty="0" err="1">
                <a:solidFill>
                  <a:srgbClr val="1E2761"/>
                </a:solidFill>
                <a:latin typeface="Cambria"/>
              </a:rPr>
              <a:t>ReAct</a:t>
            </a:r>
            <a:r>
              <a:rPr lang="en-US" sz="4800" b="1" i="0" dirty="0">
                <a:solidFill>
                  <a:srgbClr val="1E2761"/>
                </a:solidFill>
                <a:latin typeface="Cambria"/>
              </a:rPr>
              <a:t> Agent</a:t>
            </a:r>
            <a:endParaRPr sz="4800" b="1" i="0" dirty="0">
              <a:solidFill>
                <a:srgbClr val="1E2761"/>
              </a:solidFill>
              <a:latin typeface="Cambria"/>
            </a:endParaRPr>
          </a:p>
        </p:txBody>
      </p:sp>
      <p:sp>
        <p:nvSpPr>
          <p:cNvPr id="4" name="Rectangle 3">
            <a:extLst>
              <a:ext uri="{FF2B5EF4-FFF2-40B4-BE49-F238E27FC236}">
                <a16:creationId xmlns:a16="http://schemas.microsoft.com/office/drawing/2014/main" id="{A96C3993-2A8F-16A5-E236-9869ACC28037}"/>
              </a:ext>
            </a:extLst>
          </p:cNvPr>
          <p:cNvSpPr/>
          <p:nvPr/>
        </p:nvSpPr>
        <p:spPr>
          <a:xfrm>
            <a:off x="548640" y="2103120"/>
            <a:ext cx="128016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C30BC1C-E45B-8B04-EC5F-EA5B1BC93CE4}"/>
              </a:ext>
            </a:extLst>
          </p:cNvPr>
          <p:cNvSpPr txBox="1"/>
          <p:nvPr/>
        </p:nvSpPr>
        <p:spPr>
          <a:xfrm>
            <a:off x="5723916" y="421957"/>
            <a:ext cx="6187347" cy="1815882"/>
          </a:xfrm>
          <a:prstGeom prst="rect">
            <a:avLst/>
          </a:prstGeom>
          <a:noFill/>
        </p:spPr>
        <p:txBody>
          <a:bodyPr wrap="square" lIns="45720" rIns="45720" anchor="t">
            <a:spAutoFit/>
          </a:bodyPr>
          <a:lstStyle/>
          <a:p>
            <a:pPr algn="l"/>
            <a:r>
              <a:rPr lang="en-US" sz="2800" b="0" i="0" dirty="0">
                <a:solidFill>
                  <a:srgbClr val="1E2761"/>
                </a:solidFill>
                <a:latin typeface="Calibri"/>
              </a:rPr>
              <a:t>An agent using reasoning (“re”) and acting (“act”) framework to combine chain of thought reasoning with external tool use to complete complex tasks.</a:t>
            </a:r>
          </a:p>
        </p:txBody>
      </p:sp>
      <p:sp>
        <p:nvSpPr>
          <p:cNvPr id="10" name="TextBox 9">
            <a:extLst>
              <a:ext uri="{FF2B5EF4-FFF2-40B4-BE49-F238E27FC236}">
                <a16:creationId xmlns:a16="http://schemas.microsoft.com/office/drawing/2014/main" id="{CEEA8280-5158-CB7B-41F9-E21EA5733BF4}"/>
              </a:ext>
            </a:extLst>
          </p:cNvPr>
          <p:cNvSpPr txBox="1"/>
          <p:nvPr/>
        </p:nvSpPr>
        <p:spPr>
          <a:xfrm>
            <a:off x="6093994" y="6504887"/>
            <a:ext cx="6093994" cy="369332"/>
          </a:xfrm>
          <a:prstGeom prst="rect">
            <a:avLst/>
          </a:prstGeom>
          <a:noFill/>
        </p:spPr>
        <p:txBody>
          <a:bodyPr wrap="square">
            <a:spAutoFit/>
          </a:bodyPr>
          <a:lstStyle/>
          <a:p>
            <a:pPr algn="r"/>
            <a:r>
              <a:rPr lang="en-US" dirty="0">
                <a:hlinkClick r:id="rId3"/>
              </a:rPr>
              <a:t>REACT: Synergizing Reasoning and Acting in Language Models</a:t>
            </a:r>
            <a:endParaRPr lang="en-US" dirty="0"/>
          </a:p>
        </p:txBody>
      </p:sp>
      <p:pic>
        <p:nvPicPr>
          <p:cNvPr id="13" name="Picture 12">
            <a:extLst>
              <a:ext uri="{FF2B5EF4-FFF2-40B4-BE49-F238E27FC236}">
                <a16:creationId xmlns:a16="http://schemas.microsoft.com/office/drawing/2014/main" id="{2CE25116-B7D9-1313-9B44-B942E8F00A26}"/>
              </a:ext>
            </a:extLst>
          </p:cNvPr>
          <p:cNvPicPr>
            <a:picLocks noChangeAspect="1"/>
          </p:cNvPicPr>
          <p:nvPr/>
        </p:nvPicPr>
        <p:blipFill>
          <a:blip r:embed="rId4"/>
          <a:stretch>
            <a:fillRect/>
          </a:stretch>
        </p:blipFill>
        <p:spPr>
          <a:xfrm>
            <a:off x="548640" y="2369334"/>
            <a:ext cx="10350552" cy="4015641"/>
          </a:xfrm>
          <a:prstGeom prst="rect">
            <a:avLst/>
          </a:prstGeom>
        </p:spPr>
      </p:pic>
      <p:sp>
        <p:nvSpPr>
          <p:cNvPr id="16" name="Arrow: Right 15">
            <a:extLst>
              <a:ext uri="{FF2B5EF4-FFF2-40B4-BE49-F238E27FC236}">
                <a16:creationId xmlns:a16="http://schemas.microsoft.com/office/drawing/2014/main" id="{D4D23BCB-B0A7-77E6-DD03-EB59ED8F4632}"/>
              </a:ext>
            </a:extLst>
          </p:cNvPr>
          <p:cNvSpPr/>
          <p:nvPr/>
        </p:nvSpPr>
        <p:spPr>
          <a:xfrm>
            <a:off x="4228887" y="1134463"/>
            <a:ext cx="1273754" cy="447260"/>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0364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E4F37-0A75-2596-615B-1321DF8407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D06289-0224-4AF8-D996-7A2404BC3747}"/>
              </a:ext>
            </a:extLst>
          </p:cNvPr>
          <p:cNvSpPr txBox="1"/>
          <p:nvPr/>
        </p:nvSpPr>
        <p:spPr>
          <a:xfrm>
            <a:off x="548640" y="457200"/>
            <a:ext cx="11155680" cy="365760"/>
          </a:xfrm>
          <a:prstGeom prst="rect">
            <a:avLst/>
          </a:prstGeom>
          <a:noFill/>
        </p:spPr>
        <p:txBody>
          <a:bodyPr wrap="square" lIns="45720" rIns="45720" anchor="t">
            <a:spAutoFit/>
          </a:bodyPr>
          <a:lstStyle/>
          <a:p>
            <a:pPr algn="l"/>
            <a:r>
              <a:rPr sz="1300" b="1" i="0">
                <a:solidFill>
                  <a:srgbClr val="E67E22"/>
                </a:solidFill>
                <a:latin typeface="Calibri"/>
              </a:rPr>
              <a:t>DEFINITION</a:t>
            </a:r>
          </a:p>
        </p:txBody>
      </p:sp>
      <p:sp>
        <p:nvSpPr>
          <p:cNvPr id="3" name="TextBox 2">
            <a:extLst>
              <a:ext uri="{FF2B5EF4-FFF2-40B4-BE49-F238E27FC236}">
                <a16:creationId xmlns:a16="http://schemas.microsoft.com/office/drawing/2014/main" id="{B1338749-2772-399B-5069-1A4EDD3E7F32}"/>
              </a:ext>
            </a:extLst>
          </p:cNvPr>
          <p:cNvSpPr txBox="1"/>
          <p:nvPr/>
        </p:nvSpPr>
        <p:spPr>
          <a:xfrm>
            <a:off x="548640" y="914400"/>
            <a:ext cx="11155680" cy="830997"/>
          </a:xfrm>
          <a:prstGeom prst="rect">
            <a:avLst/>
          </a:prstGeom>
          <a:noFill/>
        </p:spPr>
        <p:txBody>
          <a:bodyPr wrap="square" lIns="45720" rIns="45720" anchor="t">
            <a:spAutoFit/>
          </a:bodyPr>
          <a:lstStyle/>
          <a:p>
            <a:pPr algn="l"/>
            <a:r>
              <a:rPr lang="en-US" sz="4800" b="1" i="0" dirty="0">
                <a:solidFill>
                  <a:srgbClr val="1E2761"/>
                </a:solidFill>
                <a:latin typeface="Cambria"/>
              </a:rPr>
              <a:t>Co-scientist</a:t>
            </a:r>
            <a:endParaRPr sz="4800" b="1" i="0" dirty="0">
              <a:solidFill>
                <a:srgbClr val="1E2761"/>
              </a:solidFill>
              <a:latin typeface="Cambria"/>
            </a:endParaRPr>
          </a:p>
        </p:txBody>
      </p:sp>
      <p:sp>
        <p:nvSpPr>
          <p:cNvPr id="4" name="Rectangle 3">
            <a:extLst>
              <a:ext uri="{FF2B5EF4-FFF2-40B4-BE49-F238E27FC236}">
                <a16:creationId xmlns:a16="http://schemas.microsoft.com/office/drawing/2014/main" id="{9B632C23-C460-3719-8731-F1EAB7663630}"/>
              </a:ext>
            </a:extLst>
          </p:cNvPr>
          <p:cNvSpPr/>
          <p:nvPr/>
        </p:nvSpPr>
        <p:spPr>
          <a:xfrm>
            <a:off x="548640" y="2103120"/>
            <a:ext cx="128016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5FAA163-4E7B-1111-4BF3-EE63AC6EC0E1}"/>
              </a:ext>
            </a:extLst>
          </p:cNvPr>
          <p:cNvSpPr txBox="1"/>
          <p:nvPr/>
        </p:nvSpPr>
        <p:spPr>
          <a:xfrm>
            <a:off x="5589872" y="511475"/>
            <a:ext cx="6261233" cy="1815882"/>
          </a:xfrm>
          <a:prstGeom prst="rect">
            <a:avLst/>
          </a:prstGeom>
          <a:noFill/>
        </p:spPr>
        <p:txBody>
          <a:bodyPr wrap="square" lIns="45720" rIns="45720" anchor="t">
            <a:spAutoFit/>
          </a:bodyPr>
          <a:lstStyle/>
          <a:p>
            <a:pPr algn="l"/>
            <a:r>
              <a:rPr lang="en-US" sz="2800" b="0" i="0" dirty="0">
                <a:solidFill>
                  <a:srgbClr val="1E2761"/>
                </a:solidFill>
                <a:latin typeface="Calibri"/>
              </a:rPr>
              <a:t>Multi-agent system built on Gemini 2.0 as an AI collaborator designed to help scientists generate new hypotheses and accelerate discovery</a:t>
            </a:r>
          </a:p>
        </p:txBody>
      </p:sp>
      <p:sp>
        <p:nvSpPr>
          <p:cNvPr id="37" name="Arrow: Right 36">
            <a:extLst>
              <a:ext uri="{FF2B5EF4-FFF2-40B4-BE49-F238E27FC236}">
                <a16:creationId xmlns:a16="http://schemas.microsoft.com/office/drawing/2014/main" id="{EE965F58-9C52-B1EC-3C9D-0EC133D97AF8}"/>
              </a:ext>
            </a:extLst>
          </p:cNvPr>
          <p:cNvSpPr/>
          <p:nvPr/>
        </p:nvSpPr>
        <p:spPr>
          <a:xfrm>
            <a:off x="7145587" y="3180523"/>
            <a:ext cx="1273754" cy="447260"/>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37531F0-E839-FBF8-EED1-97DD6D1BF86B}"/>
              </a:ext>
            </a:extLst>
          </p:cNvPr>
          <p:cNvSpPr txBox="1"/>
          <p:nvPr/>
        </p:nvSpPr>
        <p:spPr>
          <a:xfrm>
            <a:off x="6093994" y="6474959"/>
            <a:ext cx="6093994" cy="369332"/>
          </a:xfrm>
          <a:prstGeom prst="rect">
            <a:avLst/>
          </a:prstGeom>
          <a:noFill/>
        </p:spPr>
        <p:txBody>
          <a:bodyPr wrap="square">
            <a:spAutoFit/>
          </a:bodyPr>
          <a:lstStyle/>
          <a:p>
            <a:pPr algn="r"/>
            <a:r>
              <a:rPr lang="en-US" dirty="0">
                <a:hlinkClick r:id="rId3"/>
              </a:rPr>
              <a:t>Accelerating scientific breakthroughs with an AI co-scientist</a:t>
            </a:r>
            <a:endParaRPr lang="en-US" dirty="0"/>
          </a:p>
        </p:txBody>
      </p:sp>
      <p:pic>
        <p:nvPicPr>
          <p:cNvPr id="10" name="Picture 9" descr="AICoScientist-2-Overview">
            <a:extLst>
              <a:ext uri="{FF2B5EF4-FFF2-40B4-BE49-F238E27FC236}">
                <a16:creationId xmlns:a16="http://schemas.microsoft.com/office/drawing/2014/main" id="{9CD2D30A-D705-554A-05AF-DD4B4D655A89}"/>
              </a:ext>
            </a:extLst>
          </p:cNvPr>
          <p:cNvPicPr>
            <a:picLocks noChangeAspect="1"/>
          </p:cNvPicPr>
          <p:nvPr/>
        </p:nvPicPr>
        <p:blipFill>
          <a:blip r:embed="rId4"/>
          <a:stretch>
            <a:fillRect/>
          </a:stretch>
        </p:blipFill>
        <p:spPr>
          <a:xfrm>
            <a:off x="714415" y="2418797"/>
            <a:ext cx="10420470" cy="4084824"/>
          </a:xfrm>
          <a:prstGeom prst="rect">
            <a:avLst/>
          </a:prstGeom>
        </p:spPr>
      </p:pic>
      <p:sp>
        <p:nvSpPr>
          <p:cNvPr id="13" name="Arrow: Right 12">
            <a:extLst>
              <a:ext uri="{FF2B5EF4-FFF2-40B4-BE49-F238E27FC236}">
                <a16:creationId xmlns:a16="http://schemas.microsoft.com/office/drawing/2014/main" id="{E3215B86-05A5-BDBC-7AC4-3907E7313E2B}"/>
              </a:ext>
            </a:extLst>
          </p:cNvPr>
          <p:cNvSpPr/>
          <p:nvPr/>
        </p:nvSpPr>
        <p:spPr>
          <a:xfrm>
            <a:off x="4081112" y="1145645"/>
            <a:ext cx="1273754" cy="447260"/>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2994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0AE2E-DE55-EEDE-4DBC-EF15DB3E28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417B11-C857-ED7F-F03A-41EAF26B3667}"/>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Taxonomy of Problems</a:t>
            </a:r>
            <a:endParaRPr sz="3200" b="1" i="0" dirty="0">
              <a:solidFill>
                <a:srgbClr val="1E2761"/>
              </a:solidFill>
              <a:latin typeface="Cambria"/>
            </a:endParaRPr>
          </a:p>
        </p:txBody>
      </p:sp>
      <p:sp>
        <p:nvSpPr>
          <p:cNvPr id="4" name="Rectangle 3">
            <a:extLst>
              <a:ext uri="{FF2B5EF4-FFF2-40B4-BE49-F238E27FC236}">
                <a16:creationId xmlns:a16="http://schemas.microsoft.com/office/drawing/2014/main" id="{0D9234CF-728C-1908-3537-AB4773BD61F3}"/>
              </a:ext>
            </a:extLst>
          </p:cNvPr>
          <p:cNvSpPr/>
          <p:nvPr/>
        </p:nvSpPr>
        <p:spPr>
          <a:xfrm>
            <a:off x="548640" y="2517788"/>
            <a:ext cx="73152" cy="8229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TextBox 4">
            <a:extLst>
              <a:ext uri="{FF2B5EF4-FFF2-40B4-BE49-F238E27FC236}">
                <a16:creationId xmlns:a16="http://schemas.microsoft.com/office/drawing/2014/main" id="{DD66BF71-8EBA-18C8-3A63-6D0E38198BDA}"/>
              </a:ext>
            </a:extLst>
          </p:cNvPr>
          <p:cNvSpPr txBox="1"/>
          <p:nvPr/>
        </p:nvSpPr>
        <p:spPr>
          <a:xfrm>
            <a:off x="777240" y="2517788"/>
            <a:ext cx="5212080" cy="461665"/>
          </a:xfrm>
          <a:prstGeom prst="rect">
            <a:avLst/>
          </a:prstGeom>
          <a:noFill/>
        </p:spPr>
        <p:txBody>
          <a:bodyPr wrap="square" lIns="45720" rIns="45720" anchor="t">
            <a:spAutoFit/>
          </a:bodyPr>
          <a:lstStyle/>
          <a:p>
            <a:pPr algn="l"/>
            <a:r>
              <a:rPr lang="en-US" sz="2400" b="1" i="0" dirty="0">
                <a:solidFill>
                  <a:srgbClr val="1E2761"/>
                </a:solidFill>
                <a:latin typeface="Cambria"/>
              </a:rPr>
              <a:t>A/B Hypothesis Testing</a:t>
            </a:r>
            <a:endParaRPr sz="2400" b="1" i="0" dirty="0">
              <a:solidFill>
                <a:srgbClr val="1E2761"/>
              </a:solidFill>
              <a:latin typeface="Cambria"/>
            </a:endParaRPr>
          </a:p>
        </p:txBody>
      </p:sp>
      <p:sp>
        <p:nvSpPr>
          <p:cNvPr id="6" name="TextBox 5">
            <a:extLst>
              <a:ext uri="{FF2B5EF4-FFF2-40B4-BE49-F238E27FC236}">
                <a16:creationId xmlns:a16="http://schemas.microsoft.com/office/drawing/2014/main" id="{43604F57-FE47-05E7-BA65-130E4D2906E6}"/>
              </a:ext>
            </a:extLst>
          </p:cNvPr>
          <p:cNvSpPr txBox="1"/>
          <p:nvPr/>
        </p:nvSpPr>
        <p:spPr>
          <a:xfrm>
            <a:off x="777240" y="2974988"/>
            <a:ext cx="5212080" cy="923330"/>
          </a:xfrm>
          <a:prstGeom prst="rect">
            <a:avLst/>
          </a:prstGeom>
          <a:noFill/>
        </p:spPr>
        <p:txBody>
          <a:bodyPr wrap="square" lIns="45720" rIns="45720" anchor="t">
            <a:spAutoFit/>
          </a:bodyPr>
          <a:lstStyle/>
          <a:p>
            <a:pPr algn="l"/>
            <a:r>
              <a:rPr lang="en-US" dirty="0">
                <a:solidFill>
                  <a:srgbClr val="2C3E50"/>
                </a:solidFill>
                <a:latin typeface="Calibri"/>
              </a:rPr>
              <a:t>do two catalyst have the statistically different turn over number? does one polymer have disproportionately higher shear strength?</a:t>
            </a:r>
            <a:endParaRPr b="0" i="0" dirty="0">
              <a:solidFill>
                <a:srgbClr val="2C3E50"/>
              </a:solidFill>
              <a:latin typeface="Calibri"/>
            </a:endParaRPr>
          </a:p>
        </p:txBody>
      </p:sp>
      <p:sp>
        <p:nvSpPr>
          <p:cNvPr id="7" name="Rectangle 6">
            <a:extLst>
              <a:ext uri="{FF2B5EF4-FFF2-40B4-BE49-F238E27FC236}">
                <a16:creationId xmlns:a16="http://schemas.microsoft.com/office/drawing/2014/main" id="{D41B7B2B-B5D7-13C9-DCF9-DF66EEDCB2D2}"/>
              </a:ext>
            </a:extLst>
          </p:cNvPr>
          <p:cNvSpPr/>
          <p:nvPr/>
        </p:nvSpPr>
        <p:spPr>
          <a:xfrm>
            <a:off x="548640" y="4105230"/>
            <a:ext cx="73152" cy="8229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a:extLst>
              <a:ext uri="{FF2B5EF4-FFF2-40B4-BE49-F238E27FC236}">
                <a16:creationId xmlns:a16="http://schemas.microsoft.com/office/drawing/2014/main" id="{05D4DCCA-9B66-E0A5-ADF5-5A40F0428DF0}"/>
              </a:ext>
            </a:extLst>
          </p:cNvPr>
          <p:cNvSpPr txBox="1"/>
          <p:nvPr/>
        </p:nvSpPr>
        <p:spPr>
          <a:xfrm>
            <a:off x="777240" y="4105230"/>
            <a:ext cx="5212080" cy="461665"/>
          </a:xfrm>
          <a:prstGeom prst="rect">
            <a:avLst/>
          </a:prstGeom>
          <a:noFill/>
        </p:spPr>
        <p:txBody>
          <a:bodyPr wrap="square" lIns="45720" rIns="45720" anchor="t">
            <a:spAutoFit/>
          </a:bodyPr>
          <a:lstStyle/>
          <a:p>
            <a:pPr algn="l"/>
            <a:r>
              <a:rPr lang="en-US" sz="2400" b="1" i="0" dirty="0">
                <a:solidFill>
                  <a:srgbClr val="1E2761"/>
                </a:solidFill>
                <a:latin typeface="Cambria"/>
              </a:rPr>
              <a:t>Regression</a:t>
            </a:r>
            <a:endParaRPr sz="2400" b="1" i="0" dirty="0">
              <a:solidFill>
                <a:srgbClr val="1E2761"/>
              </a:solidFill>
              <a:latin typeface="Cambria"/>
            </a:endParaRPr>
          </a:p>
        </p:txBody>
      </p:sp>
      <p:sp>
        <p:nvSpPr>
          <p:cNvPr id="9" name="TextBox 8">
            <a:extLst>
              <a:ext uri="{FF2B5EF4-FFF2-40B4-BE49-F238E27FC236}">
                <a16:creationId xmlns:a16="http://schemas.microsoft.com/office/drawing/2014/main" id="{83DB9C3A-DEFD-09B5-CCB8-523163FB4115}"/>
              </a:ext>
            </a:extLst>
          </p:cNvPr>
          <p:cNvSpPr txBox="1"/>
          <p:nvPr/>
        </p:nvSpPr>
        <p:spPr>
          <a:xfrm>
            <a:off x="777240" y="4562430"/>
            <a:ext cx="5212080" cy="923330"/>
          </a:xfrm>
          <a:prstGeom prst="rect">
            <a:avLst/>
          </a:prstGeom>
          <a:noFill/>
        </p:spPr>
        <p:txBody>
          <a:bodyPr wrap="square" lIns="45720" rIns="45720" anchor="t">
            <a:spAutoFit/>
          </a:bodyPr>
          <a:lstStyle/>
          <a:p>
            <a:pPr algn="l"/>
            <a:r>
              <a:rPr lang="en-US" dirty="0">
                <a:solidFill>
                  <a:srgbClr val="2C3E50"/>
                </a:solidFill>
                <a:latin typeface="Calibri"/>
              </a:rPr>
              <a:t>find the best polynomial fit between heterocycle </a:t>
            </a:r>
            <a:r>
              <a:rPr lang="en-US" dirty="0" err="1">
                <a:solidFill>
                  <a:srgbClr val="2C3E50"/>
                </a:solidFill>
                <a:latin typeface="Calibri"/>
              </a:rPr>
              <a:t>pKa</a:t>
            </a:r>
            <a:r>
              <a:rPr lang="en-US" dirty="0">
                <a:solidFill>
                  <a:srgbClr val="2C3E50"/>
                </a:solidFill>
                <a:latin typeface="Calibri"/>
              </a:rPr>
              <a:t> and reaction rate using a linear least squares regression</a:t>
            </a:r>
            <a:endParaRPr b="0" i="0" dirty="0">
              <a:solidFill>
                <a:srgbClr val="2C3E50"/>
              </a:solidFill>
              <a:latin typeface="Calibri"/>
            </a:endParaRPr>
          </a:p>
        </p:txBody>
      </p:sp>
      <p:sp>
        <p:nvSpPr>
          <p:cNvPr id="10" name="Rectangle 9">
            <a:extLst>
              <a:ext uri="{FF2B5EF4-FFF2-40B4-BE49-F238E27FC236}">
                <a16:creationId xmlns:a16="http://schemas.microsoft.com/office/drawing/2014/main" id="{7EACF0E8-9C18-4D66-B533-B33CD7190C45}"/>
              </a:ext>
            </a:extLst>
          </p:cNvPr>
          <p:cNvSpPr/>
          <p:nvPr/>
        </p:nvSpPr>
        <p:spPr>
          <a:xfrm>
            <a:off x="6400800" y="2517788"/>
            <a:ext cx="73152" cy="8229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a:extLst>
              <a:ext uri="{FF2B5EF4-FFF2-40B4-BE49-F238E27FC236}">
                <a16:creationId xmlns:a16="http://schemas.microsoft.com/office/drawing/2014/main" id="{7654340C-8EB2-F8AD-2767-7715D6B3203A}"/>
              </a:ext>
            </a:extLst>
          </p:cNvPr>
          <p:cNvSpPr txBox="1"/>
          <p:nvPr/>
        </p:nvSpPr>
        <p:spPr>
          <a:xfrm>
            <a:off x="6629400" y="2517788"/>
            <a:ext cx="5212080" cy="461665"/>
          </a:xfrm>
          <a:prstGeom prst="rect">
            <a:avLst/>
          </a:prstGeom>
          <a:noFill/>
        </p:spPr>
        <p:txBody>
          <a:bodyPr wrap="square" lIns="45720" rIns="45720" anchor="t">
            <a:spAutoFit/>
          </a:bodyPr>
          <a:lstStyle/>
          <a:p>
            <a:pPr algn="l"/>
            <a:r>
              <a:rPr lang="en-US" sz="2400" b="1" i="0" dirty="0">
                <a:solidFill>
                  <a:srgbClr val="1E2761"/>
                </a:solidFill>
                <a:latin typeface="Cambria"/>
              </a:rPr>
              <a:t>Classification</a:t>
            </a:r>
            <a:endParaRPr sz="2400" b="1" i="0" dirty="0">
              <a:solidFill>
                <a:srgbClr val="1E2761"/>
              </a:solidFill>
              <a:latin typeface="Cambria"/>
            </a:endParaRPr>
          </a:p>
        </p:txBody>
      </p:sp>
      <p:sp>
        <p:nvSpPr>
          <p:cNvPr id="12" name="TextBox 11">
            <a:extLst>
              <a:ext uri="{FF2B5EF4-FFF2-40B4-BE49-F238E27FC236}">
                <a16:creationId xmlns:a16="http://schemas.microsoft.com/office/drawing/2014/main" id="{D55B26CF-3CC1-CBEB-7DA5-E3FD91B3D394}"/>
              </a:ext>
            </a:extLst>
          </p:cNvPr>
          <p:cNvSpPr txBox="1"/>
          <p:nvPr/>
        </p:nvSpPr>
        <p:spPr>
          <a:xfrm>
            <a:off x="6629400" y="2974988"/>
            <a:ext cx="4855464" cy="646331"/>
          </a:xfrm>
          <a:prstGeom prst="rect">
            <a:avLst/>
          </a:prstGeom>
          <a:noFill/>
        </p:spPr>
        <p:txBody>
          <a:bodyPr wrap="square" lIns="45720" rIns="45720" anchor="t">
            <a:spAutoFit/>
          </a:bodyPr>
          <a:lstStyle/>
          <a:p>
            <a:pPr algn="l"/>
            <a:r>
              <a:rPr lang="en-US" b="0" i="0" dirty="0">
                <a:solidFill>
                  <a:srgbClr val="2C3E50"/>
                </a:solidFill>
                <a:latin typeface="Calibri"/>
              </a:rPr>
              <a:t>classify reagents into good/medium/bad partners for Negishi couplings </a:t>
            </a:r>
            <a:endParaRPr b="0" i="0" dirty="0">
              <a:solidFill>
                <a:srgbClr val="2C3E50"/>
              </a:solidFill>
              <a:latin typeface="Calibri"/>
            </a:endParaRPr>
          </a:p>
        </p:txBody>
      </p:sp>
      <p:sp>
        <p:nvSpPr>
          <p:cNvPr id="13" name="Rectangle 12">
            <a:extLst>
              <a:ext uri="{FF2B5EF4-FFF2-40B4-BE49-F238E27FC236}">
                <a16:creationId xmlns:a16="http://schemas.microsoft.com/office/drawing/2014/main" id="{13285F19-25A5-7B18-C5AB-962750685612}"/>
              </a:ext>
            </a:extLst>
          </p:cNvPr>
          <p:cNvSpPr/>
          <p:nvPr/>
        </p:nvSpPr>
        <p:spPr>
          <a:xfrm>
            <a:off x="6400800" y="4105230"/>
            <a:ext cx="73152" cy="8229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a:extLst>
              <a:ext uri="{FF2B5EF4-FFF2-40B4-BE49-F238E27FC236}">
                <a16:creationId xmlns:a16="http://schemas.microsoft.com/office/drawing/2014/main" id="{66F8EAD0-70C5-DA63-A641-BB800310886D}"/>
              </a:ext>
            </a:extLst>
          </p:cNvPr>
          <p:cNvSpPr txBox="1"/>
          <p:nvPr/>
        </p:nvSpPr>
        <p:spPr>
          <a:xfrm>
            <a:off x="6629400" y="4105230"/>
            <a:ext cx="5212080" cy="461665"/>
          </a:xfrm>
          <a:prstGeom prst="rect">
            <a:avLst/>
          </a:prstGeom>
          <a:noFill/>
        </p:spPr>
        <p:txBody>
          <a:bodyPr wrap="square" lIns="45720" rIns="45720" anchor="t">
            <a:spAutoFit/>
          </a:bodyPr>
          <a:lstStyle/>
          <a:p>
            <a:pPr algn="l"/>
            <a:r>
              <a:rPr lang="en-US" sz="2400" b="1" i="0" dirty="0">
                <a:solidFill>
                  <a:srgbClr val="1E2761"/>
                </a:solidFill>
                <a:latin typeface="Cambria"/>
              </a:rPr>
              <a:t>Semantic Analysis</a:t>
            </a:r>
            <a:endParaRPr sz="2400" b="1" i="0" dirty="0">
              <a:solidFill>
                <a:srgbClr val="1E2761"/>
              </a:solidFill>
              <a:latin typeface="Cambria"/>
            </a:endParaRPr>
          </a:p>
        </p:txBody>
      </p:sp>
      <p:sp>
        <p:nvSpPr>
          <p:cNvPr id="15" name="TextBox 14">
            <a:extLst>
              <a:ext uri="{FF2B5EF4-FFF2-40B4-BE49-F238E27FC236}">
                <a16:creationId xmlns:a16="http://schemas.microsoft.com/office/drawing/2014/main" id="{057FFCE4-D7CA-3A36-A977-66D2EC206229}"/>
              </a:ext>
            </a:extLst>
          </p:cNvPr>
          <p:cNvSpPr txBox="1"/>
          <p:nvPr/>
        </p:nvSpPr>
        <p:spPr>
          <a:xfrm>
            <a:off x="6629400" y="4562430"/>
            <a:ext cx="5212080" cy="923330"/>
          </a:xfrm>
          <a:prstGeom prst="rect">
            <a:avLst/>
          </a:prstGeom>
          <a:noFill/>
        </p:spPr>
        <p:txBody>
          <a:bodyPr wrap="square" lIns="45720" rIns="45720" anchor="t">
            <a:spAutoFit/>
          </a:bodyPr>
          <a:lstStyle/>
          <a:p>
            <a:pPr algn="l"/>
            <a:r>
              <a:rPr lang="en-US" dirty="0">
                <a:solidFill>
                  <a:srgbClr val="2C3E50"/>
                </a:solidFill>
                <a:latin typeface="Calibri"/>
              </a:rPr>
              <a:t>f</a:t>
            </a:r>
            <a:r>
              <a:rPr lang="en-US" b="0" i="0" dirty="0">
                <a:solidFill>
                  <a:srgbClr val="2C3E50"/>
                </a:solidFill>
                <a:latin typeface="Calibri"/>
              </a:rPr>
              <a:t>ind all mentions of PFAS and their synonyms in </a:t>
            </a:r>
            <a:r>
              <a:rPr lang="en-US" dirty="0">
                <a:solidFill>
                  <a:srgbClr val="2C3E50"/>
                </a:solidFill>
                <a:latin typeface="Calibri"/>
              </a:rPr>
              <a:t>the patent and open literature and analyze their occurrence per market segment</a:t>
            </a:r>
            <a:endParaRPr b="0" i="0" dirty="0">
              <a:solidFill>
                <a:srgbClr val="2C3E50"/>
              </a:solidFill>
              <a:latin typeface="Calibri"/>
            </a:endParaRPr>
          </a:p>
        </p:txBody>
      </p:sp>
      <p:sp>
        <p:nvSpPr>
          <p:cNvPr id="17" name="TextBox 16">
            <a:extLst>
              <a:ext uri="{FF2B5EF4-FFF2-40B4-BE49-F238E27FC236}">
                <a16:creationId xmlns:a16="http://schemas.microsoft.com/office/drawing/2014/main" id="{E509D97E-D2B3-98CD-C899-DB1C248C7C9C}"/>
              </a:ext>
            </a:extLst>
          </p:cNvPr>
          <p:cNvSpPr txBox="1"/>
          <p:nvPr/>
        </p:nvSpPr>
        <p:spPr>
          <a:xfrm>
            <a:off x="621792" y="1077057"/>
            <a:ext cx="9914984" cy="830997"/>
          </a:xfrm>
          <a:prstGeom prst="rect">
            <a:avLst/>
          </a:prstGeom>
          <a:noFill/>
        </p:spPr>
        <p:txBody>
          <a:bodyPr wrap="square" lIns="45720" rIns="45720" anchor="t">
            <a:spAutoFit/>
          </a:bodyPr>
          <a:lstStyle/>
          <a:p>
            <a:pPr algn="l"/>
            <a:r>
              <a:rPr lang="en-US" sz="2400" b="1" i="0" dirty="0">
                <a:solidFill>
                  <a:srgbClr val="1E2761"/>
                </a:solidFill>
                <a:latin typeface="Cambria"/>
              </a:rPr>
              <a:t>Scientific problems exist on a spectrum ranging from inappropriate to perfectly poised for LLM-based agents</a:t>
            </a:r>
            <a:endParaRPr sz="2400" b="1" i="0" dirty="0">
              <a:solidFill>
                <a:srgbClr val="1E2761"/>
              </a:solidFill>
              <a:latin typeface="Cambria"/>
            </a:endParaRPr>
          </a:p>
        </p:txBody>
      </p:sp>
    </p:spTree>
    <p:extLst>
      <p:ext uri="{BB962C8B-B14F-4D97-AF65-F5344CB8AC3E}">
        <p14:creationId xmlns:p14="http://schemas.microsoft.com/office/powerpoint/2010/main" val="922265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C200A-23C1-E58A-5448-C90A4BF610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48EB204-AE1B-314A-5311-15994FADC986}"/>
              </a:ext>
            </a:extLst>
          </p:cNvPr>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973F409-6F1C-FD38-2B71-0B13660D4AF3}"/>
              </a:ext>
            </a:extLst>
          </p:cNvPr>
          <p:cNvSpPr txBox="1"/>
          <p:nvPr/>
        </p:nvSpPr>
        <p:spPr>
          <a:xfrm>
            <a:off x="548640" y="365760"/>
            <a:ext cx="11155680" cy="457200"/>
          </a:xfrm>
          <a:prstGeom prst="rect">
            <a:avLst/>
          </a:prstGeom>
          <a:noFill/>
        </p:spPr>
        <p:txBody>
          <a:bodyPr wrap="square" lIns="45720" rIns="45720" anchor="t">
            <a:spAutoFit/>
          </a:bodyPr>
          <a:lstStyle/>
          <a:p>
            <a:pPr algn="ctr"/>
            <a:r>
              <a:rPr sz="1400" b="1" i="0">
                <a:solidFill>
                  <a:srgbClr val="E67E22"/>
                </a:solidFill>
                <a:latin typeface="Calibri"/>
              </a:rPr>
              <a:t>TAKE A MOMENT</a:t>
            </a:r>
          </a:p>
        </p:txBody>
      </p:sp>
      <p:sp>
        <p:nvSpPr>
          <p:cNvPr id="4" name="TextBox 3">
            <a:extLst>
              <a:ext uri="{FF2B5EF4-FFF2-40B4-BE49-F238E27FC236}">
                <a16:creationId xmlns:a16="http://schemas.microsoft.com/office/drawing/2014/main" id="{06698F65-B361-34E7-964E-ABE7D4D4F7C6}"/>
              </a:ext>
            </a:extLst>
          </p:cNvPr>
          <p:cNvSpPr txBox="1"/>
          <p:nvPr/>
        </p:nvSpPr>
        <p:spPr>
          <a:xfrm>
            <a:off x="1371600" y="2596666"/>
            <a:ext cx="9418320" cy="1938992"/>
          </a:xfrm>
          <a:prstGeom prst="rect">
            <a:avLst/>
          </a:prstGeom>
          <a:noFill/>
        </p:spPr>
        <p:txBody>
          <a:bodyPr wrap="square" lIns="45720" rIns="45720" anchor="ctr">
            <a:spAutoFit/>
          </a:bodyPr>
          <a:lstStyle/>
          <a:p>
            <a:pPr algn="ctr"/>
            <a:r>
              <a:rPr lang="en-US" sz="4000" b="1" i="0" dirty="0">
                <a:solidFill>
                  <a:srgbClr val="1E2761"/>
                </a:solidFill>
                <a:latin typeface="Cambria"/>
              </a:rPr>
              <a:t>What is a problem that does not require an LLM “brain”? What is a problem that critically requires one?</a:t>
            </a:r>
            <a:endParaRPr sz="4000" b="1" i="0" dirty="0">
              <a:solidFill>
                <a:srgbClr val="1E2761"/>
              </a:solidFill>
              <a:latin typeface="Cambria"/>
            </a:endParaRPr>
          </a:p>
        </p:txBody>
      </p:sp>
    </p:spTree>
    <p:extLst>
      <p:ext uri="{BB962C8B-B14F-4D97-AF65-F5344CB8AC3E}">
        <p14:creationId xmlns:p14="http://schemas.microsoft.com/office/powerpoint/2010/main" val="3768105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51B92-01C9-3F9D-4151-CF2D451F06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00A967-A9E5-F16B-C567-8E61530FAA31}"/>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dirty="0">
                <a:solidFill>
                  <a:srgbClr val="1E2761"/>
                </a:solidFill>
                <a:latin typeface="Cambria"/>
              </a:rPr>
              <a:t>Rubric for Choosing the Right Tool</a:t>
            </a:r>
            <a:endParaRPr sz="3200" b="1" i="0" dirty="0">
              <a:solidFill>
                <a:srgbClr val="1E2761"/>
              </a:solidFill>
              <a:latin typeface="Cambria"/>
            </a:endParaRPr>
          </a:p>
        </p:txBody>
      </p:sp>
      <p:sp>
        <p:nvSpPr>
          <p:cNvPr id="3" name="TextBox 2">
            <a:extLst>
              <a:ext uri="{FF2B5EF4-FFF2-40B4-BE49-F238E27FC236}">
                <a16:creationId xmlns:a16="http://schemas.microsoft.com/office/drawing/2014/main" id="{32A362D6-EE7B-B0DC-B2C5-38AFF067874D}"/>
              </a:ext>
            </a:extLst>
          </p:cNvPr>
          <p:cNvSpPr txBox="1"/>
          <p:nvPr/>
        </p:nvSpPr>
        <p:spPr>
          <a:xfrm>
            <a:off x="548640" y="1584025"/>
            <a:ext cx="11155680" cy="400110"/>
          </a:xfrm>
          <a:prstGeom prst="rect">
            <a:avLst/>
          </a:prstGeom>
          <a:noFill/>
        </p:spPr>
        <p:txBody>
          <a:bodyPr wrap="square" lIns="45720" rIns="45720" anchor="t">
            <a:spAutoFit/>
          </a:bodyPr>
          <a:lstStyle/>
          <a:p>
            <a:pPr algn="l"/>
            <a:r>
              <a:rPr lang="en-US" sz="2000" b="1" dirty="0">
                <a:solidFill>
                  <a:srgbClr val="E67E22"/>
                </a:solidFill>
                <a:latin typeface="Calibri"/>
              </a:rPr>
              <a:t>Thinking critically around the “job to be done” will help you build an ideal pipeline</a:t>
            </a:r>
            <a:endParaRPr sz="2000" b="1" i="0" dirty="0">
              <a:solidFill>
                <a:srgbClr val="E67E22"/>
              </a:solidFill>
              <a:latin typeface="Calibri"/>
            </a:endParaRPr>
          </a:p>
        </p:txBody>
      </p:sp>
      <p:sp>
        <p:nvSpPr>
          <p:cNvPr id="4" name="Rectangle 3">
            <a:extLst>
              <a:ext uri="{FF2B5EF4-FFF2-40B4-BE49-F238E27FC236}">
                <a16:creationId xmlns:a16="http://schemas.microsoft.com/office/drawing/2014/main" id="{E24FD609-B77F-3C46-77B5-14789F5A549B}"/>
              </a:ext>
            </a:extLst>
          </p:cNvPr>
          <p:cNvSpPr/>
          <p:nvPr/>
        </p:nvSpPr>
        <p:spPr>
          <a:xfrm>
            <a:off x="640080" y="2166914"/>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a:extLst>
              <a:ext uri="{FF2B5EF4-FFF2-40B4-BE49-F238E27FC236}">
                <a16:creationId xmlns:a16="http://schemas.microsoft.com/office/drawing/2014/main" id="{A415281E-E6E5-E785-E6E3-93BEB36075DA}"/>
              </a:ext>
            </a:extLst>
          </p:cNvPr>
          <p:cNvSpPr txBox="1"/>
          <p:nvPr/>
        </p:nvSpPr>
        <p:spPr>
          <a:xfrm>
            <a:off x="1097280" y="2121194"/>
            <a:ext cx="10515600" cy="400110"/>
          </a:xfrm>
          <a:prstGeom prst="rect">
            <a:avLst/>
          </a:prstGeom>
          <a:noFill/>
        </p:spPr>
        <p:txBody>
          <a:bodyPr wrap="square" lIns="45720" rIns="45720" anchor="t">
            <a:spAutoFit/>
          </a:bodyPr>
          <a:lstStyle/>
          <a:p>
            <a:pPr algn="l"/>
            <a:r>
              <a:rPr lang="en-US" sz="2000" b="1" i="0" dirty="0">
                <a:solidFill>
                  <a:srgbClr val="2C3E50"/>
                </a:solidFill>
                <a:latin typeface="Calibri"/>
              </a:rPr>
              <a:t>Can I represent the problem mathematically?</a:t>
            </a:r>
            <a:endParaRPr sz="2000" b="1" i="0" dirty="0">
              <a:solidFill>
                <a:srgbClr val="2C3E50"/>
              </a:solidFill>
              <a:latin typeface="Calibri"/>
            </a:endParaRPr>
          </a:p>
        </p:txBody>
      </p:sp>
      <p:sp>
        <p:nvSpPr>
          <p:cNvPr id="6" name="TextBox 5">
            <a:extLst>
              <a:ext uri="{FF2B5EF4-FFF2-40B4-BE49-F238E27FC236}">
                <a16:creationId xmlns:a16="http://schemas.microsoft.com/office/drawing/2014/main" id="{052C543E-3B46-89DE-AF6D-02EAE1ADE230}"/>
              </a:ext>
            </a:extLst>
          </p:cNvPr>
          <p:cNvSpPr txBox="1"/>
          <p:nvPr/>
        </p:nvSpPr>
        <p:spPr>
          <a:xfrm>
            <a:off x="1097280" y="2486954"/>
            <a:ext cx="10515600" cy="338554"/>
          </a:xfrm>
          <a:prstGeom prst="rect">
            <a:avLst/>
          </a:prstGeom>
          <a:noFill/>
        </p:spPr>
        <p:txBody>
          <a:bodyPr wrap="square" lIns="45720" rIns="45720" anchor="t">
            <a:spAutoFit/>
          </a:bodyPr>
          <a:lstStyle/>
          <a:p>
            <a:pPr algn="l"/>
            <a:r>
              <a:rPr lang="en-US" sz="1600" dirty="0">
                <a:solidFill>
                  <a:srgbClr val="4A5B6E"/>
                </a:solidFill>
                <a:latin typeface="Calibri"/>
              </a:rPr>
              <a:t>matrices are easy to subject to canonical data science pipelines</a:t>
            </a:r>
            <a:endParaRPr sz="1600" b="0" i="0" dirty="0">
              <a:solidFill>
                <a:srgbClr val="4A5B6E"/>
              </a:solidFill>
              <a:latin typeface="Calibri"/>
            </a:endParaRPr>
          </a:p>
        </p:txBody>
      </p:sp>
      <p:sp>
        <p:nvSpPr>
          <p:cNvPr id="7" name="Rectangle 6">
            <a:extLst>
              <a:ext uri="{FF2B5EF4-FFF2-40B4-BE49-F238E27FC236}">
                <a16:creationId xmlns:a16="http://schemas.microsoft.com/office/drawing/2014/main" id="{82C5990E-BB6C-C26C-18D4-5D76F581843C}"/>
              </a:ext>
            </a:extLst>
          </p:cNvPr>
          <p:cNvSpPr/>
          <p:nvPr/>
        </p:nvSpPr>
        <p:spPr>
          <a:xfrm>
            <a:off x="640080" y="2861431"/>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a:extLst>
              <a:ext uri="{FF2B5EF4-FFF2-40B4-BE49-F238E27FC236}">
                <a16:creationId xmlns:a16="http://schemas.microsoft.com/office/drawing/2014/main" id="{FE4307D4-8B41-085D-4B54-02F4BC27F73F}"/>
              </a:ext>
            </a:extLst>
          </p:cNvPr>
          <p:cNvSpPr txBox="1"/>
          <p:nvPr/>
        </p:nvSpPr>
        <p:spPr>
          <a:xfrm>
            <a:off x="1097280" y="2815711"/>
            <a:ext cx="10515600" cy="400110"/>
          </a:xfrm>
          <a:prstGeom prst="rect">
            <a:avLst/>
          </a:prstGeom>
          <a:noFill/>
        </p:spPr>
        <p:txBody>
          <a:bodyPr wrap="square" lIns="45720" rIns="45720" anchor="t">
            <a:spAutoFit/>
          </a:bodyPr>
          <a:lstStyle/>
          <a:p>
            <a:pPr algn="l"/>
            <a:r>
              <a:rPr lang="en-US" sz="2000" b="1" i="0" dirty="0">
                <a:solidFill>
                  <a:srgbClr val="2C3E50"/>
                </a:solidFill>
                <a:latin typeface="Calibri"/>
              </a:rPr>
              <a:t>Does a statistical test already exist?</a:t>
            </a:r>
            <a:endParaRPr sz="2000" b="1" i="0" dirty="0">
              <a:solidFill>
                <a:srgbClr val="2C3E50"/>
              </a:solidFill>
              <a:latin typeface="Calibri"/>
            </a:endParaRPr>
          </a:p>
        </p:txBody>
      </p:sp>
      <p:sp>
        <p:nvSpPr>
          <p:cNvPr id="9" name="TextBox 8">
            <a:extLst>
              <a:ext uri="{FF2B5EF4-FFF2-40B4-BE49-F238E27FC236}">
                <a16:creationId xmlns:a16="http://schemas.microsoft.com/office/drawing/2014/main" id="{4F6D7B3E-B109-D8EE-4AF7-1D99A9BD0E02}"/>
              </a:ext>
            </a:extLst>
          </p:cNvPr>
          <p:cNvSpPr txBox="1"/>
          <p:nvPr/>
        </p:nvSpPr>
        <p:spPr>
          <a:xfrm>
            <a:off x="1097280" y="3181471"/>
            <a:ext cx="10515600" cy="338554"/>
          </a:xfrm>
          <a:prstGeom prst="rect">
            <a:avLst/>
          </a:prstGeom>
          <a:noFill/>
        </p:spPr>
        <p:txBody>
          <a:bodyPr wrap="square" lIns="45720" rIns="45720" anchor="t">
            <a:spAutoFit/>
          </a:bodyPr>
          <a:lstStyle/>
          <a:p>
            <a:pPr algn="l"/>
            <a:r>
              <a:rPr lang="en-US" sz="1600" b="0" i="0" dirty="0">
                <a:solidFill>
                  <a:srgbClr val="4A5B6E"/>
                </a:solidFill>
                <a:latin typeface="Calibri"/>
              </a:rPr>
              <a:t>problems that can be reframed into friendly statistical tests should not require an LLM</a:t>
            </a:r>
            <a:endParaRPr sz="1600" b="0" i="0" dirty="0">
              <a:solidFill>
                <a:srgbClr val="4A5B6E"/>
              </a:solidFill>
              <a:latin typeface="Calibri"/>
            </a:endParaRPr>
          </a:p>
        </p:txBody>
      </p:sp>
      <p:sp>
        <p:nvSpPr>
          <p:cNvPr id="10" name="Rectangle 9">
            <a:extLst>
              <a:ext uri="{FF2B5EF4-FFF2-40B4-BE49-F238E27FC236}">
                <a16:creationId xmlns:a16="http://schemas.microsoft.com/office/drawing/2014/main" id="{21AA64B9-B117-115B-AC35-9C08FBD25171}"/>
              </a:ext>
            </a:extLst>
          </p:cNvPr>
          <p:cNvSpPr/>
          <p:nvPr/>
        </p:nvSpPr>
        <p:spPr>
          <a:xfrm>
            <a:off x="640080" y="3545316"/>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a:extLst>
              <a:ext uri="{FF2B5EF4-FFF2-40B4-BE49-F238E27FC236}">
                <a16:creationId xmlns:a16="http://schemas.microsoft.com/office/drawing/2014/main" id="{5DA4CC07-F51D-1188-EB85-6E3B3C34AE94}"/>
              </a:ext>
            </a:extLst>
          </p:cNvPr>
          <p:cNvSpPr txBox="1"/>
          <p:nvPr/>
        </p:nvSpPr>
        <p:spPr>
          <a:xfrm>
            <a:off x="1097280" y="3499596"/>
            <a:ext cx="10515600" cy="400110"/>
          </a:xfrm>
          <a:prstGeom prst="rect">
            <a:avLst/>
          </a:prstGeom>
          <a:noFill/>
        </p:spPr>
        <p:txBody>
          <a:bodyPr wrap="square" lIns="45720" rIns="45720" anchor="t">
            <a:spAutoFit/>
          </a:bodyPr>
          <a:lstStyle/>
          <a:p>
            <a:pPr algn="l"/>
            <a:r>
              <a:rPr lang="en-US" sz="2000" b="1" dirty="0">
                <a:solidFill>
                  <a:srgbClr val="2C3E50"/>
                </a:solidFill>
                <a:latin typeface="Calibri"/>
              </a:rPr>
              <a:t>Is there an “off the shelf” trained ML model available for the task?</a:t>
            </a:r>
            <a:endParaRPr sz="2000" b="1" i="0" dirty="0">
              <a:solidFill>
                <a:srgbClr val="2C3E50"/>
              </a:solidFill>
              <a:latin typeface="Calibri"/>
            </a:endParaRPr>
          </a:p>
        </p:txBody>
      </p:sp>
      <p:sp>
        <p:nvSpPr>
          <p:cNvPr id="12" name="TextBox 11">
            <a:extLst>
              <a:ext uri="{FF2B5EF4-FFF2-40B4-BE49-F238E27FC236}">
                <a16:creationId xmlns:a16="http://schemas.microsoft.com/office/drawing/2014/main" id="{3C4945E0-572D-9DE9-02DF-D0820D375583}"/>
              </a:ext>
            </a:extLst>
          </p:cNvPr>
          <p:cNvSpPr txBox="1"/>
          <p:nvPr/>
        </p:nvSpPr>
        <p:spPr>
          <a:xfrm>
            <a:off x="1097280" y="3865356"/>
            <a:ext cx="10515600" cy="338554"/>
          </a:xfrm>
          <a:prstGeom prst="rect">
            <a:avLst/>
          </a:prstGeom>
          <a:noFill/>
        </p:spPr>
        <p:txBody>
          <a:bodyPr wrap="square" lIns="45720" rIns="45720" anchor="t">
            <a:spAutoFit/>
          </a:bodyPr>
          <a:lstStyle/>
          <a:p>
            <a:pPr algn="l"/>
            <a:r>
              <a:rPr lang="en-US" sz="1600" b="0" i="0" dirty="0">
                <a:solidFill>
                  <a:srgbClr val="4A5B6E"/>
                </a:solidFill>
                <a:latin typeface="Calibri"/>
              </a:rPr>
              <a:t>don’t rebuild the wheel especially for computationally expensive efforts</a:t>
            </a:r>
            <a:endParaRPr sz="1600" b="0" i="0" dirty="0">
              <a:solidFill>
                <a:srgbClr val="4A5B6E"/>
              </a:solidFill>
              <a:latin typeface="Calibri"/>
            </a:endParaRPr>
          </a:p>
        </p:txBody>
      </p:sp>
      <p:sp>
        <p:nvSpPr>
          <p:cNvPr id="13" name="Rectangle 12">
            <a:extLst>
              <a:ext uri="{FF2B5EF4-FFF2-40B4-BE49-F238E27FC236}">
                <a16:creationId xmlns:a16="http://schemas.microsoft.com/office/drawing/2014/main" id="{4CFB8A7E-9701-E252-64CB-029923AC7342}"/>
              </a:ext>
            </a:extLst>
          </p:cNvPr>
          <p:cNvSpPr/>
          <p:nvPr/>
        </p:nvSpPr>
        <p:spPr>
          <a:xfrm>
            <a:off x="640080" y="4218571"/>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a:extLst>
              <a:ext uri="{FF2B5EF4-FFF2-40B4-BE49-F238E27FC236}">
                <a16:creationId xmlns:a16="http://schemas.microsoft.com/office/drawing/2014/main" id="{142B96D1-2C09-F135-6207-7E5A2EED63B9}"/>
              </a:ext>
            </a:extLst>
          </p:cNvPr>
          <p:cNvSpPr txBox="1"/>
          <p:nvPr/>
        </p:nvSpPr>
        <p:spPr>
          <a:xfrm>
            <a:off x="1097280" y="4172852"/>
            <a:ext cx="10515600" cy="400110"/>
          </a:xfrm>
          <a:prstGeom prst="rect">
            <a:avLst/>
          </a:prstGeom>
          <a:noFill/>
        </p:spPr>
        <p:txBody>
          <a:bodyPr wrap="square" lIns="45720" rIns="45720" anchor="t">
            <a:spAutoFit/>
          </a:bodyPr>
          <a:lstStyle/>
          <a:p>
            <a:pPr algn="l"/>
            <a:r>
              <a:rPr sz="2000" b="1" i="0" dirty="0">
                <a:solidFill>
                  <a:srgbClr val="2C3E50"/>
                </a:solidFill>
                <a:latin typeface="Calibri"/>
              </a:rPr>
              <a:t>What </a:t>
            </a:r>
            <a:r>
              <a:rPr lang="en-US" sz="2000" b="1" i="0" dirty="0">
                <a:solidFill>
                  <a:srgbClr val="2C3E50"/>
                </a:solidFill>
                <a:latin typeface="Calibri"/>
              </a:rPr>
              <a:t>have other researchers used in the past?</a:t>
            </a:r>
            <a:endParaRPr sz="2000" b="1" i="0" dirty="0">
              <a:solidFill>
                <a:srgbClr val="2C3E50"/>
              </a:solidFill>
              <a:latin typeface="Calibri"/>
            </a:endParaRPr>
          </a:p>
        </p:txBody>
      </p:sp>
      <p:sp>
        <p:nvSpPr>
          <p:cNvPr id="15" name="TextBox 14">
            <a:extLst>
              <a:ext uri="{FF2B5EF4-FFF2-40B4-BE49-F238E27FC236}">
                <a16:creationId xmlns:a16="http://schemas.microsoft.com/office/drawing/2014/main" id="{A8310BE6-C1FF-399A-4C2A-F9E2DBCBD189}"/>
              </a:ext>
            </a:extLst>
          </p:cNvPr>
          <p:cNvSpPr txBox="1"/>
          <p:nvPr/>
        </p:nvSpPr>
        <p:spPr>
          <a:xfrm>
            <a:off x="1097280" y="4538612"/>
            <a:ext cx="10515600" cy="338554"/>
          </a:xfrm>
          <a:prstGeom prst="rect">
            <a:avLst/>
          </a:prstGeom>
          <a:noFill/>
        </p:spPr>
        <p:txBody>
          <a:bodyPr wrap="square" lIns="45720" rIns="45720" anchor="t">
            <a:spAutoFit/>
          </a:bodyPr>
          <a:lstStyle/>
          <a:p>
            <a:pPr algn="l"/>
            <a:r>
              <a:rPr lang="en-US" sz="1600" dirty="0">
                <a:solidFill>
                  <a:srgbClr val="4A5B6E"/>
                </a:solidFill>
                <a:latin typeface="Calibri"/>
              </a:rPr>
              <a:t>w</a:t>
            </a:r>
            <a:r>
              <a:rPr lang="en-US" sz="1600" b="0" i="0" dirty="0">
                <a:solidFill>
                  <a:srgbClr val="4A5B6E"/>
                </a:solidFill>
                <a:latin typeface="Calibri"/>
              </a:rPr>
              <a:t>isdom of the crowd is imperfect but a good canary for problem classification</a:t>
            </a:r>
            <a:endParaRPr sz="1600" b="0" i="0" dirty="0">
              <a:solidFill>
                <a:srgbClr val="4A5B6E"/>
              </a:solidFill>
              <a:latin typeface="Calibri"/>
            </a:endParaRPr>
          </a:p>
        </p:txBody>
      </p:sp>
      <p:sp>
        <p:nvSpPr>
          <p:cNvPr id="16" name="Rectangle 15">
            <a:extLst>
              <a:ext uri="{FF2B5EF4-FFF2-40B4-BE49-F238E27FC236}">
                <a16:creationId xmlns:a16="http://schemas.microsoft.com/office/drawing/2014/main" id="{F237FC0A-1013-3375-D479-2BEDEF9B2B6C}"/>
              </a:ext>
            </a:extLst>
          </p:cNvPr>
          <p:cNvSpPr/>
          <p:nvPr/>
        </p:nvSpPr>
        <p:spPr>
          <a:xfrm>
            <a:off x="640080" y="4934356"/>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a:extLst>
              <a:ext uri="{FF2B5EF4-FFF2-40B4-BE49-F238E27FC236}">
                <a16:creationId xmlns:a16="http://schemas.microsoft.com/office/drawing/2014/main" id="{6508501E-EC1C-05E8-167D-270DBDA64CC6}"/>
              </a:ext>
            </a:extLst>
          </p:cNvPr>
          <p:cNvSpPr txBox="1"/>
          <p:nvPr/>
        </p:nvSpPr>
        <p:spPr>
          <a:xfrm>
            <a:off x="1097280" y="4888636"/>
            <a:ext cx="10515600" cy="400110"/>
          </a:xfrm>
          <a:prstGeom prst="rect">
            <a:avLst/>
          </a:prstGeom>
          <a:noFill/>
        </p:spPr>
        <p:txBody>
          <a:bodyPr wrap="square" lIns="45720" rIns="45720" anchor="t">
            <a:spAutoFit/>
          </a:bodyPr>
          <a:lstStyle/>
          <a:p>
            <a:pPr algn="l"/>
            <a:r>
              <a:rPr lang="en-US" sz="2000" b="1" i="0" dirty="0">
                <a:solidFill>
                  <a:srgbClr val="2C3E50"/>
                </a:solidFill>
                <a:latin typeface="Calibri"/>
              </a:rPr>
              <a:t>Who is your solution audience?</a:t>
            </a:r>
            <a:endParaRPr sz="2000" b="1" i="0" dirty="0">
              <a:solidFill>
                <a:srgbClr val="2C3E50"/>
              </a:solidFill>
              <a:latin typeface="Calibri"/>
            </a:endParaRPr>
          </a:p>
        </p:txBody>
      </p:sp>
      <p:sp>
        <p:nvSpPr>
          <p:cNvPr id="18" name="TextBox 17">
            <a:extLst>
              <a:ext uri="{FF2B5EF4-FFF2-40B4-BE49-F238E27FC236}">
                <a16:creationId xmlns:a16="http://schemas.microsoft.com/office/drawing/2014/main" id="{DB34FFEC-FAA5-CFCB-D845-AA84202118D8}"/>
              </a:ext>
            </a:extLst>
          </p:cNvPr>
          <p:cNvSpPr txBox="1"/>
          <p:nvPr/>
        </p:nvSpPr>
        <p:spPr>
          <a:xfrm>
            <a:off x="1097280" y="5254396"/>
            <a:ext cx="10515600" cy="338554"/>
          </a:xfrm>
          <a:prstGeom prst="rect">
            <a:avLst/>
          </a:prstGeom>
          <a:noFill/>
        </p:spPr>
        <p:txBody>
          <a:bodyPr wrap="square" lIns="45720" rIns="45720" anchor="t">
            <a:spAutoFit/>
          </a:bodyPr>
          <a:lstStyle/>
          <a:p>
            <a:pPr algn="l"/>
            <a:r>
              <a:rPr lang="en-US" sz="1600" b="0" i="0" dirty="0">
                <a:solidFill>
                  <a:srgbClr val="4A5B6E"/>
                </a:solidFill>
                <a:latin typeface="Calibri"/>
              </a:rPr>
              <a:t>does the answer need to make sense to a human, a digital agent, matrix algebra, or all 3?</a:t>
            </a:r>
            <a:endParaRPr sz="1600" b="0" i="0" dirty="0">
              <a:solidFill>
                <a:srgbClr val="4A5B6E"/>
              </a:solidFill>
              <a:latin typeface="Calibri"/>
            </a:endParaRPr>
          </a:p>
        </p:txBody>
      </p:sp>
    </p:spTree>
    <p:extLst>
      <p:ext uri="{BB962C8B-B14F-4D97-AF65-F5344CB8AC3E}">
        <p14:creationId xmlns:p14="http://schemas.microsoft.com/office/powerpoint/2010/main" val="1069926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F878-3567-B34D-FA5B-694A8FA672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ABA9E00-D820-3880-3866-4B1DA31B8728}"/>
              </a:ext>
            </a:extLst>
          </p:cNvPr>
          <p:cNvSpPr>
            <a:spLocks noGrp="1"/>
          </p:cNvSpPr>
          <p:nvPr>
            <p:ph type="title"/>
          </p:nvPr>
        </p:nvSpPr>
        <p:spPr/>
        <p:txBody>
          <a:bodyPr/>
          <a:lstStyle/>
          <a:p>
            <a:r>
              <a:rPr lang="en-US" dirty="0">
                <a:solidFill>
                  <a:srgbClr val="1E2761"/>
                </a:solidFill>
              </a:rPr>
              <a:t>Knowledge check: Choose Wisely</a:t>
            </a:r>
          </a:p>
        </p:txBody>
      </p:sp>
      <p:sp>
        <p:nvSpPr>
          <p:cNvPr id="4" name="Date Placeholder 3">
            <a:extLst>
              <a:ext uri="{FF2B5EF4-FFF2-40B4-BE49-F238E27FC236}">
                <a16:creationId xmlns:a16="http://schemas.microsoft.com/office/drawing/2014/main" id="{AD4A3381-82D2-9727-27D6-03317A9D2400}"/>
              </a:ext>
            </a:extLst>
          </p:cNvPr>
          <p:cNvSpPr>
            <a:spLocks noGrp="1"/>
          </p:cNvSpPr>
          <p:nvPr>
            <p:ph type="dt" sz="half"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8A80C3C0-4299-0452-193B-76A0FD928BC0}"/>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6D1532F-61F1-B941-ACDF-6BC65E0B4055}" type="slidenum">
              <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22</a:t>
            </a:fld>
            <a:endPar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EC749850-CC4B-C98B-6928-124675FE553F}"/>
              </a:ext>
            </a:extLst>
          </p:cNvPr>
          <p:cNvSpPr txBox="1"/>
          <p:nvPr/>
        </p:nvSpPr>
        <p:spPr>
          <a:xfrm>
            <a:off x="518160" y="1100825"/>
            <a:ext cx="11155680" cy="830997"/>
          </a:xfrm>
          <a:prstGeom prst="rect">
            <a:avLst/>
          </a:prstGeom>
          <a:noFill/>
        </p:spPr>
        <p:txBody>
          <a:bodyPr wrap="square" lIns="45720" rIns="45720" anchor="t">
            <a:spAutoFit/>
          </a:bodyPr>
          <a:lstStyle/>
          <a:p>
            <a:pPr algn="l"/>
            <a:r>
              <a:rPr lang="en-US" sz="2400" b="1" dirty="0">
                <a:solidFill>
                  <a:srgbClr val="1E2761"/>
                </a:solidFill>
                <a:latin typeface="Cambria"/>
              </a:rPr>
              <a:t>What is a representative data science tool you would use to approach the 3 problems below?</a:t>
            </a:r>
            <a:endParaRPr sz="2400" b="1" i="0" dirty="0">
              <a:solidFill>
                <a:srgbClr val="1E2761"/>
              </a:solidFill>
              <a:latin typeface="Cambria"/>
            </a:endParaRPr>
          </a:p>
        </p:txBody>
      </p:sp>
      <p:sp>
        <p:nvSpPr>
          <p:cNvPr id="6" name="Rounded Rectangle 2">
            <a:extLst>
              <a:ext uri="{FF2B5EF4-FFF2-40B4-BE49-F238E27FC236}">
                <a16:creationId xmlns:a16="http://schemas.microsoft.com/office/drawing/2014/main" id="{DDA5BDC0-1862-AEDE-F40D-5EF4EB29A115}"/>
              </a:ext>
            </a:extLst>
          </p:cNvPr>
          <p:cNvSpPr/>
          <p:nvPr/>
        </p:nvSpPr>
        <p:spPr>
          <a:xfrm>
            <a:off x="548640" y="2487067"/>
            <a:ext cx="3535680" cy="2841595"/>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Rounded Rectangle 3">
            <a:extLst>
              <a:ext uri="{FF2B5EF4-FFF2-40B4-BE49-F238E27FC236}">
                <a16:creationId xmlns:a16="http://schemas.microsoft.com/office/drawing/2014/main" id="{60797526-4A79-669A-1292-BDE67D2CCCC1}"/>
              </a:ext>
            </a:extLst>
          </p:cNvPr>
          <p:cNvSpPr/>
          <p:nvPr/>
        </p:nvSpPr>
        <p:spPr>
          <a:xfrm>
            <a:off x="548640" y="2487067"/>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a:extLst>
              <a:ext uri="{FF2B5EF4-FFF2-40B4-BE49-F238E27FC236}">
                <a16:creationId xmlns:a16="http://schemas.microsoft.com/office/drawing/2014/main" id="{9AA909D1-037F-7F5E-1DFF-005C9C60FA8A}"/>
              </a:ext>
            </a:extLst>
          </p:cNvPr>
          <p:cNvSpPr txBox="1"/>
          <p:nvPr/>
        </p:nvSpPr>
        <p:spPr>
          <a:xfrm>
            <a:off x="731520" y="2599135"/>
            <a:ext cx="3169920" cy="461665"/>
          </a:xfrm>
          <a:prstGeom prst="rect">
            <a:avLst/>
          </a:prstGeom>
          <a:noFill/>
        </p:spPr>
        <p:txBody>
          <a:bodyPr wrap="square" lIns="45720" rIns="45720" anchor="ctr">
            <a:spAutoFit/>
          </a:bodyPr>
          <a:lstStyle/>
          <a:p>
            <a:pPr algn="l"/>
            <a:r>
              <a:rPr lang="en-US" sz="2400" b="1" i="0" dirty="0">
                <a:solidFill>
                  <a:srgbClr val="FFFFFF"/>
                </a:solidFill>
                <a:latin typeface="Cambria"/>
              </a:rPr>
              <a:t>Problem #1</a:t>
            </a:r>
            <a:endParaRPr sz="2400" b="1" i="0" dirty="0">
              <a:solidFill>
                <a:srgbClr val="FFFFFF"/>
              </a:solidFill>
              <a:latin typeface="Cambria"/>
            </a:endParaRPr>
          </a:p>
        </p:txBody>
      </p:sp>
      <p:sp>
        <p:nvSpPr>
          <p:cNvPr id="14" name="TextBox 13">
            <a:extLst>
              <a:ext uri="{FF2B5EF4-FFF2-40B4-BE49-F238E27FC236}">
                <a16:creationId xmlns:a16="http://schemas.microsoft.com/office/drawing/2014/main" id="{C2E3A93E-2E99-CDB6-21F0-484A2C03A41C}"/>
              </a:ext>
            </a:extLst>
          </p:cNvPr>
          <p:cNvSpPr txBox="1"/>
          <p:nvPr/>
        </p:nvSpPr>
        <p:spPr>
          <a:xfrm>
            <a:off x="777240" y="3355747"/>
            <a:ext cx="3078480" cy="1323439"/>
          </a:xfrm>
          <a:prstGeom prst="rect">
            <a:avLst/>
          </a:prstGeom>
          <a:noFill/>
        </p:spPr>
        <p:txBody>
          <a:bodyPr wrap="square" lIns="45720" rIns="45720" anchor="t">
            <a:spAutoFit/>
          </a:bodyPr>
          <a:lstStyle/>
          <a:p>
            <a:pPr algn="l"/>
            <a:r>
              <a:rPr lang="en-US" sz="2000" b="0" i="0" dirty="0">
                <a:solidFill>
                  <a:srgbClr val="2C3E50"/>
                </a:solidFill>
                <a:latin typeface="Calibri"/>
              </a:rPr>
              <a:t>Optimize the reaction conditions of a Buchwald-Hartwig couplings using a set of 40 phosphine ligands</a:t>
            </a:r>
            <a:endParaRPr sz="2000" b="0" i="0" dirty="0">
              <a:solidFill>
                <a:srgbClr val="2C3E50"/>
              </a:solidFill>
              <a:latin typeface="Calibri"/>
            </a:endParaRPr>
          </a:p>
        </p:txBody>
      </p:sp>
      <p:sp>
        <p:nvSpPr>
          <p:cNvPr id="16" name="TextBox 15">
            <a:extLst>
              <a:ext uri="{FF2B5EF4-FFF2-40B4-BE49-F238E27FC236}">
                <a16:creationId xmlns:a16="http://schemas.microsoft.com/office/drawing/2014/main" id="{239DF10C-9CC9-35DF-2031-184679D5C54E}"/>
              </a:ext>
            </a:extLst>
          </p:cNvPr>
          <p:cNvSpPr txBox="1"/>
          <p:nvPr/>
        </p:nvSpPr>
        <p:spPr>
          <a:xfrm>
            <a:off x="777240" y="4949054"/>
            <a:ext cx="3078480" cy="338554"/>
          </a:xfrm>
          <a:prstGeom prst="rect">
            <a:avLst/>
          </a:prstGeom>
          <a:noFill/>
        </p:spPr>
        <p:txBody>
          <a:bodyPr wrap="square" lIns="45720" rIns="45720" anchor="t">
            <a:spAutoFit/>
          </a:bodyPr>
          <a:lstStyle/>
          <a:p>
            <a:r>
              <a:rPr lang="en-US" sz="1600" b="1" i="1" dirty="0">
                <a:solidFill>
                  <a:srgbClr val="E67E22"/>
                </a:solidFill>
                <a:latin typeface="Calibri"/>
              </a:rPr>
              <a:t>optimization</a:t>
            </a:r>
            <a:endParaRPr sz="1600" b="1" i="1" dirty="0">
              <a:solidFill>
                <a:srgbClr val="E67E22"/>
              </a:solidFill>
              <a:latin typeface="Calibri"/>
            </a:endParaRPr>
          </a:p>
        </p:txBody>
      </p:sp>
      <p:sp>
        <p:nvSpPr>
          <p:cNvPr id="18" name="Rounded Rectangle 7">
            <a:extLst>
              <a:ext uri="{FF2B5EF4-FFF2-40B4-BE49-F238E27FC236}">
                <a16:creationId xmlns:a16="http://schemas.microsoft.com/office/drawing/2014/main" id="{5EE07BDE-4F02-29F0-FB21-26DACC4E54D2}"/>
              </a:ext>
            </a:extLst>
          </p:cNvPr>
          <p:cNvSpPr/>
          <p:nvPr/>
        </p:nvSpPr>
        <p:spPr>
          <a:xfrm>
            <a:off x="4358640" y="2487067"/>
            <a:ext cx="3535680" cy="2841595"/>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Rounded Rectangle 8">
            <a:extLst>
              <a:ext uri="{FF2B5EF4-FFF2-40B4-BE49-F238E27FC236}">
                <a16:creationId xmlns:a16="http://schemas.microsoft.com/office/drawing/2014/main" id="{1CB1BED4-B1DD-2F4C-8F4C-739F190941FE}"/>
              </a:ext>
            </a:extLst>
          </p:cNvPr>
          <p:cNvSpPr/>
          <p:nvPr/>
        </p:nvSpPr>
        <p:spPr>
          <a:xfrm>
            <a:off x="4358640" y="2487067"/>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TextBox 21">
            <a:extLst>
              <a:ext uri="{FF2B5EF4-FFF2-40B4-BE49-F238E27FC236}">
                <a16:creationId xmlns:a16="http://schemas.microsoft.com/office/drawing/2014/main" id="{5585294E-0276-6DE3-DAF9-1D305F29CDFD}"/>
              </a:ext>
            </a:extLst>
          </p:cNvPr>
          <p:cNvSpPr txBox="1"/>
          <p:nvPr/>
        </p:nvSpPr>
        <p:spPr>
          <a:xfrm>
            <a:off x="4541520" y="2599135"/>
            <a:ext cx="3169920" cy="461665"/>
          </a:xfrm>
          <a:prstGeom prst="rect">
            <a:avLst/>
          </a:prstGeom>
          <a:noFill/>
        </p:spPr>
        <p:txBody>
          <a:bodyPr wrap="square" lIns="45720" rIns="45720" anchor="ctr">
            <a:spAutoFit/>
          </a:bodyPr>
          <a:lstStyle/>
          <a:p>
            <a:pPr algn="l"/>
            <a:r>
              <a:rPr lang="en-US" sz="2400" b="1" i="0" dirty="0">
                <a:solidFill>
                  <a:srgbClr val="FFFFFF"/>
                </a:solidFill>
                <a:latin typeface="Cambria"/>
              </a:rPr>
              <a:t>Problem #2</a:t>
            </a:r>
            <a:endParaRPr sz="2400" b="1" i="0" dirty="0">
              <a:solidFill>
                <a:srgbClr val="FFFFFF"/>
              </a:solidFill>
              <a:latin typeface="Cambria"/>
            </a:endParaRPr>
          </a:p>
        </p:txBody>
      </p:sp>
      <p:sp>
        <p:nvSpPr>
          <p:cNvPr id="24" name="TextBox 23">
            <a:extLst>
              <a:ext uri="{FF2B5EF4-FFF2-40B4-BE49-F238E27FC236}">
                <a16:creationId xmlns:a16="http://schemas.microsoft.com/office/drawing/2014/main" id="{A478AA1E-A46D-292A-8BA8-60C9951C16B5}"/>
              </a:ext>
            </a:extLst>
          </p:cNvPr>
          <p:cNvSpPr txBox="1"/>
          <p:nvPr/>
        </p:nvSpPr>
        <p:spPr>
          <a:xfrm>
            <a:off x="4587240" y="3355747"/>
            <a:ext cx="3078480" cy="1323439"/>
          </a:xfrm>
          <a:prstGeom prst="rect">
            <a:avLst/>
          </a:prstGeom>
          <a:noFill/>
        </p:spPr>
        <p:txBody>
          <a:bodyPr wrap="square" lIns="45720" rIns="45720" anchor="t">
            <a:spAutoFit/>
          </a:bodyPr>
          <a:lstStyle/>
          <a:p>
            <a:pPr algn="l"/>
            <a:r>
              <a:rPr lang="en-US" sz="2000" b="0" i="0" dirty="0">
                <a:solidFill>
                  <a:srgbClr val="2C3E50"/>
                </a:solidFill>
                <a:latin typeface="Calibri"/>
              </a:rPr>
              <a:t>Determine the economic impact of patents across a corpus in a particular technology segment</a:t>
            </a:r>
            <a:endParaRPr sz="2000" b="0" i="0" dirty="0">
              <a:solidFill>
                <a:srgbClr val="2C3E50"/>
              </a:solidFill>
              <a:latin typeface="Calibri"/>
            </a:endParaRPr>
          </a:p>
        </p:txBody>
      </p:sp>
      <p:sp>
        <p:nvSpPr>
          <p:cNvPr id="26" name="TextBox 25">
            <a:extLst>
              <a:ext uri="{FF2B5EF4-FFF2-40B4-BE49-F238E27FC236}">
                <a16:creationId xmlns:a16="http://schemas.microsoft.com/office/drawing/2014/main" id="{5CF431A8-FD0C-5590-5177-55528E310353}"/>
              </a:ext>
            </a:extLst>
          </p:cNvPr>
          <p:cNvSpPr txBox="1"/>
          <p:nvPr/>
        </p:nvSpPr>
        <p:spPr>
          <a:xfrm>
            <a:off x="4587240" y="4949054"/>
            <a:ext cx="3078480" cy="338554"/>
          </a:xfrm>
          <a:prstGeom prst="rect">
            <a:avLst/>
          </a:prstGeom>
          <a:noFill/>
        </p:spPr>
        <p:txBody>
          <a:bodyPr wrap="square" lIns="45720" rIns="45720" anchor="t">
            <a:spAutoFit/>
          </a:bodyPr>
          <a:lstStyle/>
          <a:p>
            <a:r>
              <a:rPr lang="en-US" sz="1600" b="1" i="1" dirty="0">
                <a:solidFill>
                  <a:srgbClr val="E67E22"/>
                </a:solidFill>
                <a:latin typeface="Calibri"/>
              </a:rPr>
              <a:t>analysis</a:t>
            </a:r>
            <a:endParaRPr sz="1600" b="1" i="1" dirty="0">
              <a:solidFill>
                <a:srgbClr val="E67E22"/>
              </a:solidFill>
              <a:latin typeface="Calibri"/>
            </a:endParaRPr>
          </a:p>
        </p:txBody>
      </p:sp>
      <p:sp>
        <p:nvSpPr>
          <p:cNvPr id="28" name="Rounded Rectangle 12">
            <a:extLst>
              <a:ext uri="{FF2B5EF4-FFF2-40B4-BE49-F238E27FC236}">
                <a16:creationId xmlns:a16="http://schemas.microsoft.com/office/drawing/2014/main" id="{4853EC19-2E22-BD26-F9C9-56994383AB06}"/>
              </a:ext>
            </a:extLst>
          </p:cNvPr>
          <p:cNvSpPr/>
          <p:nvPr/>
        </p:nvSpPr>
        <p:spPr>
          <a:xfrm>
            <a:off x="8168640" y="2487067"/>
            <a:ext cx="3535680" cy="2841595"/>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Rounded Rectangle 13">
            <a:extLst>
              <a:ext uri="{FF2B5EF4-FFF2-40B4-BE49-F238E27FC236}">
                <a16:creationId xmlns:a16="http://schemas.microsoft.com/office/drawing/2014/main" id="{CEF1EF0B-E1E1-839B-4C07-77C070747E8C}"/>
              </a:ext>
            </a:extLst>
          </p:cNvPr>
          <p:cNvSpPr/>
          <p:nvPr/>
        </p:nvSpPr>
        <p:spPr>
          <a:xfrm>
            <a:off x="8168640" y="2487067"/>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2" name="TextBox 31">
            <a:extLst>
              <a:ext uri="{FF2B5EF4-FFF2-40B4-BE49-F238E27FC236}">
                <a16:creationId xmlns:a16="http://schemas.microsoft.com/office/drawing/2014/main" id="{4A78DE9A-E5D4-DCCA-40E7-B0B3E0FF75D4}"/>
              </a:ext>
            </a:extLst>
          </p:cNvPr>
          <p:cNvSpPr txBox="1"/>
          <p:nvPr/>
        </p:nvSpPr>
        <p:spPr>
          <a:xfrm>
            <a:off x="8351520" y="2599135"/>
            <a:ext cx="3169920" cy="461665"/>
          </a:xfrm>
          <a:prstGeom prst="rect">
            <a:avLst/>
          </a:prstGeom>
          <a:noFill/>
        </p:spPr>
        <p:txBody>
          <a:bodyPr wrap="square" lIns="45720" rIns="45720" anchor="ctr">
            <a:spAutoFit/>
          </a:bodyPr>
          <a:lstStyle/>
          <a:p>
            <a:pPr algn="l"/>
            <a:r>
              <a:rPr lang="en-US" sz="2400" b="1" i="0" dirty="0">
                <a:solidFill>
                  <a:srgbClr val="FFFFFF"/>
                </a:solidFill>
                <a:latin typeface="Cambria"/>
              </a:rPr>
              <a:t>Problem #3</a:t>
            </a:r>
            <a:endParaRPr sz="2400" b="1" i="0" dirty="0">
              <a:solidFill>
                <a:srgbClr val="FFFFFF"/>
              </a:solidFill>
              <a:latin typeface="Cambria"/>
            </a:endParaRPr>
          </a:p>
        </p:txBody>
      </p:sp>
      <p:sp>
        <p:nvSpPr>
          <p:cNvPr id="34" name="TextBox 33">
            <a:extLst>
              <a:ext uri="{FF2B5EF4-FFF2-40B4-BE49-F238E27FC236}">
                <a16:creationId xmlns:a16="http://schemas.microsoft.com/office/drawing/2014/main" id="{8E2157AD-7EC8-2575-1BA2-E2F9F0BE9721}"/>
              </a:ext>
            </a:extLst>
          </p:cNvPr>
          <p:cNvSpPr txBox="1"/>
          <p:nvPr/>
        </p:nvSpPr>
        <p:spPr>
          <a:xfrm>
            <a:off x="8397240" y="3355747"/>
            <a:ext cx="3078480" cy="1323439"/>
          </a:xfrm>
          <a:prstGeom prst="rect">
            <a:avLst/>
          </a:prstGeom>
          <a:noFill/>
        </p:spPr>
        <p:txBody>
          <a:bodyPr wrap="square" lIns="45720" rIns="45720" anchor="t">
            <a:spAutoFit/>
          </a:bodyPr>
          <a:lstStyle/>
          <a:p>
            <a:pPr algn="l"/>
            <a:r>
              <a:rPr lang="en-US" sz="2000" b="0" i="0" dirty="0">
                <a:solidFill>
                  <a:srgbClr val="2C3E50"/>
                </a:solidFill>
                <a:latin typeface="Calibri"/>
              </a:rPr>
              <a:t>What are the key factors driving selectivity in a Chan-Lam coupling with reagents above and below 10K g/mol</a:t>
            </a:r>
            <a:endParaRPr sz="2000" b="0" i="0" dirty="0">
              <a:solidFill>
                <a:srgbClr val="2C3E50"/>
              </a:solidFill>
              <a:latin typeface="Calibri"/>
            </a:endParaRPr>
          </a:p>
        </p:txBody>
      </p:sp>
      <p:sp>
        <p:nvSpPr>
          <p:cNvPr id="36" name="TextBox 35">
            <a:extLst>
              <a:ext uri="{FF2B5EF4-FFF2-40B4-BE49-F238E27FC236}">
                <a16:creationId xmlns:a16="http://schemas.microsoft.com/office/drawing/2014/main" id="{CDA0A627-D4D6-19E0-4FE4-A3E595E4FAC5}"/>
              </a:ext>
            </a:extLst>
          </p:cNvPr>
          <p:cNvSpPr txBox="1"/>
          <p:nvPr/>
        </p:nvSpPr>
        <p:spPr>
          <a:xfrm>
            <a:off x="8397240" y="4949054"/>
            <a:ext cx="3078480" cy="338554"/>
          </a:xfrm>
          <a:prstGeom prst="rect">
            <a:avLst/>
          </a:prstGeom>
          <a:noFill/>
        </p:spPr>
        <p:txBody>
          <a:bodyPr wrap="square" lIns="45720" rIns="45720" anchor="t">
            <a:spAutoFit/>
          </a:bodyPr>
          <a:lstStyle/>
          <a:p>
            <a:pPr algn="l"/>
            <a:r>
              <a:rPr lang="en-US" sz="1600" b="1" i="1" dirty="0">
                <a:solidFill>
                  <a:srgbClr val="E67E22"/>
                </a:solidFill>
                <a:latin typeface="Calibri"/>
              </a:rPr>
              <a:t>learning</a:t>
            </a:r>
            <a:endParaRPr sz="1600" b="1" i="1" dirty="0">
              <a:solidFill>
                <a:srgbClr val="E67E22"/>
              </a:solidFill>
              <a:latin typeface="Calibri"/>
            </a:endParaRPr>
          </a:p>
        </p:txBody>
      </p:sp>
    </p:spTree>
    <p:extLst>
      <p:ext uri="{BB962C8B-B14F-4D97-AF65-F5344CB8AC3E}">
        <p14:creationId xmlns:p14="http://schemas.microsoft.com/office/powerpoint/2010/main" val="1591347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0"/>
            <a:ext cx="11155680" cy="338554"/>
          </a:xfrm>
          <a:prstGeom prst="rect">
            <a:avLst/>
          </a:prstGeom>
          <a:noFill/>
        </p:spPr>
        <p:txBody>
          <a:bodyPr wrap="square" lIns="45720" rIns="45720" anchor="t">
            <a:spAutoFit/>
          </a:bodyPr>
          <a:lstStyle/>
          <a:p>
            <a:pPr algn="l"/>
            <a:r>
              <a:rPr sz="1600" b="1" i="0" dirty="0">
                <a:solidFill>
                  <a:srgbClr val="E67E22"/>
                </a:solidFill>
                <a:latin typeface="Calibri"/>
              </a:rPr>
              <a:t>PART 3</a:t>
            </a:r>
          </a:p>
        </p:txBody>
      </p:sp>
      <p:sp>
        <p:nvSpPr>
          <p:cNvPr id="4" name="TextBox 3"/>
          <p:cNvSpPr txBox="1"/>
          <p:nvPr/>
        </p:nvSpPr>
        <p:spPr>
          <a:xfrm>
            <a:off x="548640" y="3108960"/>
            <a:ext cx="11155680" cy="769441"/>
          </a:xfrm>
          <a:prstGeom prst="rect">
            <a:avLst/>
          </a:prstGeom>
          <a:noFill/>
        </p:spPr>
        <p:txBody>
          <a:bodyPr wrap="square" lIns="45720" rIns="45720" anchor="t">
            <a:spAutoFit/>
          </a:bodyPr>
          <a:lstStyle/>
          <a:p>
            <a:pPr algn="l"/>
            <a:r>
              <a:rPr lang="en-US" sz="4400" b="1" i="0" dirty="0">
                <a:solidFill>
                  <a:srgbClr val="FFFFFF"/>
                </a:solidFill>
                <a:latin typeface="Cambria"/>
              </a:rPr>
              <a:t>Optimizing prompts &amp; pipelines</a:t>
            </a:r>
            <a:endParaRPr sz="4400" b="1" i="0" dirty="0">
              <a:solidFill>
                <a:srgbClr val="FFFFFF"/>
              </a:solidFill>
              <a:latin typeface="Cambria"/>
            </a:endParaRPr>
          </a:p>
        </p:txBody>
      </p:sp>
      <p:sp>
        <p:nvSpPr>
          <p:cNvPr id="5" name="TextBox 4"/>
          <p:cNvSpPr txBox="1"/>
          <p:nvPr/>
        </p:nvSpPr>
        <p:spPr>
          <a:xfrm>
            <a:off x="548640" y="4572000"/>
            <a:ext cx="11155680" cy="400110"/>
          </a:xfrm>
          <a:prstGeom prst="rect">
            <a:avLst/>
          </a:prstGeom>
          <a:noFill/>
        </p:spPr>
        <p:txBody>
          <a:bodyPr wrap="square" lIns="45720" rIns="45720" anchor="t">
            <a:spAutoFit/>
          </a:bodyPr>
          <a:lstStyle/>
          <a:p>
            <a:pPr algn="l"/>
            <a:r>
              <a:rPr lang="en-US" sz="2000" b="0" i="0" dirty="0">
                <a:solidFill>
                  <a:srgbClr val="B5BDC8"/>
                </a:solidFill>
                <a:latin typeface="Calibri"/>
              </a:rPr>
              <a:t>How to build better, cheaper, modular tools a stranger can reuse and augment</a:t>
            </a:r>
            <a:endParaRPr sz="2000" b="0" i="0" dirty="0">
              <a:solidFill>
                <a:srgbClr val="B5BDC8"/>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0A88B-BBA0-1877-8A0C-7A8188D521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E8A9E2-14B2-57A5-CF17-9FCF918B5A8E}"/>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Robust Pipelines: Industrial Perspective</a:t>
            </a:r>
            <a:endParaRPr sz="3200" b="1" i="0" dirty="0">
              <a:solidFill>
                <a:srgbClr val="1E2761"/>
              </a:solidFill>
              <a:latin typeface="Cambria"/>
            </a:endParaRPr>
          </a:p>
        </p:txBody>
      </p:sp>
      <p:sp>
        <p:nvSpPr>
          <p:cNvPr id="3" name="Rectangle 2">
            <a:extLst>
              <a:ext uri="{FF2B5EF4-FFF2-40B4-BE49-F238E27FC236}">
                <a16:creationId xmlns:a16="http://schemas.microsoft.com/office/drawing/2014/main" id="{E5C4F836-6D9B-0DB3-C07F-C56E682AAEEF}"/>
              </a:ext>
            </a:extLst>
          </p:cNvPr>
          <p:cNvSpPr/>
          <p:nvPr/>
        </p:nvSpPr>
        <p:spPr>
          <a:xfrm>
            <a:off x="548640" y="1554480"/>
            <a:ext cx="5486400" cy="5486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4CA3FA0-7703-3F7D-DE43-B3914F2EC7B7}"/>
              </a:ext>
            </a:extLst>
          </p:cNvPr>
          <p:cNvSpPr txBox="1"/>
          <p:nvPr/>
        </p:nvSpPr>
        <p:spPr>
          <a:xfrm>
            <a:off x="685800" y="1613356"/>
            <a:ext cx="5212080" cy="430887"/>
          </a:xfrm>
          <a:prstGeom prst="rect">
            <a:avLst/>
          </a:prstGeom>
          <a:noFill/>
        </p:spPr>
        <p:txBody>
          <a:bodyPr wrap="square" lIns="45720" rIns="45720" anchor="ctr">
            <a:spAutoFit/>
          </a:bodyPr>
          <a:lstStyle/>
          <a:p>
            <a:pPr algn="l"/>
            <a:r>
              <a:rPr sz="2200" b="1" i="0" dirty="0">
                <a:solidFill>
                  <a:srgbClr val="FFFFFF"/>
                </a:solidFill>
                <a:latin typeface="Cambria"/>
              </a:rPr>
              <a:t>✓  Good </a:t>
            </a:r>
            <a:r>
              <a:rPr lang="en-US" sz="2200" b="1" i="0" dirty="0">
                <a:solidFill>
                  <a:srgbClr val="FFFFFF"/>
                </a:solidFill>
                <a:latin typeface="Cambria"/>
              </a:rPr>
              <a:t>pipelines</a:t>
            </a:r>
            <a:endParaRPr sz="2200" b="1" i="0" dirty="0">
              <a:solidFill>
                <a:srgbClr val="FFFFFF"/>
              </a:solidFill>
              <a:latin typeface="Cambria"/>
            </a:endParaRPr>
          </a:p>
        </p:txBody>
      </p:sp>
      <p:sp>
        <p:nvSpPr>
          <p:cNvPr id="5" name="Rectangle 4">
            <a:extLst>
              <a:ext uri="{FF2B5EF4-FFF2-40B4-BE49-F238E27FC236}">
                <a16:creationId xmlns:a16="http://schemas.microsoft.com/office/drawing/2014/main" id="{284BFC16-4A5B-49D6-0DA3-5B52F18E83D5}"/>
              </a:ext>
            </a:extLst>
          </p:cNvPr>
          <p:cNvSpPr/>
          <p:nvPr/>
        </p:nvSpPr>
        <p:spPr>
          <a:xfrm>
            <a:off x="548640" y="2103120"/>
            <a:ext cx="5486400" cy="429768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30405A8-A7B3-49C0-6F2A-57D7DA0CBD52}"/>
              </a:ext>
            </a:extLst>
          </p:cNvPr>
          <p:cNvSpPr txBox="1"/>
          <p:nvPr/>
        </p:nvSpPr>
        <p:spPr>
          <a:xfrm>
            <a:off x="777240" y="2286000"/>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7" name="TextBox 6">
            <a:extLst>
              <a:ext uri="{FF2B5EF4-FFF2-40B4-BE49-F238E27FC236}">
                <a16:creationId xmlns:a16="http://schemas.microsoft.com/office/drawing/2014/main" id="{D6962FCD-4D3F-4441-F844-CC6DFD5D8A85}"/>
              </a:ext>
            </a:extLst>
          </p:cNvPr>
          <p:cNvSpPr txBox="1"/>
          <p:nvPr/>
        </p:nvSpPr>
        <p:spPr>
          <a:xfrm>
            <a:off x="1188720" y="2286000"/>
            <a:ext cx="4617720" cy="400110"/>
          </a:xfrm>
          <a:prstGeom prst="rect">
            <a:avLst/>
          </a:prstGeom>
          <a:noFill/>
        </p:spPr>
        <p:txBody>
          <a:bodyPr wrap="square" lIns="45720" rIns="45720" anchor="t">
            <a:spAutoFit/>
          </a:bodyPr>
          <a:lstStyle/>
          <a:p>
            <a:pPr algn="l"/>
            <a:r>
              <a:rPr lang="en-US" sz="2000" b="1" i="0" dirty="0">
                <a:solidFill>
                  <a:srgbClr val="2C3E50"/>
                </a:solidFill>
                <a:latin typeface="Calibri"/>
              </a:rPr>
              <a:t>Env/dependency files</a:t>
            </a:r>
            <a:endParaRPr sz="2000" b="1" i="0" dirty="0">
              <a:solidFill>
                <a:srgbClr val="2C3E50"/>
              </a:solidFill>
              <a:latin typeface="Calibri"/>
            </a:endParaRPr>
          </a:p>
        </p:txBody>
      </p:sp>
      <p:sp>
        <p:nvSpPr>
          <p:cNvPr id="8" name="TextBox 7">
            <a:extLst>
              <a:ext uri="{FF2B5EF4-FFF2-40B4-BE49-F238E27FC236}">
                <a16:creationId xmlns:a16="http://schemas.microsoft.com/office/drawing/2014/main" id="{36922286-A629-34CF-3776-477FEBFD42D4}"/>
              </a:ext>
            </a:extLst>
          </p:cNvPr>
          <p:cNvSpPr txBox="1"/>
          <p:nvPr/>
        </p:nvSpPr>
        <p:spPr>
          <a:xfrm>
            <a:off x="1188720" y="2651760"/>
            <a:ext cx="4617720" cy="584775"/>
          </a:xfrm>
          <a:prstGeom prst="rect">
            <a:avLst/>
          </a:prstGeom>
          <a:noFill/>
        </p:spPr>
        <p:txBody>
          <a:bodyPr wrap="square" lIns="45720" rIns="45720" anchor="t">
            <a:spAutoFit/>
          </a:bodyPr>
          <a:lstStyle/>
          <a:p>
            <a:pPr algn="l"/>
            <a:r>
              <a:rPr lang="en-US" sz="1600" dirty="0">
                <a:solidFill>
                  <a:srgbClr val="4A5B6E"/>
                </a:solidFill>
                <a:latin typeface="Calibri"/>
              </a:rPr>
              <a:t>Virtual environments, dependency files, frozen models, served endpoints</a:t>
            </a:r>
            <a:endParaRPr sz="1600" b="0" i="0" dirty="0">
              <a:solidFill>
                <a:srgbClr val="4A5B6E"/>
              </a:solidFill>
              <a:latin typeface="Calibri"/>
            </a:endParaRPr>
          </a:p>
        </p:txBody>
      </p:sp>
      <p:sp>
        <p:nvSpPr>
          <p:cNvPr id="9" name="TextBox 8">
            <a:extLst>
              <a:ext uri="{FF2B5EF4-FFF2-40B4-BE49-F238E27FC236}">
                <a16:creationId xmlns:a16="http://schemas.microsoft.com/office/drawing/2014/main" id="{6132C473-51BA-F364-33A7-4937CBF1BC4B}"/>
              </a:ext>
            </a:extLst>
          </p:cNvPr>
          <p:cNvSpPr txBox="1"/>
          <p:nvPr/>
        </p:nvSpPr>
        <p:spPr>
          <a:xfrm>
            <a:off x="777240" y="3596640"/>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10" name="TextBox 9">
            <a:extLst>
              <a:ext uri="{FF2B5EF4-FFF2-40B4-BE49-F238E27FC236}">
                <a16:creationId xmlns:a16="http://schemas.microsoft.com/office/drawing/2014/main" id="{49074C71-DC10-58A2-41D3-E0C9655A315F}"/>
              </a:ext>
            </a:extLst>
          </p:cNvPr>
          <p:cNvSpPr txBox="1"/>
          <p:nvPr/>
        </p:nvSpPr>
        <p:spPr>
          <a:xfrm>
            <a:off x="1188720" y="3596640"/>
            <a:ext cx="4617720" cy="400110"/>
          </a:xfrm>
          <a:prstGeom prst="rect">
            <a:avLst/>
          </a:prstGeom>
          <a:noFill/>
        </p:spPr>
        <p:txBody>
          <a:bodyPr wrap="square" lIns="45720" rIns="45720" anchor="t">
            <a:spAutoFit/>
          </a:bodyPr>
          <a:lstStyle/>
          <a:p>
            <a:pPr algn="l"/>
            <a:r>
              <a:rPr lang="en-US" sz="2000" b="1" dirty="0">
                <a:solidFill>
                  <a:srgbClr val="2C3E50"/>
                </a:solidFill>
                <a:latin typeface="Calibri"/>
              </a:rPr>
              <a:t>Clear task delineation</a:t>
            </a:r>
            <a:endParaRPr sz="2000" b="1" i="0" dirty="0">
              <a:solidFill>
                <a:srgbClr val="2C3E50"/>
              </a:solidFill>
              <a:latin typeface="Calibri"/>
            </a:endParaRPr>
          </a:p>
        </p:txBody>
      </p:sp>
      <p:sp>
        <p:nvSpPr>
          <p:cNvPr id="11" name="TextBox 10">
            <a:extLst>
              <a:ext uri="{FF2B5EF4-FFF2-40B4-BE49-F238E27FC236}">
                <a16:creationId xmlns:a16="http://schemas.microsoft.com/office/drawing/2014/main" id="{69084B33-D0FA-4105-9156-3F92CCD9D303}"/>
              </a:ext>
            </a:extLst>
          </p:cNvPr>
          <p:cNvSpPr txBox="1"/>
          <p:nvPr/>
        </p:nvSpPr>
        <p:spPr>
          <a:xfrm>
            <a:off x="1188720" y="3962400"/>
            <a:ext cx="4617720" cy="584775"/>
          </a:xfrm>
          <a:prstGeom prst="rect">
            <a:avLst/>
          </a:prstGeom>
          <a:noFill/>
        </p:spPr>
        <p:txBody>
          <a:bodyPr wrap="square" lIns="45720" rIns="45720" anchor="t">
            <a:spAutoFit/>
          </a:bodyPr>
          <a:lstStyle/>
          <a:p>
            <a:pPr algn="l"/>
            <a:r>
              <a:rPr lang="en-US" sz="1600" dirty="0">
                <a:solidFill>
                  <a:srgbClr val="4A5B6E"/>
                </a:solidFill>
                <a:latin typeface="Calibri"/>
              </a:rPr>
              <a:t>readme files and annotated code which details the purpose and output of each code chunk</a:t>
            </a:r>
            <a:endParaRPr sz="1600" b="0" i="0" dirty="0">
              <a:solidFill>
                <a:srgbClr val="4A5B6E"/>
              </a:solidFill>
              <a:latin typeface="Calibri"/>
            </a:endParaRPr>
          </a:p>
        </p:txBody>
      </p:sp>
      <p:sp>
        <p:nvSpPr>
          <p:cNvPr id="12" name="TextBox 11">
            <a:extLst>
              <a:ext uri="{FF2B5EF4-FFF2-40B4-BE49-F238E27FC236}">
                <a16:creationId xmlns:a16="http://schemas.microsoft.com/office/drawing/2014/main" id="{666DED34-69C5-6710-ED57-A1B7F93B8FF7}"/>
              </a:ext>
            </a:extLst>
          </p:cNvPr>
          <p:cNvSpPr txBox="1"/>
          <p:nvPr/>
        </p:nvSpPr>
        <p:spPr>
          <a:xfrm>
            <a:off x="777240" y="4907280"/>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13" name="TextBox 12">
            <a:extLst>
              <a:ext uri="{FF2B5EF4-FFF2-40B4-BE49-F238E27FC236}">
                <a16:creationId xmlns:a16="http://schemas.microsoft.com/office/drawing/2014/main" id="{0F971803-6B3A-A0AD-629D-1F1CEACC0E57}"/>
              </a:ext>
            </a:extLst>
          </p:cNvPr>
          <p:cNvSpPr txBox="1"/>
          <p:nvPr/>
        </p:nvSpPr>
        <p:spPr>
          <a:xfrm>
            <a:off x="1188720" y="4907280"/>
            <a:ext cx="4617720" cy="400110"/>
          </a:xfrm>
          <a:prstGeom prst="rect">
            <a:avLst/>
          </a:prstGeom>
          <a:noFill/>
        </p:spPr>
        <p:txBody>
          <a:bodyPr wrap="square" lIns="45720" rIns="45720" anchor="t">
            <a:spAutoFit/>
          </a:bodyPr>
          <a:lstStyle/>
          <a:p>
            <a:pPr algn="l"/>
            <a:r>
              <a:rPr lang="en-US" sz="2000" b="1" i="0" dirty="0">
                <a:solidFill>
                  <a:srgbClr val="2C3E50"/>
                </a:solidFill>
                <a:latin typeface="Calibri"/>
              </a:rPr>
              <a:t>Efficient and low-cost</a:t>
            </a:r>
            <a:endParaRPr sz="2000" b="1" i="0" dirty="0">
              <a:solidFill>
                <a:srgbClr val="2C3E50"/>
              </a:solidFill>
              <a:latin typeface="Calibri"/>
            </a:endParaRPr>
          </a:p>
        </p:txBody>
      </p:sp>
      <p:sp>
        <p:nvSpPr>
          <p:cNvPr id="14" name="TextBox 13">
            <a:extLst>
              <a:ext uri="{FF2B5EF4-FFF2-40B4-BE49-F238E27FC236}">
                <a16:creationId xmlns:a16="http://schemas.microsoft.com/office/drawing/2014/main" id="{D0637A9A-7CCC-832E-095C-E114024A3BC8}"/>
              </a:ext>
            </a:extLst>
          </p:cNvPr>
          <p:cNvSpPr txBox="1"/>
          <p:nvPr/>
        </p:nvSpPr>
        <p:spPr>
          <a:xfrm>
            <a:off x="1188720" y="5273040"/>
            <a:ext cx="4617720" cy="584775"/>
          </a:xfrm>
          <a:prstGeom prst="rect">
            <a:avLst/>
          </a:prstGeom>
          <a:noFill/>
        </p:spPr>
        <p:txBody>
          <a:bodyPr wrap="square" lIns="45720" rIns="45720" anchor="t">
            <a:spAutoFit/>
          </a:bodyPr>
          <a:lstStyle/>
          <a:p>
            <a:r>
              <a:rPr lang="en-US" sz="1600" dirty="0">
                <a:solidFill>
                  <a:srgbClr val="4A5B6E"/>
                </a:solidFill>
                <a:latin typeface="Calibri"/>
              </a:rPr>
              <a:t>models are right-sized to purpose, leverage matched language and tool calls, optimized search algorithms</a:t>
            </a:r>
            <a:endParaRPr sz="1600" b="0" i="0" dirty="0">
              <a:solidFill>
                <a:srgbClr val="4A5B6E"/>
              </a:solidFill>
              <a:latin typeface="Calibri"/>
            </a:endParaRPr>
          </a:p>
        </p:txBody>
      </p:sp>
      <p:sp>
        <p:nvSpPr>
          <p:cNvPr id="15" name="Rectangle 14">
            <a:extLst>
              <a:ext uri="{FF2B5EF4-FFF2-40B4-BE49-F238E27FC236}">
                <a16:creationId xmlns:a16="http://schemas.microsoft.com/office/drawing/2014/main" id="{77A65325-29A1-CF8B-3BCE-15ACA29B3EF7}"/>
              </a:ext>
            </a:extLst>
          </p:cNvPr>
          <p:cNvSpPr/>
          <p:nvPr/>
        </p:nvSpPr>
        <p:spPr>
          <a:xfrm>
            <a:off x="6309360" y="1554480"/>
            <a:ext cx="5486400" cy="548640"/>
          </a:xfrm>
          <a:prstGeom prst="rect">
            <a:avLst/>
          </a:prstGeom>
          <a:solidFill>
            <a:srgbClr val="B03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ADFEB4B2-A295-303A-3FC5-30595DADC4B3}"/>
              </a:ext>
            </a:extLst>
          </p:cNvPr>
          <p:cNvSpPr txBox="1"/>
          <p:nvPr/>
        </p:nvSpPr>
        <p:spPr>
          <a:xfrm>
            <a:off x="6446520" y="1613356"/>
            <a:ext cx="5212080" cy="430887"/>
          </a:xfrm>
          <a:prstGeom prst="rect">
            <a:avLst/>
          </a:prstGeom>
          <a:noFill/>
        </p:spPr>
        <p:txBody>
          <a:bodyPr wrap="square" lIns="45720" rIns="45720" anchor="ctr">
            <a:spAutoFit/>
          </a:bodyPr>
          <a:lstStyle/>
          <a:p>
            <a:pPr algn="l"/>
            <a:r>
              <a:rPr sz="2200" b="1" i="0" dirty="0">
                <a:solidFill>
                  <a:srgbClr val="FFFFFF"/>
                </a:solidFill>
                <a:latin typeface="Cambria"/>
              </a:rPr>
              <a:t>✗  </a:t>
            </a:r>
            <a:r>
              <a:rPr lang="en-US" sz="2200" b="1" i="0" dirty="0">
                <a:solidFill>
                  <a:srgbClr val="FFFFFF"/>
                </a:solidFill>
                <a:latin typeface="Cambria"/>
              </a:rPr>
              <a:t>Bad pipelines</a:t>
            </a:r>
            <a:endParaRPr sz="2200" b="1" i="0" dirty="0">
              <a:solidFill>
                <a:srgbClr val="FFFFFF"/>
              </a:solidFill>
              <a:latin typeface="Cambria"/>
            </a:endParaRPr>
          </a:p>
        </p:txBody>
      </p:sp>
      <p:sp>
        <p:nvSpPr>
          <p:cNvPr id="17" name="Rectangle 16">
            <a:extLst>
              <a:ext uri="{FF2B5EF4-FFF2-40B4-BE49-F238E27FC236}">
                <a16:creationId xmlns:a16="http://schemas.microsoft.com/office/drawing/2014/main" id="{B873281F-1637-B4A9-68CD-B993FAA9C400}"/>
              </a:ext>
            </a:extLst>
          </p:cNvPr>
          <p:cNvSpPr/>
          <p:nvPr/>
        </p:nvSpPr>
        <p:spPr>
          <a:xfrm>
            <a:off x="6309360" y="2103120"/>
            <a:ext cx="5486400" cy="429768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292F9BC0-E37F-62D9-B895-2CBF15B81D81}"/>
              </a:ext>
            </a:extLst>
          </p:cNvPr>
          <p:cNvSpPr txBox="1"/>
          <p:nvPr/>
        </p:nvSpPr>
        <p:spPr>
          <a:xfrm>
            <a:off x="6537960" y="2286000"/>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19" name="TextBox 18">
            <a:extLst>
              <a:ext uri="{FF2B5EF4-FFF2-40B4-BE49-F238E27FC236}">
                <a16:creationId xmlns:a16="http://schemas.microsoft.com/office/drawing/2014/main" id="{5743ED65-109A-A294-0F96-F05CD0159A3F}"/>
              </a:ext>
            </a:extLst>
          </p:cNvPr>
          <p:cNvSpPr txBox="1"/>
          <p:nvPr/>
        </p:nvSpPr>
        <p:spPr>
          <a:xfrm>
            <a:off x="6949440" y="2286000"/>
            <a:ext cx="4617720" cy="400110"/>
          </a:xfrm>
          <a:prstGeom prst="rect">
            <a:avLst/>
          </a:prstGeom>
          <a:noFill/>
        </p:spPr>
        <p:txBody>
          <a:bodyPr wrap="square" lIns="45720" rIns="45720" anchor="t">
            <a:spAutoFit/>
          </a:bodyPr>
          <a:lstStyle/>
          <a:p>
            <a:pPr algn="l"/>
            <a:r>
              <a:rPr lang="en-US" sz="2000" b="1" dirty="0">
                <a:solidFill>
                  <a:srgbClr val="2C3E50"/>
                </a:solidFill>
                <a:latin typeface="Calibri"/>
              </a:rPr>
              <a:t>“Rotting” code</a:t>
            </a:r>
            <a:endParaRPr sz="2000" b="1" i="0" dirty="0">
              <a:solidFill>
                <a:srgbClr val="2C3E50"/>
              </a:solidFill>
              <a:latin typeface="Calibri"/>
            </a:endParaRPr>
          </a:p>
        </p:txBody>
      </p:sp>
      <p:sp>
        <p:nvSpPr>
          <p:cNvPr id="20" name="TextBox 19">
            <a:extLst>
              <a:ext uri="{FF2B5EF4-FFF2-40B4-BE49-F238E27FC236}">
                <a16:creationId xmlns:a16="http://schemas.microsoft.com/office/drawing/2014/main" id="{A536F578-A6EC-B54C-E5C0-9EBD735E8C64}"/>
              </a:ext>
            </a:extLst>
          </p:cNvPr>
          <p:cNvSpPr txBox="1"/>
          <p:nvPr/>
        </p:nvSpPr>
        <p:spPr>
          <a:xfrm>
            <a:off x="6949440" y="2651760"/>
            <a:ext cx="4617720" cy="584775"/>
          </a:xfrm>
          <a:prstGeom prst="rect">
            <a:avLst/>
          </a:prstGeom>
          <a:noFill/>
        </p:spPr>
        <p:txBody>
          <a:bodyPr wrap="square" lIns="45720" rIns="45720" anchor="t">
            <a:spAutoFit/>
          </a:bodyPr>
          <a:lstStyle/>
          <a:p>
            <a:pPr algn="l"/>
            <a:r>
              <a:rPr lang="en-US" sz="1600" dirty="0">
                <a:solidFill>
                  <a:srgbClr val="4A5B6E"/>
                </a:solidFill>
                <a:latin typeface="Calibri"/>
              </a:rPr>
              <a:t>w</a:t>
            </a:r>
            <a:r>
              <a:rPr lang="en-US" sz="1600" b="0" i="0" dirty="0">
                <a:solidFill>
                  <a:srgbClr val="4A5B6E"/>
                </a:solidFill>
                <a:latin typeface="Calibri"/>
              </a:rPr>
              <a:t>orkhorse packages and models regularly update and should not be pipeline breaking</a:t>
            </a:r>
            <a:endParaRPr sz="1600" b="0" i="0" dirty="0">
              <a:solidFill>
                <a:srgbClr val="4A5B6E"/>
              </a:solidFill>
              <a:latin typeface="Calibri"/>
            </a:endParaRPr>
          </a:p>
        </p:txBody>
      </p:sp>
      <p:sp>
        <p:nvSpPr>
          <p:cNvPr id="21" name="TextBox 20">
            <a:extLst>
              <a:ext uri="{FF2B5EF4-FFF2-40B4-BE49-F238E27FC236}">
                <a16:creationId xmlns:a16="http://schemas.microsoft.com/office/drawing/2014/main" id="{63C2617F-DA0E-6A2A-E468-14FA17287F77}"/>
              </a:ext>
            </a:extLst>
          </p:cNvPr>
          <p:cNvSpPr txBox="1"/>
          <p:nvPr/>
        </p:nvSpPr>
        <p:spPr>
          <a:xfrm>
            <a:off x="6537960" y="3596640"/>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22" name="TextBox 21">
            <a:extLst>
              <a:ext uri="{FF2B5EF4-FFF2-40B4-BE49-F238E27FC236}">
                <a16:creationId xmlns:a16="http://schemas.microsoft.com/office/drawing/2014/main" id="{0BA42367-4FD6-66AD-2BCB-2171A97C85B0}"/>
              </a:ext>
            </a:extLst>
          </p:cNvPr>
          <p:cNvSpPr txBox="1"/>
          <p:nvPr/>
        </p:nvSpPr>
        <p:spPr>
          <a:xfrm>
            <a:off x="6949440" y="3596640"/>
            <a:ext cx="4617720" cy="400110"/>
          </a:xfrm>
          <a:prstGeom prst="rect">
            <a:avLst/>
          </a:prstGeom>
          <a:noFill/>
        </p:spPr>
        <p:txBody>
          <a:bodyPr wrap="square" lIns="45720" rIns="45720" anchor="t">
            <a:spAutoFit/>
          </a:bodyPr>
          <a:lstStyle/>
          <a:p>
            <a:pPr algn="l"/>
            <a:r>
              <a:rPr lang="en-US" sz="2000" b="1" i="0" dirty="0">
                <a:solidFill>
                  <a:srgbClr val="2C3E50"/>
                </a:solidFill>
                <a:latin typeface="Calibri"/>
              </a:rPr>
              <a:t>Hyper-specific tooling/tasks</a:t>
            </a:r>
            <a:endParaRPr sz="2000" b="1" i="0" dirty="0">
              <a:solidFill>
                <a:srgbClr val="2C3E50"/>
              </a:solidFill>
              <a:latin typeface="Calibri"/>
            </a:endParaRPr>
          </a:p>
        </p:txBody>
      </p:sp>
      <p:sp>
        <p:nvSpPr>
          <p:cNvPr id="23" name="TextBox 22">
            <a:extLst>
              <a:ext uri="{FF2B5EF4-FFF2-40B4-BE49-F238E27FC236}">
                <a16:creationId xmlns:a16="http://schemas.microsoft.com/office/drawing/2014/main" id="{8F38376D-DD7E-31A5-0DC4-5F606FF0DECF}"/>
              </a:ext>
            </a:extLst>
          </p:cNvPr>
          <p:cNvSpPr txBox="1"/>
          <p:nvPr/>
        </p:nvSpPr>
        <p:spPr>
          <a:xfrm>
            <a:off x="6949440" y="3962400"/>
            <a:ext cx="4617720" cy="584775"/>
          </a:xfrm>
          <a:prstGeom prst="rect">
            <a:avLst/>
          </a:prstGeom>
          <a:noFill/>
        </p:spPr>
        <p:txBody>
          <a:bodyPr wrap="square" lIns="45720" rIns="45720" anchor="t">
            <a:spAutoFit/>
          </a:bodyPr>
          <a:lstStyle/>
          <a:p>
            <a:pPr algn="l"/>
            <a:r>
              <a:rPr lang="en-US" sz="1600" dirty="0">
                <a:solidFill>
                  <a:srgbClr val="4A5B6E"/>
                </a:solidFill>
                <a:latin typeface="Calibri"/>
              </a:rPr>
              <a:t>limited tidy data flows or imperfect abstraction leads to a one tool – one solution problem </a:t>
            </a:r>
            <a:endParaRPr sz="1600" b="0" i="0" dirty="0">
              <a:solidFill>
                <a:srgbClr val="4A5B6E"/>
              </a:solidFill>
              <a:latin typeface="Calibri"/>
            </a:endParaRPr>
          </a:p>
        </p:txBody>
      </p:sp>
      <p:sp>
        <p:nvSpPr>
          <p:cNvPr id="24" name="TextBox 23">
            <a:extLst>
              <a:ext uri="{FF2B5EF4-FFF2-40B4-BE49-F238E27FC236}">
                <a16:creationId xmlns:a16="http://schemas.microsoft.com/office/drawing/2014/main" id="{80EFE28A-71D9-CFD0-036D-DE6718D95761}"/>
              </a:ext>
            </a:extLst>
          </p:cNvPr>
          <p:cNvSpPr txBox="1"/>
          <p:nvPr/>
        </p:nvSpPr>
        <p:spPr>
          <a:xfrm>
            <a:off x="6537960" y="4907280"/>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25" name="TextBox 24">
            <a:extLst>
              <a:ext uri="{FF2B5EF4-FFF2-40B4-BE49-F238E27FC236}">
                <a16:creationId xmlns:a16="http://schemas.microsoft.com/office/drawing/2014/main" id="{EFE80AF3-2BF5-4AB1-A7C7-6CAC8E7C9B40}"/>
              </a:ext>
            </a:extLst>
          </p:cNvPr>
          <p:cNvSpPr txBox="1"/>
          <p:nvPr/>
        </p:nvSpPr>
        <p:spPr>
          <a:xfrm>
            <a:off x="6949440" y="4907280"/>
            <a:ext cx="4617720" cy="400110"/>
          </a:xfrm>
          <a:prstGeom prst="rect">
            <a:avLst/>
          </a:prstGeom>
          <a:noFill/>
        </p:spPr>
        <p:txBody>
          <a:bodyPr wrap="square" lIns="45720" rIns="45720" anchor="t">
            <a:spAutoFit/>
          </a:bodyPr>
          <a:lstStyle/>
          <a:p>
            <a:pPr algn="l"/>
            <a:r>
              <a:rPr lang="en-US" sz="2000" b="1" i="0" dirty="0">
                <a:solidFill>
                  <a:srgbClr val="2C3E50"/>
                </a:solidFill>
                <a:latin typeface="Calibri"/>
              </a:rPr>
              <a:t>Irreproducible or stochastic </a:t>
            </a:r>
            <a:endParaRPr sz="2000" b="1" i="0" dirty="0">
              <a:solidFill>
                <a:srgbClr val="2C3E50"/>
              </a:solidFill>
              <a:latin typeface="Calibri"/>
            </a:endParaRPr>
          </a:p>
        </p:txBody>
      </p:sp>
      <p:sp>
        <p:nvSpPr>
          <p:cNvPr id="26" name="TextBox 25">
            <a:extLst>
              <a:ext uri="{FF2B5EF4-FFF2-40B4-BE49-F238E27FC236}">
                <a16:creationId xmlns:a16="http://schemas.microsoft.com/office/drawing/2014/main" id="{55CC7194-5DBE-CB36-3C47-815E2671BA48}"/>
              </a:ext>
            </a:extLst>
          </p:cNvPr>
          <p:cNvSpPr txBox="1"/>
          <p:nvPr/>
        </p:nvSpPr>
        <p:spPr>
          <a:xfrm>
            <a:off x="6949440" y="5273040"/>
            <a:ext cx="4617720" cy="584775"/>
          </a:xfrm>
          <a:prstGeom prst="rect">
            <a:avLst/>
          </a:prstGeom>
          <a:noFill/>
        </p:spPr>
        <p:txBody>
          <a:bodyPr wrap="square" lIns="45720" rIns="45720" anchor="t">
            <a:spAutoFit/>
          </a:bodyPr>
          <a:lstStyle/>
          <a:p>
            <a:pPr algn="l"/>
            <a:r>
              <a:rPr lang="en-US" sz="1600" dirty="0">
                <a:solidFill>
                  <a:srgbClr val="4A5B6E"/>
                </a:solidFill>
                <a:latin typeface="Calibri"/>
              </a:rPr>
              <a:t>require a data owner for start-up and/or gives different answers every time </a:t>
            </a:r>
            <a:endParaRPr sz="1600" b="0" i="0" dirty="0">
              <a:solidFill>
                <a:srgbClr val="4A5B6E"/>
              </a:solidFill>
              <a:latin typeface="Calibri"/>
            </a:endParaRPr>
          </a:p>
        </p:txBody>
      </p:sp>
    </p:spTree>
    <p:extLst>
      <p:ext uri="{BB962C8B-B14F-4D97-AF65-F5344CB8AC3E}">
        <p14:creationId xmlns:p14="http://schemas.microsoft.com/office/powerpoint/2010/main" val="3896664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2D3C9-DB3F-A8EC-FD32-17BA874457B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15A394E-B32C-5727-7148-70EF65047441}"/>
              </a:ext>
            </a:extLst>
          </p:cNvPr>
          <p:cNvSpPr>
            <a:spLocks noGrp="1"/>
          </p:cNvSpPr>
          <p:nvPr>
            <p:ph type="title"/>
          </p:nvPr>
        </p:nvSpPr>
        <p:spPr/>
        <p:txBody>
          <a:bodyPr/>
          <a:lstStyle/>
          <a:p>
            <a:r>
              <a:rPr lang="en-US" dirty="0">
                <a:solidFill>
                  <a:srgbClr val="1E2761"/>
                </a:solidFill>
              </a:rPr>
              <a:t>Thinking About Cost Models</a:t>
            </a:r>
          </a:p>
        </p:txBody>
      </p:sp>
      <p:sp>
        <p:nvSpPr>
          <p:cNvPr id="4" name="Date Placeholder 3">
            <a:extLst>
              <a:ext uri="{FF2B5EF4-FFF2-40B4-BE49-F238E27FC236}">
                <a16:creationId xmlns:a16="http://schemas.microsoft.com/office/drawing/2014/main" id="{705EB9CE-F0DE-3406-F62A-803EA5A72284}"/>
              </a:ext>
            </a:extLst>
          </p:cNvPr>
          <p:cNvSpPr>
            <a:spLocks noGrp="1"/>
          </p:cNvSpPr>
          <p:nvPr>
            <p:ph type="dt" sz="half"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ED89FCFE-9038-9F3C-CC50-16BC37148884}"/>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6D1532F-61F1-B941-ACDF-6BC65E0B4055}" type="slidenum">
              <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25</a:t>
            </a:fld>
            <a:endPar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AB01D2E6-A53B-3BFB-157B-BE078D9690FD}"/>
              </a:ext>
            </a:extLst>
          </p:cNvPr>
          <p:cNvSpPr txBox="1"/>
          <p:nvPr/>
        </p:nvSpPr>
        <p:spPr>
          <a:xfrm>
            <a:off x="518160" y="1100825"/>
            <a:ext cx="11155680" cy="461665"/>
          </a:xfrm>
          <a:prstGeom prst="rect">
            <a:avLst/>
          </a:prstGeom>
          <a:noFill/>
        </p:spPr>
        <p:txBody>
          <a:bodyPr wrap="square" lIns="45720" rIns="45720" anchor="t">
            <a:spAutoFit/>
          </a:bodyPr>
          <a:lstStyle/>
          <a:p>
            <a:pPr algn="l"/>
            <a:r>
              <a:rPr lang="en-US" sz="2400" b="1" i="0" dirty="0">
                <a:solidFill>
                  <a:srgbClr val="1E2761"/>
                </a:solidFill>
                <a:latin typeface="Cambria"/>
              </a:rPr>
              <a:t>Sometimes the most expensive part of doing science…is you</a:t>
            </a:r>
            <a:endParaRPr sz="2400" b="1" i="0" dirty="0">
              <a:solidFill>
                <a:srgbClr val="1E2761"/>
              </a:solidFill>
              <a:latin typeface="Cambria"/>
            </a:endParaRPr>
          </a:p>
        </p:txBody>
      </p:sp>
      <p:sp>
        <p:nvSpPr>
          <p:cNvPr id="6" name="Rounded Rectangle 2">
            <a:extLst>
              <a:ext uri="{FF2B5EF4-FFF2-40B4-BE49-F238E27FC236}">
                <a16:creationId xmlns:a16="http://schemas.microsoft.com/office/drawing/2014/main" id="{65EFF1B2-BF7E-D97F-CF72-1357B1480DAD}"/>
              </a:ext>
            </a:extLst>
          </p:cNvPr>
          <p:cNvSpPr/>
          <p:nvPr/>
        </p:nvSpPr>
        <p:spPr>
          <a:xfrm>
            <a:off x="548640" y="2487067"/>
            <a:ext cx="3535680" cy="2841595"/>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Rounded Rectangle 3">
            <a:extLst>
              <a:ext uri="{FF2B5EF4-FFF2-40B4-BE49-F238E27FC236}">
                <a16:creationId xmlns:a16="http://schemas.microsoft.com/office/drawing/2014/main" id="{70693D8C-CCCC-BB6E-D6E2-8BEF32C333F5}"/>
              </a:ext>
            </a:extLst>
          </p:cNvPr>
          <p:cNvSpPr/>
          <p:nvPr/>
        </p:nvSpPr>
        <p:spPr>
          <a:xfrm>
            <a:off x="548640" y="2487067"/>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a:extLst>
              <a:ext uri="{FF2B5EF4-FFF2-40B4-BE49-F238E27FC236}">
                <a16:creationId xmlns:a16="http://schemas.microsoft.com/office/drawing/2014/main" id="{9E1C3850-7639-B1D2-4B06-7A5CCBF76862}"/>
              </a:ext>
            </a:extLst>
          </p:cNvPr>
          <p:cNvSpPr txBox="1"/>
          <p:nvPr/>
        </p:nvSpPr>
        <p:spPr>
          <a:xfrm>
            <a:off x="731520" y="2599135"/>
            <a:ext cx="3169920" cy="461665"/>
          </a:xfrm>
          <a:prstGeom prst="rect">
            <a:avLst/>
          </a:prstGeom>
          <a:noFill/>
        </p:spPr>
        <p:txBody>
          <a:bodyPr wrap="square" lIns="45720" rIns="45720" anchor="ctr">
            <a:spAutoFit/>
          </a:bodyPr>
          <a:lstStyle/>
          <a:p>
            <a:pPr algn="l"/>
            <a:r>
              <a:rPr lang="en-US" sz="2400" b="1" i="0" dirty="0">
                <a:solidFill>
                  <a:srgbClr val="FFFFFF"/>
                </a:solidFill>
                <a:latin typeface="Cambria"/>
              </a:rPr>
              <a:t>R&amp;D</a:t>
            </a:r>
            <a:endParaRPr sz="2400" b="1" i="0" dirty="0">
              <a:solidFill>
                <a:srgbClr val="FFFFFF"/>
              </a:solidFill>
              <a:latin typeface="Cambria"/>
            </a:endParaRPr>
          </a:p>
        </p:txBody>
      </p:sp>
      <p:sp>
        <p:nvSpPr>
          <p:cNvPr id="14" name="TextBox 13">
            <a:extLst>
              <a:ext uri="{FF2B5EF4-FFF2-40B4-BE49-F238E27FC236}">
                <a16:creationId xmlns:a16="http://schemas.microsoft.com/office/drawing/2014/main" id="{CCB7853C-507D-F9BF-513C-5A85599A55FE}"/>
              </a:ext>
            </a:extLst>
          </p:cNvPr>
          <p:cNvSpPr txBox="1"/>
          <p:nvPr/>
        </p:nvSpPr>
        <p:spPr>
          <a:xfrm>
            <a:off x="777240" y="3355747"/>
            <a:ext cx="3078480" cy="1323439"/>
          </a:xfrm>
          <a:prstGeom prst="rect">
            <a:avLst/>
          </a:prstGeom>
          <a:noFill/>
        </p:spPr>
        <p:txBody>
          <a:bodyPr wrap="square" lIns="45720" rIns="45720" anchor="t">
            <a:spAutoFit/>
          </a:bodyPr>
          <a:lstStyle/>
          <a:p>
            <a:pPr algn="l"/>
            <a:r>
              <a:rPr lang="en-US" sz="2000" b="0" i="0" dirty="0">
                <a:solidFill>
                  <a:srgbClr val="2C3E50"/>
                </a:solidFill>
                <a:latin typeface="Calibri"/>
              </a:rPr>
              <a:t>Not all problems require solutions and sometimes the cheapest answer is the one you already have.</a:t>
            </a:r>
            <a:endParaRPr sz="2000" b="0" i="0" dirty="0">
              <a:solidFill>
                <a:srgbClr val="2C3E50"/>
              </a:solidFill>
              <a:latin typeface="Calibri"/>
            </a:endParaRPr>
          </a:p>
        </p:txBody>
      </p:sp>
      <p:sp>
        <p:nvSpPr>
          <p:cNvPr id="16" name="TextBox 15">
            <a:extLst>
              <a:ext uri="{FF2B5EF4-FFF2-40B4-BE49-F238E27FC236}">
                <a16:creationId xmlns:a16="http://schemas.microsoft.com/office/drawing/2014/main" id="{DA61ACDB-694E-1FDC-4F02-E2A4F32CB5B7}"/>
              </a:ext>
            </a:extLst>
          </p:cNvPr>
          <p:cNvSpPr txBox="1"/>
          <p:nvPr/>
        </p:nvSpPr>
        <p:spPr>
          <a:xfrm>
            <a:off x="777240" y="4949054"/>
            <a:ext cx="3078480" cy="338554"/>
          </a:xfrm>
          <a:prstGeom prst="rect">
            <a:avLst/>
          </a:prstGeom>
          <a:noFill/>
        </p:spPr>
        <p:txBody>
          <a:bodyPr wrap="square" lIns="45720" rIns="45720" anchor="t">
            <a:spAutoFit/>
          </a:bodyPr>
          <a:lstStyle/>
          <a:p>
            <a:r>
              <a:rPr lang="en-US" sz="1600" b="1" i="1" dirty="0">
                <a:solidFill>
                  <a:srgbClr val="E67E22"/>
                </a:solidFill>
                <a:latin typeface="Calibri"/>
              </a:rPr>
              <a:t>does a problem need solving?</a:t>
            </a:r>
            <a:endParaRPr sz="1600" b="1" i="1" dirty="0">
              <a:solidFill>
                <a:srgbClr val="E67E22"/>
              </a:solidFill>
              <a:latin typeface="Calibri"/>
            </a:endParaRPr>
          </a:p>
        </p:txBody>
      </p:sp>
      <p:sp>
        <p:nvSpPr>
          <p:cNvPr id="18" name="Rounded Rectangle 7">
            <a:extLst>
              <a:ext uri="{FF2B5EF4-FFF2-40B4-BE49-F238E27FC236}">
                <a16:creationId xmlns:a16="http://schemas.microsoft.com/office/drawing/2014/main" id="{5A2EE373-0C56-EA0F-248D-ACE4EB75B494}"/>
              </a:ext>
            </a:extLst>
          </p:cNvPr>
          <p:cNvSpPr/>
          <p:nvPr/>
        </p:nvSpPr>
        <p:spPr>
          <a:xfrm>
            <a:off x="4358640" y="2487067"/>
            <a:ext cx="3535680" cy="2841595"/>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Rounded Rectangle 8">
            <a:extLst>
              <a:ext uri="{FF2B5EF4-FFF2-40B4-BE49-F238E27FC236}">
                <a16:creationId xmlns:a16="http://schemas.microsoft.com/office/drawing/2014/main" id="{1AC580D2-1971-4E5E-6250-4CABEC72B39D}"/>
              </a:ext>
            </a:extLst>
          </p:cNvPr>
          <p:cNvSpPr/>
          <p:nvPr/>
        </p:nvSpPr>
        <p:spPr>
          <a:xfrm>
            <a:off x="4358640" y="2487067"/>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TextBox 21">
            <a:extLst>
              <a:ext uri="{FF2B5EF4-FFF2-40B4-BE49-F238E27FC236}">
                <a16:creationId xmlns:a16="http://schemas.microsoft.com/office/drawing/2014/main" id="{CA5D404A-F053-CF22-3486-64E2C7636617}"/>
              </a:ext>
            </a:extLst>
          </p:cNvPr>
          <p:cNvSpPr txBox="1"/>
          <p:nvPr/>
        </p:nvSpPr>
        <p:spPr>
          <a:xfrm>
            <a:off x="4541520" y="2599135"/>
            <a:ext cx="3169920" cy="461665"/>
          </a:xfrm>
          <a:prstGeom prst="rect">
            <a:avLst/>
          </a:prstGeom>
          <a:noFill/>
        </p:spPr>
        <p:txBody>
          <a:bodyPr wrap="square" lIns="45720" rIns="45720" anchor="ctr">
            <a:spAutoFit/>
          </a:bodyPr>
          <a:lstStyle/>
          <a:p>
            <a:pPr algn="l"/>
            <a:r>
              <a:rPr lang="en-US" sz="2400" b="1" i="0" dirty="0">
                <a:solidFill>
                  <a:srgbClr val="FFFFFF"/>
                </a:solidFill>
                <a:latin typeface="Cambria"/>
              </a:rPr>
              <a:t>AI Agents</a:t>
            </a:r>
            <a:endParaRPr sz="2400" b="1" i="0" dirty="0">
              <a:solidFill>
                <a:srgbClr val="FFFFFF"/>
              </a:solidFill>
              <a:latin typeface="Cambria"/>
            </a:endParaRPr>
          </a:p>
        </p:txBody>
      </p:sp>
      <p:sp>
        <p:nvSpPr>
          <p:cNvPr id="24" name="TextBox 23">
            <a:extLst>
              <a:ext uri="{FF2B5EF4-FFF2-40B4-BE49-F238E27FC236}">
                <a16:creationId xmlns:a16="http://schemas.microsoft.com/office/drawing/2014/main" id="{BF600E1E-DECC-C6CB-69DA-D8800D706AF8}"/>
              </a:ext>
            </a:extLst>
          </p:cNvPr>
          <p:cNvSpPr txBox="1"/>
          <p:nvPr/>
        </p:nvSpPr>
        <p:spPr>
          <a:xfrm>
            <a:off x="4587240" y="3355747"/>
            <a:ext cx="3078480" cy="1323439"/>
          </a:xfrm>
          <a:prstGeom prst="rect">
            <a:avLst/>
          </a:prstGeom>
          <a:noFill/>
        </p:spPr>
        <p:txBody>
          <a:bodyPr wrap="square" lIns="45720" rIns="45720" anchor="t">
            <a:spAutoFit/>
          </a:bodyPr>
          <a:lstStyle/>
          <a:p>
            <a:pPr algn="l"/>
            <a:r>
              <a:rPr lang="en-US" sz="2000" b="0" i="0" dirty="0">
                <a:solidFill>
                  <a:srgbClr val="2C3E50"/>
                </a:solidFill>
                <a:latin typeface="Calibri"/>
              </a:rPr>
              <a:t>Misused, misunderstood, or misappropriate AI pipelines can be worse than having no solution in hand at all.</a:t>
            </a:r>
            <a:endParaRPr sz="2000" b="0" i="0" dirty="0">
              <a:solidFill>
                <a:srgbClr val="2C3E50"/>
              </a:solidFill>
              <a:latin typeface="Calibri"/>
            </a:endParaRPr>
          </a:p>
        </p:txBody>
      </p:sp>
      <p:sp>
        <p:nvSpPr>
          <p:cNvPr id="26" name="TextBox 25">
            <a:extLst>
              <a:ext uri="{FF2B5EF4-FFF2-40B4-BE49-F238E27FC236}">
                <a16:creationId xmlns:a16="http://schemas.microsoft.com/office/drawing/2014/main" id="{A1A15ABF-69CB-FF34-7934-92F9968448EE}"/>
              </a:ext>
            </a:extLst>
          </p:cNvPr>
          <p:cNvSpPr txBox="1"/>
          <p:nvPr/>
        </p:nvSpPr>
        <p:spPr>
          <a:xfrm>
            <a:off x="4587240" y="4949054"/>
            <a:ext cx="3078480" cy="338554"/>
          </a:xfrm>
          <a:prstGeom prst="rect">
            <a:avLst/>
          </a:prstGeom>
          <a:noFill/>
        </p:spPr>
        <p:txBody>
          <a:bodyPr wrap="square" lIns="45720" rIns="45720" anchor="t">
            <a:spAutoFit/>
          </a:bodyPr>
          <a:lstStyle/>
          <a:p>
            <a:r>
              <a:rPr lang="en-US" sz="1600" b="1" i="1" dirty="0">
                <a:solidFill>
                  <a:srgbClr val="E67E22"/>
                </a:solidFill>
                <a:latin typeface="Calibri"/>
              </a:rPr>
              <a:t>do people need to solve this?</a:t>
            </a:r>
            <a:endParaRPr sz="1600" b="1" i="1" dirty="0">
              <a:solidFill>
                <a:srgbClr val="E67E22"/>
              </a:solidFill>
              <a:latin typeface="Calibri"/>
            </a:endParaRPr>
          </a:p>
        </p:txBody>
      </p:sp>
      <p:sp>
        <p:nvSpPr>
          <p:cNvPr id="28" name="Rounded Rectangle 12">
            <a:extLst>
              <a:ext uri="{FF2B5EF4-FFF2-40B4-BE49-F238E27FC236}">
                <a16:creationId xmlns:a16="http://schemas.microsoft.com/office/drawing/2014/main" id="{D7CBACDB-A716-7AE3-C85F-953CCB919777}"/>
              </a:ext>
            </a:extLst>
          </p:cNvPr>
          <p:cNvSpPr/>
          <p:nvPr/>
        </p:nvSpPr>
        <p:spPr>
          <a:xfrm>
            <a:off x="8168640" y="2487067"/>
            <a:ext cx="3535680" cy="2841595"/>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Rounded Rectangle 13">
            <a:extLst>
              <a:ext uri="{FF2B5EF4-FFF2-40B4-BE49-F238E27FC236}">
                <a16:creationId xmlns:a16="http://schemas.microsoft.com/office/drawing/2014/main" id="{5A9E686A-3DA0-21AE-B5D1-4FC63334EAD5}"/>
              </a:ext>
            </a:extLst>
          </p:cNvPr>
          <p:cNvSpPr/>
          <p:nvPr/>
        </p:nvSpPr>
        <p:spPr>
          <a:xfrm>
            <a:off x="8168640" y="2487067"/>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2" name="TextBox 31">
            <a:extLst>
              <a:ext uri="{FF2B5EF4-FFF2-40B4-BE49-F238E27FC236}">
                <a16:creationId xmlns:a16="http://schemas.microsoft.com/office/drawing/2014/main" id="{595CB064-E343-466F-CD9E-A1FCC5D68213}"/>
              </a:ext>
            </a:extLst>
          </p:cNvPr>
          <p:cNvSpPr txBox="1"/>
          <p:nvPr/>
        </p:nvSpPr>
        <p:spPr>
          <a:xfrm>
            <a:off x="8351520" y="2599135"/>
            <a:ext cx="3169920" cy="461665"/>
          </a:xfrm>
          <a:prstGeom prst="rect">
            <a:avLst/>
          </a:prstGeom>
          <a:noFill/>
        </p:spPr>
        <p:txBody>
          <a:bodyPr wrap="square" lIns="45720" rIns="45720" anchor="ctr">
            <a:spAutoFit/>
          </a:bodyPr>
          <a:lstStyle/>
          <a:p>
            <a:pPr algn="l"/>
            <a:r>
              <a:rPr lang="en-US" sz="2400" b="1" i="0" dirty="0">
                <a:solidFill>
                  <a:srgbClr val="FFFFFF"/>
                </a:solidFill>
                <a:latin typeface="Cambria"/>
              </a:rPr>
              <a:t>People</a:t>
            </a:r>
            <a:endParaRPr sz="2400" b="1" i="0" dirty="0">
              <a:solidFill>
                <a:srgbClr val="FFFFFF"/>
              </a:solidFill>
              <a:latin typeface="Cambria"/>
            </a:endParaRPr>
          </a:p>
        </p:txBody>
      </p:sp>
      <p:sp>
        <p:nvSpPr>
          <p:cNvPr id="34" name="TextBox 33">
            <a:extLst>
              <a:ext uri="{FF2B5EF4-FFF2-40B4-BE49-F238E27FC236}">
                <a16:creationId xmlns:a16="http://schemas.microsoft.com/office/drawing/2014/main" id="{D76E91FE-FDF9-5C88-B8A7-C4A37F05F897}"/>
              </a:ext>
            </a:extLst>
          </p:cNvPr>
          <p:cNvSpPr txBox="1"/>
          <p:nvPr/>
        </p:nvSpPr>
        <p:spPr>
          <a:xfrm>
            <a:off x="8397240" y="3355747"/>
            <a:ext cx="3078480" cy="1323439"/>
          </a:xfrm>
          <a:prstGeom prst="rect">
            <a:avLst/>
          </a:prstGeom>
          <a:noFill/>
        </p:spPr>
        <p:txBody>
          <a:bodyPr wrap="square" lIns="45720" rIns="45720" anchor="t">
            <a:spAutoFit/>
          </a:bodyPr>
          <a:lstStyle/>
          <a:p>
            <a:pPr algn="l"/>
            <a:r>
              <a:rPr lang="en-US" sz="2000" dirty="0">
                <a:solidFill>
                  <a:srgbClr val="2C3E50"/>
                </a:solidFill>
                <a:latin typeface="Calibri"/>
              </a:rPr>
              <a:t>Learning how to integrate human and machine intelligence will ultimately lead to faster discovery.</a:t>
            </a:r>
            <a:endParaRPr sz="2000" b="0" i="0" dirty="0">
              <a:solidFill>
                <a:srgbClr val="2C3E50"/>
              </a:solidFill>
              <a:latin typeface="Calibri"/>
            </a:endParaRPr>
          </a:p>
        </p:txBody>
      </p:sp>
      <p:sp>
        <p:nvSpPr>
          <p:cNvPr id="36" name="TextBox 35">
            <a:extLst>
              <a:ext uri="{FF2B5EF4-FFF2-40B4-BE49-F238E27FC236}">
                <a16:creationId xmlns:a16="http://schemas.microsoft.com/office/drawing/2014/main" id="{B0266BC5-F9DC-D210-2BC8-2F72A7416EF2}"/>
              </a:ext>
            </a:extLst>
          </p:cNvPr>
          <p:cNvSpPr txBox="1"/>
          <p:nvPr/>
        </p:nvSpPr>
        <p:spPr>
          <a:xfrm>
            <a:off x="8397240" y="4949054"/>
            <a:ext cx="3078480" cy="338554"/>
          </a:xfrm>
          <a:prstGeom prst="rect">
            <a:avLst/>
          </a:prstGeom>
          <a:noFill/>
        </p:spPr>
        <p:txBody>
          <a:bodyPr wrap="square" lIns="45720" rIns="45720" anchor="t">
            <a:spAutoFit/>
          </a:bodyPr>
          <a:lstStyle/>
          <a:p>
            <a:pPr algn="l"/>
            <a:r>
              <a:rPr lang="en-US" sz="1600" b="1" i="1" dirty="0">
                <a:solidFill>
                  <a:srgbClr val="E67E22"/>
                </a:solidFill>
                <a:latin typeface="Calibri"/>
              </a:rPr>
              <a:t>do I have the right people?</a:t>
            </a:r>
            <a:endParaRPr sz="1600" b="1" i="1" dirty="0">
              <a:solidFill>
                <a:srgbClr val="E67E22"/>
              </a:solidFill>
              <a:latin typeface="Calibri"/>
            </a:endParaRPr>
          </a:p>
        </p:txBody>
      </p:sp>
    </p:spTree>
    <p:extLst>
      <p:ext uri="{BB962C8B-B14F-4D97-AF65-F5344CB8AC3E}">
        <p14:creationId xmlns:p14="http://schemas.microsoft.com/office/powerpoint/2010/main" val="18152913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3A714-4022-D4FD-1FFE-5D99605CC7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7A80EE-58CC-9505-8FB9-9316DAB43F65}"/>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dirty="0">
                <a:solidFill>
                  <a:srgbClr val="1E2761"/>
                </a:solidFill>
                <a:latin typeface="Cambria"/>
              </a:rPr>
              <a:t>Ideas for Cheaper Agents &amp; Development</a:t>
            </a:r>
          </a:p>
        </p:txBody>
      </p:sp>
      <p:sp>
        <p:nvSpPr>
          <p:cNvPr id="3" name="TextBox 2">
            <a:extLst>
              <a:ext uri="{FF2B5EF4-FFF2-40B4-BE49-F238E27FC236}">
                <a16:creationId xmlns:a16="http://schemas.microsoft.com/office/drawing/2014/main" id="{C4326C15-D727-6A2A-BCA2-B16CE7D85A86}"/>
              </a:ext>
            </a:extLst>
          </p:cNvPr>
          <p:cNvSpPr txBox="1"/>
          <p:nvPr/>
        </p:nvSpPr>
        <p:spPr>
          <a:xfrm>
            <a:off x="548640" y="1584025"/>
            <a:ext cx="11155680" cy="400110"/>
          </a:xfrm>
          <a:prstGeom prst="rect">
            <a:avLst/>
          </a:prstGeom>
          <a:noFill/>
        </p:spPr>
        <p:txBody>
          <a:bodyPr wrap="square" lIns="45720" rIns="45720" anchor="t">
            <a:spAutoFit/>
          </a:bodyPr>
          <a:lstStyle/>
          <a:p>
            <a:pPr algn="l"/>
            <a:r>
              <a:rPr lang="en-US" sz="2000" b="1" dirty="0">
                <a:solidFill>
                  <a:srgbClr val="E67E22"/>
                </a:solidFill>
                <a:latin typeface="Calibri"/>
              </a:rPr>
              <a:t>Cheaper can be defined by time, $$$, or people labor/stress</a:t>
            </a:r>
            <a:endParaRPr sz="2000" b="1" i="0" dirty="0">
              <a:solidFill>
                <a:srgbClr val="E67E22"/>
              </a:solidFill>
              <a:latin typeface="Calibri"/>
            </a:endParaRPr>
          </a:p>
        </p:txBody>
      </p:sp>
      <p:sp>
        <p:nvSpPr>
          <p:cNvPr id="4" name="Rectangle 3">
            <a:extLst>
              <a:ext uri="{FF2B5EF4-FFF2-40B4-BE49-F238E27FC236}">
                <a16:creationId xmlns:a16="http://schemas.microsoft.com/office/drawing/2014/main" id="{B8EB390D-BBDE-69D8-5536-C6AC9F98C702}"/>
              </a:ext>
            </a:extLst>
          </p:cNvPr>
          <p:cNvSpPr/>
          <p:nvPr/>
        </p:nvSpPr>
        <p:spPr>
          <a:xfrm>
            <a:off x="640080" y="2166914"/>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a:extLst>
              <a:ext uri="{FF2B5EF4-FFF2-40B4-BE49-F238E27FC236}">
                <a16:creationId xmlns:a16="http://schemas.microsoft.com/office/drawing/2014/main" id="{AE1DDDA5-2E06-DB56-5048-4C05063D54A6}"/>
              </a:ext>
            </a:extLst>
          </p:cNvPr>
          <p:cNvSpPr txBox="1"/>
          <p:nvPr/>
        </p:nvSpPr>
        <p:spPr>
          <a:xfrm>
            <a:off x="1097280" y="2121194"/>
            <a:ext cx="10515600" cy="400110"/>
          </a:xfrm>
          <a:prstGeom prst="rect">
            <a:avLst/>
          </a:prstGeom>
          <a:noFill/>
        </p:spPr>
        <p:txBody>
          <a:bodyPr wrap="square" lIns="45720" rIns="45720" anchor="t">
            <a:spAutoFit/>
          </a:bodyPr>
          <a:lstStyle/>
          <a:p>
            <a:pPr algn="l"/>
            <a:r>
              <a:rPr lang="en-US" sz="2000" b="1" i="0" dirty="0">
                <a:solidFill>
                  <a:srgbClr val="2C3E50"/>
                </a:solidFill>
                <a:latin typeface="Calibri"/>
              </a:rPr>
              <a:t>Copilot (via Google)</a:t>
            </a:r>
            <a:endParaRPr sz="2000" b="1" i="0" dirty="0">
              <a:solidFill>
                <a:srgbClr val="2C3E50"/>
              </a:solidFill>
              <a:latin typeface="Calibri"/>
            </a:endParaRPr>
          </a:p>
        </p:txBody>
      </p:sp>
      <p:sp>
        <p:nvSpPr>
          <p:cNvPr id="6" name="TextBox 5">
            <a:extLst>
              <a:ext uri="{FF2B5EF4-FFF2-40B4-BE49-F238E27FC236}">
                <a16:creationId xmlns:a16="http://schemas.microsoft.com/office/drawing/2014/main" id="{8DC813AB-5B1E-B938-F5A5-EB994049FB93}"/>
              </a:ext>
            </a:extLst>
          </p:cNvPr>
          <p:cNvSpPr txBox="1"/>
          <p:nvPr/>
        </p:nvSpPr>
        <p:spPr>
          <a:xfrm>
            <a:off x="1097280" y="2486954"/>
            <a:ext cx="10515600" cy="338554"/>
          </a:xfrm>
          <a:prstGeom prst="rect">
            <a:avLst/>
          </a:prstGeom>
          <a:noFill/>
        </p:spPr>
        <p:txBody>
          <a:bodyPr wrap="square" lIns="45720" rIns="45720" anchor="t">
            <a:spAutoFit/>
          </a:bodyPr>
          <a:lstStyle/>
          <a:p>
            <a:pPr algn="l"/>
            <a:r>
              <a:rPr lang="en-US" sz="1600" dirty="0" err="1">
                <a:solidFill>
                  <a:srgbClr val="4A5B6E"/>
                </a:solidFill>
                <a:latin typeface="Calibri"/>
              </a:rPr>
              <a:t>exceedlingly</a:t>
            </a:r>
            <a:r>
              <a:rPr lang="en-US" sz="1600" dirty="0">
                <a:solidFill>
                  <a:srgbClr val="4A5B6E"/>
                </a:solidFill>
                <a:latin typeface="Calibri"/>
              </a:rPr>
              <a:t> fast and cheap for quick code inserts or syntax checks</a:t>
            </a:r>
            <a:endParaRPr sz="1600" b="0" i="0" dirty="0">
              <a:solidFill>
                <a:srgbClr val="4A5B6E"/>
              </a:solidFill>
              <a:latin typeface="Calibri"/>
            </a:endParaRPr>
          </a:p>
        </p:txBody>
      </p:sp>
      <p:sp>
        <p:nvSpPr>
          <p:cNvPr id="7" name="Rectangle 6">
            <a:extLst>
              <a:ext uri="{FF2B5EF4-FFF2-40B4-BE49-F238E27FC236}">
                <a16:creationId xmlns:a16="http://schemas.microsoft.com/office/drawing/2014/main" id="{5F0EDD56-FC10-62A9-1481-A234FB4495AF}"/>
              </a:ext>
            </a:extLst>
          </p:cNvPr>
          <p:cNvSpPr/>
          <p:nvPr/>
        </p:nvSpPr>
        <p:spPr>
          <a:xfrm>
            <a:off x="640080" y="2861431"/>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a:extLst>
              <a:ext uri="{FF2B5EF4-FFF2-40B4-BE49-F238E27FC236}">
                <a16:creationId xmlns:a16="http://schemas.microsoft.com/office/drawing/2014/main" id="{2C25F02B-A3D5-C76B-8195-5A1C85854FCF}"/>
              </a:ext>
            </a:extLst>
          </p:cNvPr>
          <p:cNvSpPr txBox="1"/>
          <p:nvPr/>
        </p:nvSpPr>
        <p:spPr>
          <a:xfrm>
            <a:off x="1097280" y="2815711"/>
            <a:ext cx="10515600" cy="400110"/>
          </a:xfrm>
          <a:prstGeom prst="rect">
            <a:avLst/>
          </a:prstGeom>
          <a:noFill/>
        </p:spPr>
        <p:txBody>
          <a:bodyPr wrap="square" lIns="45720" rIns="45720" anchor="t">
            <a:spAutoFit/>
          </a:bodyPr>
          <a:lstStyle/>
          <a:p>
            <a:pPr algn="l"/>
            <a:r>
              <a:rPr lang="en-US" sz="2000" b="1" i="0" dirty="0">
                <a:solidFill>
                  <a:srgbClr val="2C3E50"/>
                </a:solidFill>
                <a:latin typeface="Calibri"/>
              </a:rPr>
              <a:t>CLI proxies</a:t>
            </a:r>
            <a:endParaRPr sz="2000" b="1" i="0" dirty="0">
              <a:solidFill>
                <a:srgbClr val="2C3E50"/>
              </a:solidFill>
              <a:latin typeface="Calibri"/>
            </a:endParaRPr>
          </a:p>
        </p:txBody>
      </p:sp>
      <p:sp>
        <p:nvSpPr>
          <p:cNvPr id="9" name="TextBox 8">
            <a:extLst>
              <a:ext uri="{FF2B5EF4-FFF2-40B4-BE49-F238E27FC236}">
                <a16:creationId xmlns:a16="http://schemas.microsoft.com/office/drawing/2014/main" id="{C676151F-4D87-BDA6-1A24-6CCB999B3E62}"/>
              </a:ext>
            </a:extLst>
          </p:cNvPr>
          <p:cNvSpPr txBox="1"/>
          <p:nvPr/>
        </p:nvSpPr>
        <p:spPr>
          <a:xfrm>
            <a:off x="1097280" y="3181471"/>
            <a:ext cx="10515600" cy="338554"/>
          </a:xfrm>
          <a:prstGeom prst="rect">
            <a:avLst/>
          </a:prstGeom>
          <a:noFill/>
        </p:spPr>
        <p:txBody>
          <a:bodyPr wrap="square" lIns="45720" rIns="45720" anchor="t">
            <a:spAutoFit/>
          </a:bodyPr>
          <a:lstStyle/>
          <a:p>
            <a:pPr algn="l"/>
            <a:r>
              <a:rPr lang="en-US" sz="1600" b="0" i="0" dirty="0">
                <a:solidFill>
                  <a:srgbClr val="4A5B6E"/>
                </a:solidFill>
                <a:latin typeface="Calibri"/>
              </a:rPr>
              <a:t>add-ons like “</a:t>
            </a:r>
            <a:r>
              <a:rPr lang="en-US" sz="1600" b="0" i="0" dirty="0" err="1">
                <a:solidFill>
                  <a:srgbClr val="4A5B6E"/>
                </a:solidFill>
                <a:latin typeface="Calibri"/>
              </a:rPr>
              <a:t>rtk</a:t>
            </a:r>
            <a:r>
              <a:rPr lang="en-US" sz="1600" b="0" i="0" dirty="0">
                <a:solidFill>
                  <a:srgbClr val="4A5B6E"/>
                </a:solidFill>
                <a:latin typeface="Calibri"/>
              </a:rPr>
              <a:t>” reduce token consumption by compressing commands before reaching the LLM</a:t>
            </a:r>
            <a:endParaRPr sz="1600" b="0" i="0" dirty="0">
              <a:solidFill>
                <a:srgbClr val="4A5B6E"/>
              </a:solidFill>
              <a:latin typeface="Calibri"/>
            </a:endParaRPr>
          </a:p>
        </p:txBody>
      </p:sp>
      <p:sp>
        <p:nvSpPr>
          <p:cNvPr id="10" name="Rectangle 9">
            <a:extLst>
              <a:ext uri="{FF2B5EF4-FFF2-40B4-BE49-F238E27FC236}">
                <a16:creationId xmlns:a16="http://schemas.microsoft.com/office/drawing/2014/main" id="{6B17CC39-A3C4-3422-092D-BF105064BB0B}"/>
              </a:ext>
            </a:extLst>
          </p:cNvPr>
          <p:cNvSpPr/>
          <p:nvPr/>
        </p:nvSpPr>
        <p:spPr>
          <a:xfrm>
            <a:off x="640080" y="3545316"/>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a:extLst>
              <a:ext uri="{FF2B5EF4-FFF2-40B4-BE49-F238E27FC236}">
                <a16:creationId xmlns:a16="http://schemas.microsoft.com/office/drawing/2014/main" id="{2F4B1B21-7910-AB51-8DCD-A0F9FAF2E138}"/>
              </a:ext>
            </a:extLst>
          </p:cNvPr>
          <p:cNvSpPr txBox="1"/>
          <p:nvPr/>
        </p:nvSpPr>
        <p:spPr>
          <a:xfrm>
            <a:off x="1097280" y="3499596"/>
            <a:ext cx="10515600" cy="400110"/>
          </a:xfrm>
          <a:prstGeom prst="rect">
            <a:avLst/>
          </a:prstGeom>
          <a:noFill/>
        </p:spPr>
        <p:txBody>
          <a:bodyPr wrap="square" lIns="45720" rIns="45720" anchor="t">
            <a:spAutoFit/>
          </a:bodyPr>
          <a:lstStyle/>
          <a:p>
            <a:pPr algn="l"/>
            <a:r>
              <a:rPr lang="en-US" sz="2000" b="1" dirty="0">
                <a:solidFill>
                  <a:srgbClr val="2C3E50"/>
                </a:solidFill>
                <a:latin typeface="Calibri"/>
              </a:rPr>
              <a:t>Model matching</a:t>
            </a:r>
            <a:endParaRPr sz="2000" b="1" i="0" dirty="0">
              <a:solidFill>
                <a:srgbClr val="2C3E50"/>
              </a:solidFill>
              <a:latin typeface="Calibri"/>
            </a:endParaRPr>
          </a:p>
        </p:txBody>
      </p:sp>
      <p:sp>
        <p:nvSpPr>
          <p:cNvPr id="12" name="TextBox 11">
            <a:extLst>
              <a:ext uri="{FF2B5EF4-FFF2-40B4-BE49-F238E27FC236}">
                <a16:creationId xmlns:a16="http://schemas.microsoft.com/office/drawing/2014/main" id="{E2267449-10CE-7AE4-DB2B-E63F5FC476D4}"/>
              </a:ext>
            </a:extLst>
          </p:cNvPr>
          <p:cNvSpPr txBox="1"/>
          <p:nvPr/>
        </p:nvSpPr>
        <p:spPr>
          <a:xfrm>
            <a:off x="1097280" y="3865356"/>
            <a:ext cx="10515600" cy="338554"/>
          </a:xfrm>
          <a:prstGeom prst="rect">
            <a:avLst/>
          </a:prstGeom>
          <a:noFill/>
        </p:spPr>
        <p:txBody>
          <a:bodyPr wrap="square" lIns="45720" rIns="45720" anchor="t">
            <a:spAutoFit/>
          </a:bodyPr>
          <a:lstStyle/>
          <a:p>
            <a:pPr algn="l"/>
            <a:r>
              <a:rPr lang="en-US" sz="1600" b="0" i="0" dirty="0">
                <a:solidFill>
                  <a:srgbClr val="4A5B6E"/>
                </a:solidFill>
                <a:latin typeface="Calibri"/>
              </a:rPr>
              <a:t>tasks that do not require high reasoning can use low level models such as Claude haiku</a:t>
            </a:r>
            <a:endParaRPr sz="1600" b="0" i="0" dirty="0">
              <a:solidFill>
                <a:srgbClr val="4A5B6E"/>
              </a:solidFill>
              <a:latin typeface="Calibri"/>
            </a:endParaRPr>
          </a:p>
        </p:txBody>
      </p:sp>
      <p:sp>
        <p:nvSpPr>
          <p:cNvPr id="13" name="Rectangle 12">
            <a:extLst>
              <a:ext uri="{FF2B5EF4-FFF2-40B4-BE49-F238E27FC236}">
                <a16:creationId xmlns:a16="http://schemas.microsoft.com/office/drawing/2014/main" id="{8B830578-F50A-AAFA-425A-1567FAFB9315}"/>
              </a:ext>
            </a:extLst>
          </p:cNvPr>
          <p:cNvSpPr/>
          <p:nvPr/>
        </p:nvSpPr>
        <p:spPr>
          <a:xfrm>
            <a:off x="640080" y="4218571"/>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a:extLst>
              <a:ext uri="{FF2B5EF4-FFF2-40B4-BE49-F238E27FC236}">
                <a16:creationId xmlns:a16="http://schemas.microsoft.com/office/drawing/2014/main" id="{D46F7B08-C89D-0DB4-FE2D-B67BD2E854C8}"/>
              </a:ext>
            </a:extLst>
          </p:cNvPr>
          <p:cNvSpPr txBox="1"/>
          <p:nvPr/>
        </p:nvSpPr>
        <p:spPr>
          <a:xfrm>
            <a:off x="1097280" y="4172852"/>
            <a:ext cx="10515600" cy="400110"/>
          </a:xfrm>
          <a:prstGeom prst="rect">
            <a:avLst/>
          </a:prstGeom>
          <a:noFill/>
        </p:spPr>
        <p:txBody>
          <a:bodyPr wrap="square" lIns="45720" rIns="45720" anchor="t">
            <a:spAutoFit/>
          </a:bodyPr>
          <a:lstStyle/>
          <a:p>
            <a:pPr algn="l"/>
            <a:r>
              <a:rPr lang="en-US" sz="2000" b="1" i="0" dirty="0">
                <a:solidFill>
                  <a:srgbClr val="2C3E50"/>
                </a:solidFill>
                <a:latin typeface="Calibri"/>
              </a:rPr>
              <a:t>Claude skills &amp; Copilot agents</a:t>
            </a:r>
            <a:endParaRPr sz="2000" b="1" i="0" dirty="0">
              <a:solidFill>
                <a:srgbClr val="2C3E50"/>
              </a:solidFill>
              <a:latin typeface="Calibri"/>
            </a:endParaRPr>
          </a:p>
        </p:txBody>
      </p:sp>
      <p:sp>
        <p:nvSpPr>
          <p:cNvPr id="15" name="TextBox 14">
            <a:extLst>
              <a:ext uri="{FF2B5EF4-FFF2-40B4-BE49-F238E27FC236}">
                <a16:creationId xmlns:a16="http://schemas.microsoft.com/office/drawing/2014/main" id="{15F88044-7D01-5E7D-03B2-F6809D89A5EE}"/>
              </a:ext>
            </a:extLst>
          </p:cNvPr>
          <p:cNvSpPr txBox="1"/>
          <p:nvPr/>
        </p:nvSpPr>
        <p:spPr>
          <a:xfrm>
            <a:off x="1097280" y="4538612"/>
            <a:ext cx="10515600" cy="338554"/>
          </a:xfrm>
          <a:prstGeom prst="rect">
            <a:avLst/>
          </a:prstGeom>
          <a:noFill/>
        </p:spPr>
        <p:txBody>
          <a:bodyPr wrap="square" lIns="45720" rIns="45720" anchor="t">
            <a:spAutoFit/>
          </a:bodyPr>
          <a:lstStyle/>
          <a:p>
            <a:pPr algn="l"/>
            <a:r>
              <a:rPr lang="en-US" sz="1600" dirty="0">
                <a:solidFill>
                  <a:srgbClr val="4A5B6E"/>
                </a:solidFill>
                <a:latin typeface="Calibri"/>
              </a:rPr>
              <a:t>b</a:t>
            </a:r>
            <a:r>
              <a:rPr lang="en-US" sz="1600" b="0" i="0" dirty="0">
                <a:solidFill>
                  <a:srgbClr val="4A5B6E"/>
                </a:solidFill>
                <a:latin typeface="Calibri"/>
              </a:rPr>
              <a:t>uilding purpose-bu</a:t>
            </a:r>
            <a:r>
              <a:rPr lang="en-US" sz="1600" dirty="0">
                <a:solidFill>
                  <a:srgbClr val="4A5B6E"/>
                </a:solidFill>
                <a:latin typeface="Calibri"/>
              </a:rPr>
              <a:t>ilt skills can help give long prompts over complex tasks a second life</a:t>
            </a:r>
            <a:endParaRPr sz="1600" b="0" i="0" dirty="0">
              <a:solidFill>
                <a:srgbClr val="4A5B6E"/>
              </a:solidFill>
              <a:latin typeface="Calibri"/>
            </a:endParaRPr>
          </a:p>
        </p:txBody>
      </p:sp>
      <p:sp>
        <p:nvSpPr>
          <p:cNvPr id="16" name="Rectangle 15">
            <a:extLst>
              <a:ext uri="{FF2B5EF4-FFF2-40B4-BE49-F238E27FC236}">
                <a16:creationId xmlns:a16="http://schemas.microsoft.com/office/drawing/2014/main" id="{BFA660D7-7A28-6625-6385-E1A5B584FF76}"/>
              </a:ext>
            </a:extLst>
          </p:cNvPr>
          <p:cNvSpPr/>
          <p:nvPr/>
        </p:nvSpPr>
        <p:spPr>
          <a:xfrm>
            <a:off x="640080" y="4934356"/>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a:extLst>
              <a:ext uri="{FF2B5EF4-FFF2-40B4-BE49-F238E27FC236}">
                <a16:creationId xmlns:a16="http://schemas.microsoft.com/office/drawing/2014/main" id="{D1C45CAB-D720-8934-760C-5A537F3481CA}"/>
              </a:ext>
            </a:extLst>
          </p:cNvPr>
          <p:cNvSpPr txBox="1"/>
          <p:nvPr/>
        </p:nvSpPr>
        <p:spPr>
          <a:xfrm>
            <a:off x="1097280" y="4888636"/>
            <a:ext cx="10515600" cy="400110"/>
          </a:xfrm>
          <a:prstGeom prst="rect">
            <a:avLst/>
          </a:prstGeom>
          <a:noFill/>
        </p:spPr>
        <p:txBody>
          <a:bodyPr wrap="square" lIns="45720" rIns="45720" anchor="t">
            <a:spAutoFit/>
          </a:bodyPr>
          <a:lstStyle/>
          <a:p>
            <a:pPr algn="l"/>
            <a:r>
              <a:rPr lang="en-US" sz="2000" b="1" i="0" dirty="0">
                <a:solidFill>
                  <a:srgbClr val="2C3E50"/>
                </a:solidFill>
                <a:latin typeface="Calibri"/>
              </a:rPr>
              <a:t>Designing code for re-use</a:t>
            </a:r>
            <a:endParaRPr sz="2000" b="1" i="0" dirty="0">
              <a:solidFill>
                <a:srgbClr val="2C3E50"/>
              </a:solidFill>
              <a:latin typeface="Calibri"/>
            </a:endParaRPr>
          </a:p>
        </p:txBody>
      </p:sp>
      <p:sp>
        <p:nvSpPr>
          <p:cNvPr id="18" name="TextBox 17">
            <a:extLst>
              <a:ext uri="{FF2B5EF4-FFF2-40B4-BE49-F238E27FC236}">
                <a16:creationId xmlns:a16="http://schemas.microsoft.com/office/drawing/2014/main" id="{7B6AF299-D222-5EA3-43CA-31D153A5E3D7}"/>
              </a:ext>
            </a:extLst>
          </p:cNvPr>
          <p:cNvSpPr txBox="1"/>
          <p:nvPr/>
        </p:nvSpPr>
        <p:spPr>
          <a:xfrm>
            <a:off x="1097280" y="5254396"/>
            <a:ext cx="10515600" cy="338554"/>
          </a:xfrm>
          <a:prstGeom prst="rect">
            <a:avLst/>
          </a:prstGeom>
          <a:noFill/>
        </p:spPr>
        <p:txBody>
          <a:bodyPr wrap="square" lIns="45720" rIns="45720" anchor="t">
            <a:spAutoFit/>
          </a:bodyPr>
          <a:lstStyle/>
          <a:p>
            <a:pPr algn="l"/>
            <a:r>
              <a:rPr lang="en-US" sz="1600" dirty="0">
                <a:solidFill>
                  <a:srgbClr val="4A5B6E"/>
                </a:solidFill>
                <a:latin typeface="Calibri"/>
              </a:rPr>
              <a:t>the cheapest agents can interact with a broader ecosystem built from inception for modularity</a:t>
            </a:r>
            <a:endParaRPr sz="1600" b="0" i="0" dirty="0">
              <a:solidFill>
                <a:srgbClr val="4A5B6E"/>
              </a:solidFill>
              <a:latin typeface="Calibri"/>
            </a:endParaRPr>
          </a:p>
        </p:txBody>
      </p:sp>
    </p:spTree>
    <p:extLst>
      <p:ext uri="{BB962C8B-B14F-4D97-AF65-F5344CB8AC3E}">
        <p14:creationId xmlns:p14="http://schemas.microsoft.com/office/powerpoint/2010/main" val="1208266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9DA3CA-9F48-921B-B9B1-CE434040B47B}"/>
              </a:ext>
            </a:extLst>
          </p:cNvPr>
          <p:cNvSpPr/>
          <p:nvPr/>
        </p:nvSpPr>
        <p:spPr>
          <a:xfrm>
            <a:off x="457200" y="2118360"/>
            <a:ext cx="1127760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err="1">
                <a:ln>
                  <a:noFill/>
                </a:ln>
                <a:solidFill>
                  <a:srgbClr val="1E2761"/>
                </a:solidFill>
                <a:effectLst/>
                <a:uLnTx/>
                <a:uFillTx/>
                <a:latin typeface="Cambria" panose="02040503050406030204" pitchFamily="18" charset="0"/>
                <a:ea typeface="Cambria" panose="02040503050406030204" pitchFamily="18" charset="0"/>
              </a:rPr>
              <a:t>DSPy</a:t>
            </a:r>
            <a:r>
              <a:rPr kumimoji="0" lang="en-US" sz="4000" b="1"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rPr>
              <a:t>: programs, not prompts</a:t>
            </a:r>
            <a:endParaRPr kumimoji="0" lang="en-US" sz="1800" b="0"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endParaRPr>
          </a:p>
        </p:txBody>
      </p:sp>
      <p:sp>
        <p:nvSpPr>
          <p:cNvPr id="5" name="Rectangle 4">
            <a:extLst>
              <a:ext uri="{FF2B5EF4-FFF2-40B4-BE49-F238E27FC236}">
                <a16:creationId xmlns:a16="http://schemas.microsoft.com/office/drawing/2014/main" id="{3D07B3F0-BA6A-3FF4-CE86-4E6D4DDCDB89}"/>
              </a:ext>
            </a:extLst>
          </p:cNvPr>
          <p:cNvSpPr/>
          <p:nvPr/>
        </p:nvSpPr>
        <p:spPr>
          <a:xfrm>
            <a:off x="457200" y="3002280"/>
            <a:ext cx="1127760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2761"/>
                </a:solidFill>
                <a:effectLst/>
                <a:uLnTx/>
                <a:uFillTx/>
                <a:latin typeface="+mj-lt"/>
                <a:ea typeface="+mn-ea"/>
                <a:cs typeface="+mn-cs"/>
              </a:rPr>
              <a:t>How to build language-model programs you can measure, optimize, and hand to someone else</a:t>
            </a:r>
            <a:endParaRPr kumimoji="0" lang="en-US" sz="1800" b="0" i="0" u="none" strike="noStrike" kern="1200" cap="none" spc="0" normalizeH="0" baseline="0" noProof="0" dirty="0">
              <a:ln>
                <a:noFill/>
              </a:ln>
              <a:solidFill>
                <a:srgbClr val="1E2761"/>
              </a:solidFill>
              <a:effectLst/>
              <a:uLnTx/>
              <a:uFillTx/>
              <a:latin typeface="+mj-lt"/>
              <a:ea typeface="+mn-ea"/>
              <a:cs typeface="+mn-cs"/>
            </a:endParaRPr>
          </a:p>
        </p:txBody>
      </p:sp>
      <p:sp>
        <p:nvSpPr>
          <p:cNvPr id="6" name="Rectangle: Rounded Corners 5">
            <a:extLst>
              <a:ext uri="{FF2B5EF4-FFF2-40B4-BE49-F238E27FC236}">
                <a16:creationId xmlns:a16="http://schemas.microsoft.com/office/drawing/2014/main" id="{0DC82DDF-5AF9-DA10-6579-9790FCACD2BC}"/>
              </a:ext>
            </a:extLst>
          </p:cNvPr>
          <p:cNvSpPr/>
          <p:nvPr/>
        </p:nvSpPr>
        <p:spPr>
          <a:xfrm>
            <a:off x="1752600" y="4400000"/>
            <a:ext cx="2743200" cy="381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2F6F8"/>
                </a:solidFill>
                <a:effectLst/>
                <a:uLnTx/>
                <a:uFillTx/>
                <a:latin typeface="+mj-lt"/>
                <a:ea typeface="+mn-ea"/>
                <a:cs typeface="+mn-cs"/>
              </a:rPr>
              <a:t>SIGNATURES</a:t>
            </a: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7" name="Rectangle: Rounded Corners 6">
            <a:extLst>
              <a:ext uri="{FF2B5EF4-FFF2-40B4-BE49-F238E27FC236}">
                <a16:creationId xmlns:a16="http://schemas.microsoft.com/office/drawing/2014/main" id="{312B027F-A61B-AE63-A60D-74568F5BD6D0}"/>
              </a:ext>
            </a:extLst>
          </p:cNvPr>
          <p:cNvSpPr/>
          <p:nvPr/>
        </p:nvSpPr>
        <p:spPr>
          <a:xfrm>
            <a:off x="4724400" y="4400000"/>
            <a:ext cx="2743200" cy="381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2F6F8"/>
                </a:solidFill>
                <a:effectLst/>
                <a:uLnTx/>
                <a:uFillTx/>
                <a:latin typeface="+mj-lt"/>
                <a:ea typeface="+mn-ea"/>
                <a:cs typeface="+mn-cs"/>
              </a:rPr>
              <a:t>OPTIMIZERS</a:t>
            </a: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8" name="Rectangle: Rounded Corners 7">
            <a:extLst>
              <a:ext uri="{FF2B5EF4-FFF2-40B4-BE49-F238E27FC236}">
                <a16:creationId xmlns:a16="http://schemas.microsoft.com/office/drawing/2014/main" id="{5545FD9D-0628-4930-E8D8-0B7FE37B0037}"/>
              </a:ext>
            </a:extLst>
          </p:cNvPr>
          <p:cNvSpPr/>
          <p:nvPr/>
        </p:nvSpPr>
        <p:spPr>
          <a:xfrm>
            <a:off x="7696200" y="4400000"/>
            <a:ext cx="2743200" cy="381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2F6F8"/>
                </a:solidFill>
                <a:effectLst/>
                <a:uLnTx/>
                <a:uFillTx/>
                <a:latin typeface="+mj-lt"/>
                <a:ea typeface="+mn-ea"/>
                <a:cs typeface="+mn-cs"/>
              </a:rPr>
              <a:t>dspy.Flex</a:t>
            </a: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2C121D6-A531-44C1-DF69-5BFBBA35DDAF}"/>
              </a:ext>
            </a:extLst>
          </p:cNvPr>
          <p:cNvSpPr/>
          <p:nvPr/>
        </p:nvSpPr>
        <p:spPr>
          <a:xfrm>
            <a:off x="457200" y="457200"/>
            <a:ext cx="11277600" cy="990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rPr>
              <a:t>Hand-tuned prompts are not reproducible, and nothing warns you when one stops working</a:t>
            </a:r>
            <a:endParaRPr kumimoji="0" lang="en-US" sz="1800" b="0"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endParaRPr>
          </a:p>
        </p:txBody>
      </p:sp>
      <p:sp>
        <p:nvSpPr>
          <p:cNvPr id="12" name="Rectangle: Rounded Corners 11">
            <a:extLst>
              <a:ext uri="{FF2B5EF4-FFF2-40B4-BE49-F238E27FC236}">
                <a16:creationId xmlns:a16="http://schemas.microsoft.com/office/drawing/2014/main" id="{F0C9809A-0FA5-0935-1657-EAD52AA96C40}"/>
              </a:ext>
            </a:extLst>
          </p:cNvPr>
          <p:cNvSpPr/>
          <p:nvPr/>
        </p:nvSpPr>
        <p:spPr>
          <a:xfrm>
            <a:off x="457200" y="1722120"/>
            <a:ext cx="3606800" cy="2286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13" name="Rectangle: Rounded Corners 12">
            <a:extLst>
              <a:ext uri="{FF2B5EF4-FFF2-40B4-BE49-F238E27FC236}">
                <a16:creationId xmlns:a16="http://schemas.microsoft.com/office/drawing/2014/main" id="{DCCC22EC-3288-758C-C23F-B7C9010C0FB3}"/>
              </a:ext>
            </a:extLst>
          </p:cNvPr>
          <p:cNvSpPr/>
          <p:nvPr/>
        </p:nvSpPr>
        <p:spPr>
          <a:xfrm>
            <a:off x="4292600" y="1722120"/>
            <a:ext cx="3606800" cy="2286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14" name="Rectangle: Rounded Corners 13">
            <a:extLst>
              <a:ext uri="{FF2B5EF4-FFF2-40B4-BE49-F238E27FC236}">
                <a16:creationId xmlns:a16="http://schemas.microsoft.com/office/drawing/2014/main" id="{CAEDCFD8-8456-F9B8-F23B-0DD70D3C4379}"/>
              </a:ext>
            </a:extLst>
          </p:cNvPr>
          <p:cNvSpPr/>
          <p:nvPr/>
        </p:nvSpPr>
        <p:spPr>
          <a:xfrm>
            <a:off x="8128000" y="1722120"/>
            <a:ext cx="3606800" cy="2286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15" name="Rectangle 14">
            <a:extLst>
              <a:ext uri="{FF2B5EF4-FFF2-40B4-BE49-F238E27FC236}">
                <a16:creationId xmlns:a16="http://schemas.microsoft.com/office/drawing/2014/main" id="{3A39FB22-A817-BD4E-7403-0C9AE5192781}"/>
              </a:ext>
            </a:extLst>
          </p:cNvPr>
          <p:cNvSpPr/>
          <p:nvPr/>
        </p:nvSpPr>
        <p:spPr>
          <a:xfrm>
            <a:off x="640080" y="1859280"/>
            <a:ext cx="3241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bg1">
                    <a:lumMod val="95000"/>
                  </a:schemeClr>
                </a:solidFill>
                <a:effectLst/>
                <a:uLnTx/>
                <a:uFillTx/>
                <a:latin typeface="+mj-lt"/>
                <a:ea typeface="+mn-ea"/>
                <a:cs typeface="+mn-cs"/>
              </a:rPr>
              <a:t>Model drift</a:t>
            </a:r>
            <a:endParaRPr kumimoji="0" lang="en-US" sz="1800" b="0" i="0" u="none" strike="noStrike" kern="1200" cap="none" spc="0" normalizeH="0" baseline="0" noProof="0">
              <a:ln>
                <a:noFill/>
              </a:ln>
              <a:solidFill>
                <a:schemeClr val="bg1">
                  <a:lumMod val="95000"/>
                </a:schemeClr>
              </a:solidFill>
              <a:effectLst/>
              <a:uLnTx/>
              <a:uFillTx/>
              <a:latin typeface="+mj-lt"/>
              <a:ea typeface="+mn-ea"/>
              <a:cs typeface="+mn-cs"/>
            </a:endParaRPr>
          </a:p>
        </p:txBody>
      </p:sp>
      <p:sp>
        <p:nvSpPr>
          <p:cNvPr id="16" name="Rectangle 15">
            <a:extLst>
              <a:ext uri="{FF2B5EF4-FFF2-40B4-BE49-F238E27FC236}">
                <a16:creationId xmlns:a16="http://schemas.microsoft.com/office/drawing/2014/main" id="{4CCEE689-334A-3448-96DD-C1AAE2571AA3}"/>
              </a:ext>
            </a:extLst>
          </p:cNvPr>
          <p:cNvSpPr/>
          <p:nvPr/>
        </p:nvSpPr>
        <p:spPr>
          <a:xfrm>
            <a:off x="640080" y="2362200"/>
            <a:ext cx="3241040"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mj-lt"/>
                <a:ea typeface="+mn-ea"/>
                <a:cs typeface="+mn-cs"/>
              </a:rPr>
              <a:t>Phrasing tuned for one model can stop working the week the provider ships an update. Nothing tells you it degraded.</a:t>
            </a: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17" name="Rectangle 16">
            <a:extLst>
              <a:ext uri="{FF2B5EF4-FFF2-40B4-BE49-F238E27FC236}">
                <a16:creationId xmlns:a16="http://schemas.microsoft.com/office/drawing/2014/main" id="{37669395-59EA-CFAE-46AE-8446D6E3FCCA}"/>
              </a:ext>
            </a:extLst>
          </p:cNvPr>
          <p:cNvSpPr/>
          <p:nvPr/>
        </p:nvSpPr>
        <p:spPr>
          <a:xfrm>
            <a:off x="4475480" y="1859280"/>
            <a:ext cx="3241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bg1">
                    <a:lumMod val="95000"/>
                  </a:schemeClr>
                </a:solidFill>
                <a:effectLst/>
                <a:uLnTx/>
                <a:uFillTx/>
                <a:latin typeface="+mj-lt"/>
                <a:ea typeface="+mn-ea"/>
                <a:cs typeface="+mn-cs"/>
              </a:rPr>
              <a:t>No transfer</a:t>
            </a:r>
            <a:endParaRPr kumimoji="0" lang="en-US" sz="1800" b="0" i="0" u="none" strike="noStrike" kern="1200" cap="none" spc="0" normalizeH="0" baseline="0" noProof="0">
              <a:ln>
                <a:noFill/>
              </a:ln>
              <a:solidFill>
                <a:schemeClr val="bg1">
                  <a:lumMod val="95000"/>
                </a:schemeClr>
              </a:solidFill>
              <a:effectLst/>
              <a:uLnTx/>
              <a:uFillTx/>
              <a:latin typeface="+mj-lt"/>
              <a:ea typeface="+mn-ea"/>
              <a:cs typeface="+mn-cs"/>
            </a:endParaRPr>
          </a:p>
        </p:txBody>
      </p:sp>
      <p:sp>
        <p:nvSpPr>
          <p:cNvPr id="18" name="Rectangle 17">
            <a:extLst>
              <a:ext uri="{FF2B5EF4-FFF2-40B4-BE49-F238E27FC236}">
                <a16:creationId xmlns:a16="http://schemas.microsoft.com/office/drawing/2014/main" id="{4183126D-3C8D-F2E6-157A-2423D5E961F1}"/>
              </a:ext>
            </a:extLst>
          </p:cNvPr>
          <p:cNvSpPr/>
          <p:nvPr/>
        </p:nvSpPr>
        <p:spPr>
          <a:xfrm>
            <a:off x="4475480" y="2362200"/>
            <a:ext cx="3241040"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mj-lt"/>
                <a:ea typeface="+mn-ea"/>
                <a:cs typeface="+mn-cs"/>
              </a:rPr>
              <a:t>What you work out by hand about one model's quirks does not carry over to the next model or the next task.</a:t>
            </a: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19" name="Rectangle 18">
            <a:extLst>
              <a:ext uri="{FF2B5EF4-FFF2-40B4-BE49-F238E27FC236}">
                <a16:creationId xmlns:a16="http://schemas.microsoft.com/office/drawing/2014/main" id="{3B69606A-3757-41D1-3457-71B63565F8EF}"/>
              </a:ext>
            </a:extLst>
          </p:cNvPr>
          <p:cNvSpPr/>
          <p:nvPr/>
        </p:nvSpPr>
        <p:spPr>
          <a:xfrm>
            <a:off x="8310880" y="1859280"/>
            <a:ext cx="3241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bg1">
                    <a:lumMod val="95000"/>
                  </a:schemeClr>
                </a:solidFill>
                <a:effectLst/>
                <a:uLnTx/>
                <a:uFillTx/>
                <a:latin typeface="+mj-lt"/>
                <a:ea typeface="+mn-ea"/>
                <a:cs typeface="+mn-cs"/>
              </a:rPr>
              <a:t>No measure</a:t>
            </a:r>
            <a:endParaRPr kumimoji="0" lang="en-US" sz="1800" b="0" i="0" u="none" strike="noStrike" kern="1200" cap="none" spc="0" normalizeH="0" baseline="0" noProof="0">
              <a:ln>
                <a:noFill/>
              </a:ln>
              <a:solidFill>
                <a:schemeClr val="bg1">
                  <a:lumMod val="95000"/>
                </a:schemeClr>
              </a:solidFill>
              <a:effectLst/>
              <a:uLnTx/>
              <a:uFillTx/>
              <a:latin typeface="+mj-lt"/>
              <a:ea typeface="+mn-ea"/>
              <a:cs typeface="+mn-cs"/>
            </a:endParaRPr>
          </a:p>
        </p:txBody>
      </p:sp>
      <p:sp>
        <p:nvSpPr>
          <p:cNvPr id="20" name="Rectangle 19">
            <a:extLst>
              <a:ext uri="{FF2B5EF4-FFF2-40B4-BE49-F238E27FC236}">
                <a16:creationId xmlns:a16="http://schemas.microsoft.com/office/drawing/2014/main" id="{3D8C71F1-3D49-6944-9855-D47D5BFD69AE}"/>
              </a:ext>
            </a:extLst>
          </p:cNvPr>
          <p:cNvSpPr/>
          <p:nvPr/>
        </p:nvSpPr>
        <p:spPr>
          <a:xfrm>
            <a:off x="8310880" y="2362200"/>
            <a:ext cx="3241040"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mj-lt"/>
                <a:ea typeface="+mn-ea"/>
                <a:cs typeface="+mn-cs"/>
              </a:rPr>
              <a:t>Without a metric and a held-out split, "this prompt is better" is an impression formed on three examples.</a:t>
            </a: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21" name="Rectangle 20">
            <a:extLst>
              <a:ext uri="{FF2B5EF4-FFF2-40B4-BE49-F238E27FC236}">
                <a16:creationId xmlns:a16="http://schemas.microsoft.com/office/drawing/2014/main" id="{A7EB627A-395A-2CAE-F668-D1A0D0914DB6}"/>
              </a:ext>
            </a:extLst>
          </p:cNvPr>
          <p:cNvSpPr/>
          <p:nvPr/>
        </p:nvSpPr>
        <p:spPr>
          <a:xfrm>
            <a:off x="457200" y="4282440"/>
            <a:ext cx="1127760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srgbClr val="1E2761"/>
                </a:solidFill>
                <a:effectLst/>
                <a:uLnTx/>
                <a:uFillTx/>
                <a:latin typeface="+mj-lt"/>
                <a:ea typeface="Calibri"/>
                <a:cs typeface="Calibri"/>
              </a:rPr>
              <a:t>DSPy</a:t>
            </a:r>
            <a:r>
              <a:rPr kumimoji="0" lang="en-US" sz="2000" b="0" i="0" u="none" strike="noStrike" kern="1200" cap="none" spc="0" normalizeH="0" baseline="0" noProof="0">
                <a:ln>
                  <a:noFill/>
                </a:ln>
                <a:solidFill>
                  <a:srgbClr val="1E2761"/>
                </a:solidFill>
                <a:effectLst/>
                <a:uLnTx/>
                <a:uFillTx/>
                <a:latin typeface="+mj-lt"/>
                <a:ea typeface="Calibri"/>
                <a:cs typeface="Calibri"/>
              </a:rPr>
              <a:t> answer is to compile the prompt from a metric and a dataset instead of editing it by hand.</a:t>
            </a:r>
            <a:endParaRPr kumimoji="0" lang="en-US" sz="1800" b="0" i="0" u="none" strike="noStrike" kern="1200" cap="none" spc="0" normalizeH="0" baseline="0" noProof="0">
              <a:ln>
                <a:noFill/>
              </a:ln>
              <a:solidFill>
                <a:srgbClr val="1E2761"/>
              </a:solidFill>
              <a:effectLst/>
              <a:uLnTx/>
              <a:uFillTx/>
              <a:latin typeface="+mj-lt"/>
              <a:ea typeface="Calibri"/>
              <a:cs typeface="Calibri"/>
            </a:endParaRPr>
          </a:p>
        </p:txBody>
      </p:sp>
    </p:spTree>
    <p:extLst>
      <p:ext uri="{BB962C8B-B14F-4D97-AF65-F5344CB8AC3E}">
        <p14:creationId xmlns:p14="http://schemas.microsoft.com/office/powerpoint/2010/main" val="307320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D8AC921-22D4-DDD1-76D5-EAA47C6529D1}"/>
              </a:ext>
            </a:extLst>
          </p:cNvPr>
          <p:cNvSpPr/>
          <p:nvPr/>
        </p:nvSpPr>
        <p:spPr>
          <a:xfrm>
            <a:off x="457200" y="457200"/>
            <a:ext cx="11277600" cy="990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err="1">
                <a:ln>
                  <a:noFill/>
                </a:ln>
                <a:solidFill>
                  <a:srgbClr val="1E2761"/>
                </a:solidFill>
                <a:effectLst/>
                <a:uLnTx/>
                <a:uFillTx/>
                <a:latin typeface="Cambria" panose="02040503050406030204" pitchFamily="18" charset="0"/>
                <a:ea typeface="Cambria" panose="02040503050406030204" pitchFamily="18" charset="0"/>
              </a:rPr>
              <a:t>DSPy</a:t>
            </a:r>
            <a:r>
              <a:rPr kumimoji="0" lang="en-US" sz="2800" b="1"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rPr>
              <a:t> splits an LM program into four parts you can version, test and optimize</a:t>
            </a:r>
            <a:endParaRPr kumimoji="0" lang="en-US" sz="1800" b="0"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endParaRPr>
          </a:p>
        </p:txBody>
      </p:sp>
      <p:sp>
        <p:nvSpPr>
          <p:cNvPr id="25" name="Rectangle: Rounded Corners 24">
            <a:extLst>
              <a:ext uri="{FF2B5EF4-FFF2-40B4-BE49-F238E27FC236}">
                <a16:creationId xmlns:a16="http://schemas.microsoft.com/office/drawing/2014/main" id="{097A3999-B9C6-2013-764E-5755E969C6AA}"/>
              </a:ext>
            </a:extLst>
          </p:cNvPr>
          <p:cNvSpPr/>
          <p:nvPr/>
        </p:nvSpPr>
        <p:spPr>
          <a:xfrm>
            <a:off x="457200" y="1722120"/>
            <a:ext cx="2562225"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mj-lt"/>
                <a:ea typeface="+mn-ea"/>
                <a:cs typeface="+mn-cs"/>
              </a:rPr>
              <a:t>SIGNATURE</a:t>
            </a:r>
            <a:r>
              <a:rPr kumimoji="0" lang="en-US" sz="1600" b="0" i="0" u="none" strike="noStrike" kern="1200" cap="none" spc="0" normalizeH="0" baseline="0" noProof="0" dirty="0">
                <a:ln>
                  <a:noFill/>
                </a:ln>
                <a:solidFill>
                  <a:srgbClr val="F2F6F8"/>
                </a:solidFill>
                <a:effectLst/>
                <a:uLnTx/>
                <a:uFillTx/>
                <a:latin typeface="+mj-lt"/>
                <a:ea typeface="+mn-ea"/>
                <a:cs typeface="+mn-cs"/>
              </a:rPr>
              <a:t>
What goes in and what comes out, as a typed contract.</a:t>
            </a:r>
            <a:endParaRPr kumimoji="0" lang="en-US" sz="1800" b="0" i="0" u="none" strike="noStrike" kern="1200" cap="none" spc="0" normalizeH="0" baseline="0" noProof="0" dirty="0">
              <a:ln>
                <a:noFill/>
              </a:ln>
              <a:solidFill>
                <a:prstClr val="white"/>
              </a:solidFill>
              <a:effectLst/>
              <a:uLnTx/>
              <a:uFillTx/>
              <a:latin typeface="+mj-lt"/>
              <a:ea typeface="+mn-ea"/>
              <a:cs typeface="+mn-cs"/>
            </a:endParaRPr>
          </a:p>
        </p:txBody>
      </p:sp>
      <p:sp>
        <p:nvSpPr>
          <p:cNvPr id="26" name="Rectangle: Rounded Corners 25">
            <a:extLst>
              <a:ext uri="{FF2B5EF4-FFF2-40B4-BE49-F238E27FC236}">
                <a16:creationId xmlns:a16="http://schemas.microsoft.com/office/drawing/2014/main" id="{9808980D-E965-69DE-CDA6-23EBCB959888}"/>
              </a:ext>
            </a:extLst>
          </p:cNvPr>
          <p:cNvSpPr/>
          <p:nvPr/>
        </p:nvSpPr>
        <p:spPr>
          <a:xfrm>
            <a:off x="3362325" y="1722120"/>
            <a:ext cx="2562225"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mj-lt"/>
                <a:ea typeface="+mn-ea"/>
                <a:cs typeface="+mn-cs"/>
              </a:rPr>
              <a:t>MODULE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mj-lt"/>
                <a:ea typeface="+mn-ea"/>
                <a:cs typeface="+mn-cs"/>
              </a:rPr>
              <a:t>How the work is done: Predict, </a:t>
            </a:r>
            <a:r>
              <a:rPr kumimoji="0" lang="en-US" sz="1600" b="0" i="0" u="none" strike="noStrike" kern="1200" cap="none" spc="0" normalizeH="0" baseline="0" noProof="0" dirty="0" err="1">
                <a:ln>
                  <a:noFill/>
                </a:ln>
                <a:solidFill>
                  <a:srgbClr val="F2F6F8"/>
                </a:solidFill>
                <a:effectLst/>
                <a:uLnTx/>
                <a:uFillTx/>
                <a:latin typeface="+mj-lt"/>
                <a:ea typeface="+mn-ea"/>
                <a:cs typeface="+mn-cs"/>
              </a:rPr>
              <a:t>ReAct</a:t>
            </a:r>
            <a:r>
              <a:rPr kumimoji="0" lang="en-US" sz="1600" b="0" i="0" u="none" strike="noStrike" kern="1200" cap="none" spc="0" normalizeH="0" baseline="0" noProof="0" dirty="0">
                <a:ln>
                  <a:noFill/>
                </a:ln>
                <a:solidFill>
                  <a:srgbClr val="F2F6F8"/>
                </a:solidFill>
                <a:effectLst/>
                <a:uLnTx/>
                <a:uFillTx/>
                <a:latin typeface="+mj-lt"/>
                <a:ea typeface="+mn-ea"/>
                <a:cs typeface="+mn-cs"/>
              </a:rPr>
              <a:t>, RLM, Flex.</a:t>
            </a:r>
            <a:endParaRPr kumimoji="0" lang="en-US" sz="1800" b="0" i="0" u="none" strike="noStrike" kern="1200" cap="none" spc="0" normalizeH="0" baseline="0" noProof="0" dirty="0">
              <a:ln>
                <a:noFill/>
              </a:ln>
              <a:solidFill>
                <a:prstClr val="white"/>
              </a:solidFill>
              <a:effectLst/>
              <a:uLnTx/>
              <a:uFillTx/>
              <a:latin typeface="+mj-lt"/>
              <a:ea typeface="+mn-ea"/>
              <a:cs typeface="+mn-cs"/>
            </a:endParaRPr>
          </a:p>
        </p:txBody>
      </p:sp>
      <p:sp>
        <p:nvSpPr>
          <p:cNvPr id="27" name="Rectangle: Rounded Corners 26">
            <a:extLst>
              <a:ext uri="{FF2B5EF4-FFF2-40B4-BE49-F238E27FC236}">
                <a16:creationId xmlns:a16="http://schemas.microsoft.com/office/drawing/2014/main" id="{4FFB36F6-830B-A6FD-B9EE-B2156DB5ACD3}"/>
              </a:ext>
            </a:extLst>
          </p:cNvPr>
          <p:cNvSpPr/>
          <p:nvPr/>
        </p:nvSpPr>
        <p:spPr>
          <a:xfrm>
            <a:off x="6267450" y="1722120"/>
            <a:ext cx="2562225"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mj-lt"/>
                <a:ea typeface="+mn-ea"/>
                <a:cs typeface="+mn-cs"/>
              </a:rPr>
              <a:t>METRIC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mj-lt"/>
                <a:ea typeface="Calibri"/>
                <a:cs typeface="Calibri"/>
              </a:rPr>
              <a:t>What counts as a good answer, defined in code.</a:t>
            </a:r>
            <a:endParaRPr kumimoji="0" lang="en-US" sz="1800" b="0" i="0" u="none" strike="noStrike" kern="1200" cap="none" spc="0" normalizeH="0" baseline="0" noProof="0" dirty="0">
              <a:ln>
                <a:noFill/>
              </a:ln>
              <a:solidFill>
                <a:prstClr val="white"/>
              </a:solidFill>
              <a:effectLst/>
              <a:uLnTx/>
              <a:uFillTx/>
              <a:latin typeface="+mj-lt"/>
              <a:ea typeface="Calibri"/>
              <a:cs typeface="Calibri"/>
            </a:endParaRPr>
          </a:p>
        </p:txBody>
      </p:sp>
      <p:sp>
        <p:nvSpPr>
          <p:cNvPr id="28" name="Rectangle: Rounded Corners 27">
            <a:extLst>
              <a:ext uri="{FF2B5EF4-FFF2-40B4-BE49-F238E27FC236}">
                <a16:creationId xmlns:a16="http://schemas.microsoft.com/office/drawing/2014/main" id="{FDF2AB1C-F7BF-88D1-D6BC-DA12487AE015}"/>
              </a:ext>
            </a:extLst>
          </p:cNvPr>
          <p:cNvSpPr/>
          <p:nvPr/>
        </p:nvSpPr>
        <p:spPr>
          <a:xfrm>
            <a:off x="9172575" y="1722120"/>
            <a:ext cx="2562225"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mj-lt"/>
                <a:ea typeface="+mn-ea"/>
                <a:cs typeface="+mn-cs"/>
              </a:rPr>
              <a:t>OPTIMIZER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mj-lt"/>
                <a:ea typeface="+mn-ea"/>
                <a:cs typeface="+mn-cs"/>
              </a:rPr>
              <a:t>Searches for a better program under that metric.</a:t>
            </a:r>
            <a:endParaRPr kumimoji="0" lang="en-US" sz="1800" b="0" i="0" u="none" strike="noStrike" kern="1200" cap="none" spc="0" normalizeH="0" baseline="0" noProof="0" dirty="0">
              <a:ln>
                <a:noFill/>
              </a:ln>
              <a:solidFill>
                <a:prstClr val="white"/>
              </a:solidFill>
              <a:effectLst/>
              <a:uLnTx/>
              <a:uFillTx/>
              <a:latin typeface="+mj-lt"/>
              <a:ea typeface="+mn-ea"/>
              <a:cs typeface="+mn-cs"/>
            </a:endParaRPr>
          </a:p>
        </p:txBody>
      </p:sp>
      <p:sp>
        <p:nvSpPr>
          <p:cNvPr id="29" name="Arrow: Right 28">
            <a:extLst>
              <a:ext uri="{FF2B5EF4-FFF2-40B4-BE49-F238E27FC236}">
                <a16:creationId xmlns:a16="http://schemas.microsoft.com/office/drawing/2014/main" id="{0E419AFD-154A-A4EC-E885-2EB7FA0AFE4B}"/>
              </a:ext>
            </a:extLst>
          </p:cNvPr>
          <p:cNvSpPr/>
          <p:nvPr/>
        </p:nvSpPr>
        <p:spPr>
          <a:xfrm>
            <a:off x="3053700" y="2209800"/>
            <a:ext cx="274320" cy="137160"/>
          </a:xfrm>
          <a:prstGeom prst="rightArrow">
            <a:avLst/>
          </a:prstGeom>
          <a:solidFill>
            <a:srgbClr val="E67E2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30" name="Arrow: Right 29">
            <a:extLst>
              <a:ext uri="{FF2B5EF4-FFF2-40B4-BE49-F238E27FC236}">
                <a16:creationId xmlns:a16="http://schemas.microsoft.com/office/drawing/2014/main" id="{082F5B34-5A9D-05D0-F0B6-C57395AA05D2}"/>
              </a:ext>
            </a:extLst>
          </p:cNvPr>
          <p:cNvSpPr/>
          <p:nvPr/>
        </p:nvSpPr>
        <p:spPr>
          <a:xfrm>
            <a:off x="5958840" y="2209800"/>
            <a:ext cx="274320" cy="137160"/>
          </a:xfrm>
          <a:prstGeom prst="rightArrow">
            <a:avLst/>
          </a:prstGeom>
          <a:solidFill>
            <a:srgbClr val="E67E2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31" name="Arrow: Right 30">
            <a:extLst>
              <a:ext uri="{FF2B5EF4-FFF2-40B4-BE49-F238E27FC236}">
                <a16:creationId xmlns:a16="http://schemas.microsoft.com/office/drawing/2014/main" id="{A1F68ED5-DEEB-00C1-C816-B9CDD3E6C444}"/>
              </a:ext>
            </a:extLst>
          </p:cNvPr>
          <p:cNvSpPr/>
          <p:nvPr/>
        </p:nvSpPr>
        <p:spPr>
          <a:xfrm>
            <a:off x="8863965" y="2209800"/>
            <a:ext cx="274320" cy="137160"/>
          </a:xfrm>
          <a:prstGeom prst="rightArrow">
            <a:avLst/>
          </a:prstGeom>
          <a:solidFill>
            <a:srgbClr val="E67E2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32" name="Rectangle: Rounded Corners 31">
            <a:extLst>
              <a:ext uri="{FF2B5EF4-FFF2-40B4-BE49-F238E27FC236}">
                <a16:creationId xmlns:a16="http://schemas.microsoft.com/office/drawing/2014/main" id="{61615720-1B14-0519-E55B-30191C555558}"/>
              </a:ext>
            </a:extLst>
          </p:cNvPr>
          <p:cNvSpPr/>
          <p:nvPr/>
        </p:nvSpPr>
        <p:spPr>
          <a:xfrm>
            <a:off x="457200" y="2966085"/>
            <a:ext cx="11277600" cy="2300605"/>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33" name="Rectangle 32">
            <a:extLst>
              <a:ext uri="{FF2B5EF4-FFF2-40B4-BE49-F238E27FC236}">
                <a16:creationId xmlns:a16="http://schemas.microsoft.com/office/drawing/2014/main" id="{7070B447-824D-5D98-B562-E307E6A85EC9}"/>
              </a:ext>
            </a:extLst>
          </p:cNvPr>
          <p:cNvSpPr/>
          <p:nvPr/>
        </p:nvSpPr>
        <p:spPr>
          <a:xfrm>
            <a:off x="640080" y="3246120"/>
            <a:ext cx="10911840" cy="1661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2F6F8"/>
                </a:solidFill>
                <a:effectLst/>
                <a:uLnTx/>
                <a:uFillTx/>
                <a:latin typeface="+mj-lt"/>
                <a:ea typeface="Calibri"/>
                <a:cs typeface="Calibri"/>
              </a:rPr>
              <a:t>You can change one part without rewriting the others. For example:</a:t>
            </a:r>
            <a:endParaRPr kumimoji="0" lang="en-US" sz="1800" b="0" i="0" u="none" strike="noStrike" kern="1200" cap="none" spc="0" normalizeH="0" baseline="0" noProof="0" dirty="0">
              <a:ln>
                <a:noFill/>
              </a:ln>
              <a:solidFill>
                <a:srgbClr val="FFFFFF"/>
              </a:solidFill>
              <a:effectLst/>
              <a:uLnTx/>
              <a:uFillTx/>
              <a:latin typeface="+mj-lt"/>
              <a:ea typeface="Calibri"/>
              <a:cs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2F6F8"/>
              </a:solidFill>
              <a:effectLst/>
              <a:uLnTx/>
              <a:uFillTx/>
              <a:latin typeface="+mj-lt"/>
              <a:ea typeface="Calibri"/>
              <a:cs typeface="Calibri"/>
            </a:endParaRPr>
          </a:p>
          <a:p>
            <a:pPr marL="342900" marR="0" lvl="0" indent="-342900" algn="l" defTabSz="457200" rtl="0" eaLnBrk="1" fontAlgn="auto" latinLnBrk="0" hangingPunct="1">
              <a:lnSpc>
                <a:spcPct val="100000"/>
              </a:lnSpc>
              <a:spcBef>
                <a:spcPts val="0"/>
              </a:spcBef>
              <a:spcAft>
                <a:spcPts val="0"/>
              </a:spcAft>
              <a:buClrTx/>
              <a:buSzTx/>
              <a:buFont typeface="Arial"/>
              <a:buChar char="•"/>
              <a:tabLst/>
              <a:defRPr/>
            </a:pPr>
            <a:r>
              <a:rPr kumimoji="0" lang="en-US" sz="2000" b="0" i="0" u="none" strike="noStrike" kern="1200" cap="none" spc="0" normalizeH="0" baseline="0" noProof="0" dirty="0">
                <a:ln>
                  <a:noFill/>
                </a:ln>
                <a:solidFill>
                  <a:srgbClr val="F2F6F8"/>
                </a:solidFill>
                <a:effectLst/>
                <a:uLnTx/>
                <a:uFillTx/>
                <a:latin typeface="+mj-lt"/>
                <a:ea typeface="Calibri"/>
                <a:cs typeface="Calibri"/>
              </a:rPr>
              <a:t>swap the module (how prediction is done) and keep the signature (inputs and outputs)</a:t>
            </a:r>
            <a:endParaRPr kumimoji="0" lang="en-US" sz="1800" b="0" i="0" u="none" strike="noStrike" kern="1200" cap="none" spc="0" normalizeH="0" baseline="0" noProof="0" dirty="0">
              <a:ln>
                <a:noFill/>
              </a:ln>
              <a:solidFill>
                <a:srgbClr val="FFFFFF"/>
              </a:solidFill>
              <a:effectLst/>
              <a:uLnTx/>
              <a:uFillTx/>
              <a:latin typeface="+mj-lt"/>
              <a:ea typeface="Calibri"/>
              <a:cs typeface="Calibri"/>
            </a:endParaRPr>
          </a:p>
          <a:p>
            <a:pPr marL="342900" marR="0" lvl="0" indent="-342900" algn="l" defTabSz="457200" rtl="0" eaLnBrk="1" fontAlgn="auto" latinLnBrk="0" hangingPunct="1">
              <a:lnSpc>
                <a:spcPct val="100000"/>
              </a:lnSpc>
              <a:spcBef>
                <a:spcPts val="0"/>
              </a:spcBef>
              <a:spcAft>
                <a:spcPts val="0"/>
              </a:spcAft>
              <a:buClrTx/>
              <a:buSzTx/>
              <a:buFont typeface="Arial"/>
              <a:buChar char="•"/>
              <a:tabLst/>
              <a:defRPr/>
            </a:pPr>
            <a:r>
              <a:rPr kumimoji="0" lang="en-US" sz="2000" b="0" i="0" u="none" strike="noStrike" kern="1200" cap="none" spc="0" normalizeH="0" baseline="0" noProof="0" dirty="0">
                <a:ln>
                  <a:noFill/>
                </a:ln>
                <a:solidFill>
                  <a:srgbClr val="F2F6F8"/>
                </a:solidFill>
                <a:effectLst/>
                <a:uLnTx/>
                <a:uFillTx/>
                <a:latin typeface="+mj-lt"/>
                <a:ea typeface="Calibri"/>
                <a:cs typeface="Calibri"/>
              </a:rPr>
              <a:t>swap in a cheaper model and rerun the optimizer</a:t>
            </a:r>
            <a:endParaRPr kumimoji="0" lang="en-US" sz="1800" b="0" i="0" u="none" strike="noStrike" kern="1200" cap="none" spc="0" normalizeH="0" baseline="0" noProof="0" dirty="0">
              <a:ln>
                <a:noFill/>
              </a:ln>
              <a:solidFill>
                <a:srgbClr val="FFFFFF"/>
              </a:solidFill>
              <a:effectLst/>
              <a:uLnTx/>
              <a:uFillTx/>
              <a:latin typeface="+mj-lt"/>
              <a:ea typeface="Calibri"/>
              <a:cs typeface="Calibri"/>
            </a:endParaRPr>
          </a:p>
          <a:p>
            <a:pPr marL="342900" marR="0" lvl="0" indent="-342900" algn="l" defTabSz="457200" rtl="0" eaLnBrk="1" fontAlgn="auto" latinLnBrk="0" hangingPunct="1">
              <a:lnSpc>
                <a:spcPct val="100000"/>
              </a:lnSpc>
              <a:spcBef>
                <a:spcPts val="0"/>
              </a:spcBef>
              <a:spcAft>
                <a:spcPts val="0"/>
              </a:spcAft>
              <a:buClrTx/>
              <a:buSzTx/>
              <a:buFont typeface="Arial"/>
              <a:buChar char="•"/>
              <a:tabLst/>
              <a:defRPr/>
            </a:pPr>
            <a:r>
              <a:rPr kumimoji="0" lang="en-US" sz="2000" b="0" i="0" u="none" strike="noStrike" kern="1200" cap="none" spc="0" normalizeH="0" baseline="0" noProof="0" dirty="0">
                <a:ln>
                  <a:noFill/>
                </a:ln>
                <a:solidFill>
                  <a:srgbClr val="F2F6F8"/>
                </a:solidFill>
                <a:effectLst/>
                <a:uLnTx/>
                <a:uFillTx/>
                <a:latin typeface="+mj-lt"/>
                <a:ea typeface="Calibri"/>
                <a:cs typeface="Calibri"/>
              </a:rPr>
              <a:t>tweak the metric and the entire program updates against it. </a:t>
            </a:r>
            <a:endParaRPr kumimoji="0" lang="en-US" sz="1800" b="0" i="0" u="none" strike="noStrike" kern="1200" cap="none" spc="0" normalizeH="0" baseline="0" noProof="0" dirty="0">
              <a:ln>
                <a:noFill/>
              </a:ln>
              <a:solidFill>
                <a:srgbClr val="FFFFFF"/>
              </a:solidFill>
              <a:effectLst/>
              <a:uLnTx/>
              <a:uFillTx/>
              <a:latin typeface="+mj-lt"/>
              <a:ea typeface="Calibri"/>
              <a:cs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2F6F8"/>
              </a:solidFill>
              <a:effectLst/>
              <a:uLnTx/>
              <a:uFillTx/>
              <a:latin typeface="+mj-lt"/>
              <a:ea typeface="Calibri"/>
              <a:cs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2F6F8"/>
                </a:solidFill>
                <a:effectLst/>
                <a:uLnTx/>
                <a:uFillTx/>
                <a:latin typeface="+mj-lt"/>
                <a:ea typeface="Calibri"/>
                <a:cs typeface="Calibri"/>
              </a:rPr>
              <a:t>That is why a </a:t>
            </a:r>
            <a:r>
              <a:rPr kumimoji="0" lang="en-US" sz="2000" b="0" i="0" u="none" strike="noStrike" kern="1200" cap="none" spc="0" normalizeH="0" baseline="0" noProof="0" dirty="0" err="1">
                <a:ln>
                  <a:noFill/>
                </a:ln>
                <a:solidFill>
                  <a:srgbClr val="F2F6F8"/>
                </a:solidFill>
                <a:effectLst/>
                <a:uLnTx/>
                <a:uFillTx/>
                <a:latin typeface="+mj-lt"/>
                <a:ea typeface="Calibri"/>
                <a:cs typeface="Calibri"/>
              </a:rPr>
              <a:t>DSPy</a:t>
            </a:r>
            <a:r>
              <a:rPr kumimoji="0" lang="en-US" sz="2000" b="0" i="0" u="none" strike="noStrike" kern="1200" cap="none" spc="0" normalizeH="0" baseline="0" noProof="0" dirty="0">
                <a:ln>
                  <a:noFill/>
                </a:ln>
                <a:solidFill>
                  <a:srgbClr val="F2F6F8"/>
                </a:solidFill>
                <a:effectLst/>
                <a:uLnTx/>
                <a:uFillTx/>
                <a:latin typeface="+mj-lt"/>
                <a:ea typeface="Calibri"/>
                <a:cs typeface="Calibri"/>
              </a:rPr>
              <a:t> program survives a new model release without a rewrite.</a:t>
            </a:r>
            <a:endParaRPr kumimoji="0" lang="en-US" sz="1800" b="0" i="0" u="none" strike="noStrike" kern="1200" cap="none" spc="0" normalizeH="0" baseline="0" noProof="0" dirty="0">
              <a:ln>
                <a:noFill/>
              </a:ln>
              <a:solidFill>
                <a:prstClr val="white"/>
              </a:solidFill>
              <a:effectLst/>
              <a:uLnTx/>
              <a:uFillTx/>
              <a:latin typeface="+mj-lt"/>
              <a:ea typeface="Calibri"/>
              <a:cs typeface="Calibri"/>
            </a:endParaRPr>
          </a:p>
        </p:txBody>
      </p:sp>
    </p:spTree>
    <p:extLst>
      <p:ext uri="{BB962C8B-B14F-4D97-AF65-F5344CB8AC3E}">
        <p14:creationId xmlns:p14="http://schemas.microsoft.com/office/powerpoint/2010/main" val="1014401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535FE9A5-09FD-9D64-7E2E-0A884A3907D9}"/>
              </a:ext>
            </a:extLst>
          </p:cNvPr>
          <p:cNvSpPr/>
          <p:nvPr/>
        </p:nvSpPr>
        <p:spPr>
          <a:xfrm>
            <a:off x="457200" y="457200"/>
            <a:ext cx="11277600" cy="990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rPr>
              <a:t>A signature is a typed contract for the task rather than a prompt for one model</a:t>
            </a:r>
            <a:endParaRPr kumimoji="0" lang="en-US" sz="1800" b="0"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endParaRPr>
          </a:p>
        </p:txBody>
      </p:sp>
      <p:sp>
        <p:nvSpPr>
          <p:cNvPr id="37" name="Rectangle 36">
            <a:extLst>
              <a:ext uri="{FF2B5EF4-FFF2-40B4-BE49-F238E27FC236}">
                <a16:creationId xmlns:a16="http://schemas.microsoft.com/office/drawing/2014/main" id="{054099B1-A724-3A73-5409-9CC44ABC134F}"/>
              </a:ext>
            </a:extLst>
          </p:cNvPr>
          <p:cNvSpPr/>
          <p:nvPr/>
        </p:nvSpPr>
        <p:spPr>
          <a:xfrm>
            <a:off x="457200" y="2301558"/>
            <a:ext cx="4114800" cy="2971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E67E22"/>
                </a:solidFill>
                <a:effectLst/>
                <a:uLnTx/>
                <a:uFillTx/>
                <a:latin typeface="Calibri"/>
                <a:ea typeface="Calibri"/>
                <a:cs typeface="Calibri"/>
              </a:rPr>
              <a:t>InputField</a:t>
            </a:r>
            <a:r>
              <a:rPr kumimoji="0" lang="en-US" sz="1600" b="1" i="0" u="none" strike="noStrike" kern="1200" cap="none" spc="0" normalizeH="0" baseline="0" noProof="0" dirty="0">
                <a:ln>
                  <a:noFill/>
                </a:ln>
                <a:solidFill>
                  <a:srgbClr val="E67E22"/>
                </a:solidFill>
                <a:effectLst/>
                <a:uLnTx/>
                <a:uFillTx/>
                <a:latin typeface="Calibri"/>
                <a:ea typeface="Calibri"/>
                <a:cs typeface="Calibri"/>
              </a:rPr>
              <a:t> </a:t>
            </a:r>
            <a:r>
              <a:rPr kumimoji="0" lang="en-US" sz="1600" b="0" i="0" u="none" strike="noStrike" kern="1200" cap="none" spc="0" normalizeH="0" baseline="0" noProof="0" dirty="0">
                <a:ln>
                  <a:noFill/>
                </a:ln>
                <a:solidFill>
                  <a:srgbClr val="1E2761"/>
                </a:solidFill>
                <a:effectLst/>
                <a:uLnTx/>
                <a:uFillTx/>
                <a:latin typeface="Calibri"/>
                <a:ea typeface="Calibri"/>
                <a:cs typeface="Calibri"/>
              </a:rPr>
              <a:t>marks what the program is given.
Every </a:t>
            </a:r>
            <a:r>
              <a:rPr kumimoji="0" lang="en-US" sz="1600" b="1" i="0" u="none" strike="noStrike" kern="1200" cap="none" spc="0" normalizeH="0" baseline="0" noProof="0" dirty="0" err="1">
                <a:ln>
                  <a:noFill/>
                </a:ln>
                <a:solidFill>
                  <a:srgbClr val="E67E22"/>
                </a:solidFill>
                <a:effectLst/>
                <a:uLnTx/>
                <a:uFillTx/>
                <a:latin typeface="Calibri"/>
                <a:ea typeface="Calibri"/>
                <a:cs typeface="Calibri"/>
              </a:rPr>
              <a:t>OutputField</a:t>
            </a:r>
            <a:r>
              <a:rPr kumimoji="0" lang="en-US" sz="1600" b="0" i="0" u="none" strike="noStrike" kern="1200" cap="none" spc="0" normalizeH="0" baseline="0" noProof="0" dirty="0">
                <a:ln>
                  <a:noFill/>
                </a:ln>
                <a:solidFill>
                  <a:srgbClr val="1E2761"/>
                </a:solidFill>
                <a:effectLst/>
                <a:uLnTx/>
                <a:uFillTx/>
                <a:latin typeface="Calibri"/>
                <a:ea typeface="Calibri"/>
                <a:cs typeface="Calibri"/>
              </a:rPr>
              <a:t> is a result that each competing implementation must return.
The </a:t>
            </a:r>
            <a:r>
              <a:rPr kumimoji="0" lang="en-US" sz="1600" b="1" i="0" u="none" strike="noStrike" kern="1200" cap="none" spc="0" normalizeH="0" baseline="0" noProof="0" dirty="0">
                <a:ln>
                  <a:noFill/>
                </a:ln>
                <a:solidFill>
                  <a:srgbClr val="E67E22"/>
                </a:solidFill>
                <a:effectLst/>
                <a:uLnTx/>
                <a:uFillTx/>
                <a:latin typeface="Calibri"/>
                <a:ea typeface="Calibri"/>
                <a:cs typeface="Calibri"/>
              </a:rPr>
              <a:t>docstring</a:t>
            </a:r>
            <a:r>
              <a:rPr kumimoji="0" lang="en-US" sz="1600" b="0" i="0" u="none" strike="noStrike" kern="1200" cap="none" spc="0" normalizeH="0" baseline="0" noProof="0" dirty="0">
                <a:ln>
                  <a:noFill/>
                </a:ln>
                <a:solidFill>
                  <a:srgbClr val="1E2761"/>
                </a:solidFill>
                <a:effectLst/>
                <a:uLnTx/>
                <a:uFillTx/>
                <a:latin typeface="Calibri"/>
                <a:ea typeface="Calibri"/>
                <a:cs typeface="Calibri"/>
              </a:rPr>
              <a:t> is the task description, and an optimizer is allowed to rewrite it.</a:t>
            </a:r>
            <a:endParaRPr kumimoji="0" lang="en-US" sz="1800" b="0" i="0" u="none" strike="noStrike" kern="1200" cap="none" spc="0" normalizeH="0" baseline="0" noProof="0" dirty="0">
              <a:ln>
                <a:noFill/>
              </a:ln>
              <a:solidFill>
                <a:srgbClr val="1E2761"/>
              </a:solidFill>
              <a:effectLst/>
              <a:uLnTx/>
              <a:uFillTx/>
              <a:latin typeface="Calibri"/>
              <a:ea typeface="Calibri"/>
              <a:cs typeface="Calibri"/>
            </a:endParaRPr>
          </a:p>
        </p:txBody>
      </p:sp>
      <p:sp>
        <p:nvSpPr>
          <p:cNvPr id="38" name="Rectangle: Rounded Corners 37">
            <a:extLst>
              <a:ext uri="{FF2B5EF4-FFF2-40B4-BE49-F238E27FC236}">
                <a16:creationId xmlns:a16="http://schemas.microsoft.com/office/drawing/2014/main" id="{86C7015A-4AD4-3204-CE18-81CFF5E54B6C}"/>
              </a:ext>
            </a:extLst>
          </p:cNvPr>
          <p:cNvSpPr/>
          <p:nvPr/>
        </p:nvSpPr>
        <p:spPr>
          <a:xfrm>
            <a:off x="4914900" y="2301558"/>
            <a:ext cx="6819900" cy="2971800"/>
          </a:xfrm>
          <a:prstGeom prst="roundRect">
            <a:avLst/>
          </a:prstGeom>
          <a:solidFill>
            <a:srgbClr val="1E2761"/>
          </a:solidFill>
          <a:ln w="12700">
            <a:solidFill>
              <a:srgbClr val="4FB3A6">
                <a:alpha val="45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5" name="Rectangle 124">
            <a:extLst>
              <a:ext uri="{FF2B5EF4-FFF2-40B4-BE49-F238E27FC236}">
                <a16:creationId xmlns:a16="http://schemas.microsoft.com/office/drawing/2014/main" id="{8A2D9213-570A-4888-6EB3-5C6C32FF648F}"/>
              </a:ext>
            </a:extLst>
          </p:cNvPr>
          <p:cNvSpPr/>
          <p:nvPr/>
        </p:nvSpPr>
        <p:spPr>
          <a:xfrm>
            <a:off x="5097780" y="2438718"/>
            <a:ext cx="6454140" cy="2697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class ExtractBoilingPoint(dspy.Signature):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    """Extract the compound and normal boiling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    point from the record. Convert to kelvin.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    Return needs_review=True if the value is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    missing, conflicting, or only a range."""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    text: str = dspy.InputField()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    compound_name: str = dspy.OutputField()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    boiling_point_K: float | None = dspy.OutputField()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    evidence: str = dspy.OutputField()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Aptos Mono"/>
                <a:ea typeface="+mn-ea"/>
                <a:cs typeface="+mn-cs"/>
              </a:rPr>
              <a:t>    needs_review: bool = dspy.OutputField()</a:t>
            </a:r>
            <a:endParaRPr kumimoji="0" lang="en-US" sz="1800" b="0" i="0" u="none" strike="noStrike" kern="1200" cap="none" spc="0" normalizeH="0" baseline="0" noProof="0">
              <a:ln>
                <a:noFill/>
              </a:ln>
              <a:solidFill>
                <a:prstClr val="white"/>
              </a:solidFill>
              <a:effectLst/>
              <a:uLnTx/>
              <a:uFillTx/>
              <a:latin typeface="Aptos Mono"/>
              <a:ea typeface="+mn-ea"/>
              <a:cs typeface="+mn-cs"/>
            </a:endParaRPr>
          </a:p>
        </p:txBody>
      </p:sp>
    </p:spTree>
    <p:extLst>
      <p:ext uri="{BB962C8B-B14F-4D97-AF65-F5344CB8AC3E}">
        <p14:creationId xmlns:p14="http://schemas.microsoft.com/office/powerpoint/2010/main" val="4087370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8CA60CE2-A603-D6B7-C606-443E4C318451}"/>
              </a:ext>
            </a:extLst>
          </p:cNvPr>
          <p:cNvSpPr/>
          <p:nvPr/>
        </p:nvSpPr>
        <p:spPr>
          <a:xfrm>
            <a:off x="457200" y="457200"/>
            <a:ext cx="11277600" cy="990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1E2761"/>
                </a:solidFill>
                <a:effectLst/>
                <a:uLnTx/>
                <a:uFillTx/>
                <a:latin typeface="Cambria" panose="02040503050406030204" pitchFamily="18" charset="0"/>
                <a:ea typeface="Cambria" panose="02040503050406030204" pitchFamily="18" charset="0"/>
              </a:rPr>
              <a:t>Written feedback beat reinforcement learning on six tasks, using far fewer runs</a:t>
            </a:r>
            <a:endParaRPr kumimoji="0" lang="en-US" sz="1800" b="0" i="0" u="none" strike="noStrike" kern="1200" cap="none" spc="0" normalizeH="0" baseline="0" noProof="0">
              <a:ln>
                <a:noFill/>
              </a:ln>
              <a:solidFill>
                <a:srgbClr val="1E2761"/>
              </a:solidFill>
              <a:effectLst/>
              <a:uLnTx/>
              <a:uFillTx/>
              <a:latin typeface="Cambria" panose="02040503050406030204" pitchFamily="18" charset="0"/>
              <a:ea typeface="Cambria" panose="02040503050406030204" pitchFamily="18" charset="0"/>
            </a:endParaRPr>
          </a:p>
        </p:txBody>
      </p:sp>
      <p:sp>
        <p:nvSpPr>
          <p:cNvPr id="43" name="Rectangle 42">
            <a:extLst>
              <a:ext uri="{FF2B5EF4-FFF2-40B4-BE49-F238E27FC236}">
                <a16:creationId xmlns:a16="http://schemas.microsoft.com/office/drawing/2014/main" id="{F8AD52CC-C378-5B5D-EE38-61CDA4D3F6AE}"/>
              </a:ext>
            </a:extLst>
          </p:cNvPr>
          <p:cNvSpPr/>
          <p:nvPr/>
        </p:nvSpPr>
        <p:spPr>
          <a:xfrm>
            <a:off x="457200" y="1722120"/>
            <a:ext cx="3606800" cy="1051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E67E22"/>
                </a:solidFill>
                <a:effectLst/>
                <a:uLnTx/>
                <a:uFillTx/>
                <a:latin typeface="Trebuchet MS" panose="020B0603020202020204" pitchFamily="34" charset="0"/>
                <a:ea typeface="+mn-ea"/>
                <a:cs typeface="+mn-cs"/>
              </a:rPr>
              <a:t>35×</a:t>
            </a:r>
            <a:endParaRPr kumimoji="0" lang="en-US" sz="1800" b="0" i="0" u="none" strike="noStrike" kern="1200" cap="none" spc="0" normalizeH="0" baseline="0" noProof="0" dirty="0">
              <a:ln>
                <a:noFill/>
              </a:ln>
              <a:solidFill>
                <a:srgbClr val="E67E22"/>
              </a:solidFill>
              <a:effectLst/>
              <a:uLnTx/>
              <a:uFillTx/>
              <a:latin typeface="Calibri"/>
              <a:ea typeface="+mn-ea"/>
              <a:cs typeface="+mn-cs"/>
            </a:endParaRPr>
          </a:p>
        </p:txBody>
      </p:sp>
      <p:sp>
        <p:nvSpPr>
          <p:cNvPr id="44" name="Rectangle 43">
            <a:extLst>
              <a:ext uri="{FF2B5EF4-FFF2-40B4-BE49-F238E27FC236}">
                <a16:creationId xmlns:a16="http://schemas.microsoft.com/office/drawing/2014/main" id="{0298EE2E-975C-D901-8D6D-F4AE00E330F2}"/>
              </a:ext>
            </a:extLst>
          </p:cNvPr>
          <p:cNvSpPr/>
          <p:nvPr/>
        </p:nvSpPr>
        <p:spPr>
          <a:xfrm>
            <a:off x="457200" y="2865120"/>
            <a:ext cx="3606800" cy="868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E2761"/>
                </a:solidFill>
                <a:effectLst/>
                <a:uLnTx/>
                <a:uFillTx/>
                <a:latin typeface="Calibri" panose="020F0502020204030204" pitchFamily="34" charset="0"/>
                <a:ea typeface="+mn-ea"/>
                <a:cs typeface="+mn-cs"/>
              </a:rPr>
              <a:t>fewer rollouts than GRPO reinforcement learning, across six tasks</a:t>
            </a:r>
            <a:endParaRPr kumimoji="0" lang="en-US" sz="1800" b="0" i="0" u="none" strike="noStrike" kern="1200" cap="none" spc="0" normalizeH="0" baseline="0" noProof="0">
              <a:ln>
                <a:noFill/>
              </a:ln>
              <a:solidFill>
                <a:srgbClr val="1E2761"/>
              </a:solidFill>
              <a:effectLst/>
              <a:uLnTx/>
              <a:uFillTx/>
              <a:latin typeface="Calibri"/>
              <a:ea typeface="+mn-ea"/>
              <a:cs typeface="+mn-cs"/>
            </a:endParaRPr>
          </a:p>
        </p:txBody>
      </p:sp>
      <p:sp>
        <p:nvSpPr>
          <p:cNvPr id="45" name="Rectangle 44">
            <a:extLst>
              <a:ext uri="{FF2B5EF4-FFF2-40B4-BE49-F238E27FC236}">
                <a16:creationId xmlns:a16="http://schemas.microsoft.com/office/drawing/2014/main" id="{DC28CE92-BF20-E305-BEC6-4D42008E7B69}"/>
              </a:ext>
            </a:extLst>
          </p:cNvPr>
          <p:cNvSpPr/>
          <p:nvPr/>
        </p:nvSpPr>
        <p:spPr>
          <a:xfrm>
            <a:off x="4292600" y="1722120"/>
            <a:ext cx="3606800" cy="1051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a:ln>
                  <a:noFill/>
                </a:ln>
                <a:solidFill>
                  <a:srgbClr val="E67E22"/>
                </a:solidFill>
                <a:effectLst/>
                <a:uLnTx/>
                <a:uFillTx/>
                <a:latin typeface="Trebuchet MS" panose="020B0603020202020204" pitchFamily="34" charset="0"/>
                <a:ea typeface="+mn-ea"/>
                <a:cs typeface="+mn-cs"/>
              </a:rPr>
              <a:t>+10%</a:t>
            </a:r>
            <a:endParaRPr kumimoji="0" lang="en-US" sz="1800" b="0" i="0" u="none" strike="noStrike" kern="1200" cap="none" spc="0" normalizeH="0" baseline="0" noProof="0">
              <a:ln>
                <a:noFill/>
              </a:ln>
              <a:solidFill>
                <a:srgbClr val="E67E22"/>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C24269DD-3A78-7FB3-C037-CE0059A4146B}"/>
              </a:ext>
            </a:extLst>
          </p:cNvPr>
          <p:cNvSpPr/>
          <p:nvPr/>
        </p:nvSpPr>
        <p:spPr>
          <a:xfrm>
            <a:off x="4292600" y="2865120"/>
            <a:ext cx="3606800" cy="868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E2761"/>
                </a:solidFill>
                <a:effectLst/>
                <a:uLnTx/>
                <a:uFillTx/>
                <a:latin typeface="Calibri" panose="020F0502020204030204" pitchFamily="34" charset="0"/>
                <a:ea typeface="+mn-ea"/>
                <a:cs typeface="+mn-cs"/>
              </a:rPr>
              <a:t>over MIPROv2, the leading prompt optimizer, and +12% on AIME-2025</a:t>
            </a:r>
            <a:endParaRPr kumimoji="0" lang="en-US" sz="1800" b="0" i="0" u="none" strike="noStrike" kern="1200" cap="none" spc="0" normalizeH="0" baseline="0" noProof="0">
              <a:ln>
                <a:noFill/>
              </a:ln>
              <a:solidFill>
                <a:srgbClr val="1E2761"/>
              </a:solidFill>
              <a:effectLst/>
              <a:uLnTx/>
              <a:uFillTx/>
              <a:latin typeface="Calibri"/>
              <a:ea typeface="+mn-ea"/>
              <a:cs typeface="+mn-cs"/>
            </a:endParaRPr>
          </a:p>
        </p:txBody>
      </p:sp>
      <p:sp>
        <p:nvSpPr>
          <p:cNvPr id="47" name="Rectangle 46">
            <a:extLst>
              <a:ext uri="{FF2B5EF4-FFF2-40B4-BE49-F238E27FC236}">
                <a16:creationId xmlns:a16="http://schemas.microsoft.com/office/drawing/2014/main" id="{8B3B95D4-10D5-BA72-6FD3-01280FC7D3DF}"/>
              </a:ext>
            </a:extLst>
          </p:cNvPr>
          <p:cNvSpPr/>
          <p:nvPr/>
        </p:nvSpPr>
        <p:spPr>
          <a:xfrm>
            <a:off x="8128000" y="1722120"/>
            <a:ext cx="3606800" cy="1051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a:ln>
                  <a:noFill/>
                </a:ln>
                <a:solidFill>
                  <a:srgbClr val="E67E22"/>
                </a:solidFill>
                <a:effectLst/>
                <a:uLnTx/>
                <a:uFillTx/>
                <a:latin typeface="Trebuchet MS" panose="020B0603020202020204" pitchFamily="34" charset="0"/>
                <a:ea typeface="+mn-ea"/>
                <a:cs typeface="+mn-cs"/>
              </a:rPr>
              <a:t>~75×</a:t>
            </a:r>
            <a:endParaRPr kumimoji="0" lang="en-US" sz="1800" b="0" i="0" u="none" strike="noStrike" kern="1200" cap="none" spc="0" normalizeH="0" baseline="0" noProof="0">
              <a:ln>
                <a:noFill/>
              </a:ln>
              <a:solidFill>
                <a:srgbClr val="E67E22"/>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96B8BCC9-53FC-0E37-68D5-C15791188053}"/>
              </a:ext>
            </a:extLst>
          </p:cNvPr>
          <p:cNvSpPr/>
          <p:nvPr/>
        </p:nvSpPr>
        <p:spPr>
          <a:xfrm>
            <a:off x="8128000" y="2865120"/>
            <a:ext cx="3606800" cy="868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E2761"/>
                </a:solidFill>
                <a:effectLst/>
                <a:uLnTx/>
                <a:uFillTx/>
                <a:latin typeface="Calibri" panose="020F0502020204030204" pitchFamily="34" charset="0"/>
                <a:ea typeface="+mn-ea"/>
                <a:cs typeface="+mn-cs"/>
              </a:rPr>
              <a:t>cheaper: Shopify moved a GPT-5 task onto a small Qwen model and optimized it</a:t>
            </a:r>
            <a:endParaRPr kumimoji="0" lang="en-US" sz="1800" b="0" i="0" u="none" strike="noStrike" kern="1200" cap="none" spc="0" normalizeH="0" baseline="0" noProof="0">
              <a:ln>
                <a:noFill/>
              </a:ln>
              <a:solidFill>
                <a:srgbClr val="1E2761"/>
              </a:solidFill>
              <a:effectLst/>
              <a:uLnTx/>
              <a:uFillTx/>
              <a:latin typeface="Calibri"/>
              <a:ea typeface="+mn-ea"/>
              <a:cs typeface="+mn-cs"/>
            </a:endParaRPr>
          </a:p>
        </p:txBody>
      </p:sp>
      <p:sp>
        <p:nvSpPr>
          <p:cNvPr id="49" name="Rectangle: Rounded Corners 48">
            <a:extLst>
              <a:ext uri="{FF2B5EF4-FFF2-40B4-BE49-F238E27FC236}">
                <a16:creationId xmlns:a16="http://schemas.microsoft.com/office/drawing/2014/main" id="{32D2E22E-942E-CC61-75CD-CC2BA9E7587F}"/>
              </a:ext>
            </a:extLst>
          </p:cNvPr>
          <p:cNvSpPr/>
          <p:nvPr/>
        </p:nvSpPr>
        <p:spPr>
          <a:xfrm>
            <a:off x="457200" y="4008120"/>
            <a:ext cx="11277600" cy="102108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Rectangle 49">
            <a:extLst>
              <a:ext uri="{FF2B5EF4-FFF2-40B4-BE49-F238E27FC236}">
                <a16:creationId xmlns:a16="http://schemas.microsoft.com/office/drawing/2014/main" id="{37C6EE58-D6C9-A95F-2885-32DF077A0E65}"/>
              </a:ext>
            </a:extLst>
          </p:cNvPr>
          <p:cNvSpPr/>
          <p:nvPr/>
        </p:nvSpPr>
        <p:spPr>
          <a:xfrm>
            <a:off x="640080" y="4145280"/>
            <a:ext cx="1091184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2F6F8"/>
                </a:solidFill>
                <a:effectLst/>
                <a:uLnTx/>
                <a:uFillTx/>
                <a:latin typeface="Calibri"/>
                <a:ea typeface="Calibri"/>
                <a:cs typeface="Calibri"/>
              </a:rPr>
              <a:t>GEPA reads the trajectories of its own failures and writes the next candidate. That beat thousands of policy-gradient rollouts on the same six tasks.</a:t>
            </a:r>
            <a:endParaRPr kumimoji="0" lang="en-US" sz="1800" b="0" i="0" u="none" strike="noStrike" kern="1200" cap="none" spc="0" normalizeH="0" baseline="0" noProof="0">
              <a:ln>
                <a:noFill/>
              </a:ln>
              <a:solidFill>
                <a:prstClr val="white"/>
              </a:solidFill>
              <a:effectLst/>
              <a:uLnTx/>
              <a:uFillTx/>
              <a:latin typeface="Calibri"/>
              <a:ea typeface="Calibri"/>
              <a:cs typeface="Calibri"/>
            </a:endParaRPr>
          </a:p>
        </p:txBody>
      </p:sp>
    </p:spTree>
    <p:extLst>
      <p:ext uri="{BB962C8B-B14F-4D97-AF65-F5344CB8AC3E}">
        <p14:creationId xmlns:p14="http://schemas.microsoft.com/office/powerpoint/2010/main" val="3472031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C55BCC06-1FD6-5B56-2A8A-0D036086C6E2}"/>
              </a:ext>
            </a:extLst>
          </p:cNvPr>
          <p:cNvSpPr/>
          <p:nvPr/>
        </p:nvSpPr>
        <p:spPr>
          <a:xfrm>
            <a:off x="457200" y="457200"/>
            <a:ext cx="11277600" cy="990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1E2761"/>
                </a:solidFill>
                <a:effectLst/>
                <a:uLnTx/>
                <a:uFillTx/>
                <a:latin typeface="Cambria" panose="02040503050406030204" pitchFamily="18" charset="0"/>
                <a:ea typeface="Cambria" panose="02040503050406030204" pitchFamily="18" charset="0"/>
              </a:rPr>
              <a:t>Run, score with feedback, reflect, propose, keep the winners: that is the whole loop</a:t>
            </a:r>
            <a:endParaRPr kumimoji="0" lang="en-US" sz="1800" b="0" i="0" u="none" strike="noStrike" kern="1200" cap="none" spc="0" normalizeH="0" baseline="0" noProof="0">
              <a:ln>
                <a:noFill/>
              </a:ln>
              <a:solidFill>
                <a:srgbClr val="1E2761"/>
              </a:solidFill>
              <a:effectLst/>
              <a:uLnTx/>
              <a:uFillTx/>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0DA998DA-499D-9BC5-FE94-C44E47ED06B8}"/>
              </a:ext>
            </a:extLst>
          </p:cNvPr>
          <p:cNvSpPr/>
          <p:nvPr/>
        </p:nvSpPr>
        <p:spPr>
          <a:xfrm>
            <a:off x="457200" y="1722120"/>
            <a:ext cx="1981200"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RUN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Program on training examples</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5" name="Rectangle: Rounded Corners 54">
            <a:extLst>
              <a:ext uri="{FF2B5EF4-FFF2-40B4-BE49-F238E27FC236}">
                <a16:creationId xmlns:a16="http://schemas.microsoft.com/office/drawing/2014/main" id="{302B3B64-EEC5-4B9F-4EE5-6B99A2B4365B}"/>
              </a:ext>
            </a:extLst>
          </p:cNvPr>
          <p:cNvSpPr/>
          <p:nvPr/>
        </p:nvSpPr>
        <p:spPr>
          <a:xfrm>
            <a:off x="2781300" y="1722120"/>
            <a:ext cx="1981200"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SCORE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Metric returns a number and a reason</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6" name="Rectangle: Rounded Corners 55">
            <a:extLst>
              <a:ext uri="{FF2B5EF4-FFF2-40B4-BE49-F238E27FC236}">
                <a16:creationId xmlns:a16="http://schemas.microsoft.com/office/drawing/2014/main" id="{DA72D21A-EFBF-6F94-49DD-74C45543705D}"/>
              </a:ext>
            </a:extLst>
          </p:cNvPr>
          <p:cNvSpPr/>
          <p:nvPr/>
        </p:nvSpPr>
        <p:spPr>
          <a:xfrm>
            <a:off x="5105400" y="1722120"/>
            <a:ext cx="1981200"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REFLECT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Model reads traces and failures</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7" name="Rectangle: Rounded Corners 56">
            <a:extLst>
              <a:ext uri="{FF2B5EF4-FFF2-40B4-BE49-F238E27FC236}">
                <a16:creationId xmlns:a16="http://schemas.microsoft.com/office/drawing/2014/main" id="{33DA2862-BB1A-A421-716C-D51F2DDD9AC1}"/>
              </a:ext>
            </a:extLst>
          </p:cNvPr>
          <p:cNvSpPr/>
          <p:nvPr/>
        </p:nvSpPr>
        <p:spPr>
          <a:xfrm>
            <a:off x="7429500" y="1722120"/>
            <a:ext cx="1981200"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PROPOSE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New instructions, or new code</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8" name="Rectangle: Rounded Corners 57">
            <a:extLst>
              <a:ext uri="{FF2B5EF4-FFF2-40B4-BE49-F238E27FC236}">
                <a16:creationId xmlns:a16="http://schemas.microsoft.com/office/drawing/2014/main" id="{B5BEFFB1-6510-893D-71CE-4C5B560D6658}"/>
              </a:ext>
            </a:extLst>
          </p:cNvPr>
          <p:cNvSpPr/>
          <p:nvPr/>
        </p:nvSpPr>
        <p:spPr>
          <a:xfrm>
            <a:off x="9753600" y="1722120"/>
            <a:ext cx="1981200"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KEEP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Winners on the Pareto frontier</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9" name="Arrow: Right 58">
            <a:extLst>
              <a:ext uri="{FF2B5EF4-FFF2-40B4-BE49-F238E27FC236}">
                <a16:creationId xmlns:a16="http://schemas.microsoft.com/office/drawing/2014/main" id="{AB78C5BA-38BA-AB64-4C49-92D37F9A8BA6}"/>
              </a:ext>
            </a:extLst>
          </p:cNvPr>
          <p:cNvSpPr/>
          <p:nvPr/>
        </p:nvSpPr>
        <p:spPr>
          <a:xfrm>
            <a:off x="2472690" y="2209800"/>
            <a:ext cx="274320" cy="137160"/>
          </a:xfrm>
          <a:prstGeom prst="rightArrow">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Arrow: Right 59">
            <a:extLst>
              <a:ext uri="{FF2B5EF4-FFF2-40B4-BE49-F238E27FC236}">
                <a16:creationId xmlns:a16="http://schemas.microsoft.com/office/drawing/2014/main" id="{3B09D4C4-D906-B152-D987-F6FEE9AC8FD9}"/>
              </a:ext>
            </a:extLst>
          </p:cNvPr>
          <p:cNvSpPr/>
          <p:nvPr/>
        </p:nvSpPr>
        <p:spPr>
          <a:xfrm>
            <a:off x="4796790" y="2209800"/>
            <a:ext cx="274320" cy="137160"/>
          </a:xfrm>
          <a:prstGeom prst="rightArrow">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Arrow: Right 60">
            <a:extLst>
              <a:ext uri="{FF2B5EF4-FFF2-40B4-BE49-F238E27FC236}">
                <a16:creationId xmlns:a16="http://schemas.microsoft.com/office/drawing/2014/main" id="{DC602313-27BB-1D37-0487-4AB3D66EBBCE}"/>
              </a:ext>
            </a:extLst>
          </p:cNvPr>
          <p:cNvSpPr/>
          <p:nvPr/>
        </p:nvSpPr>
        <p:spPr>
          <a:xfrm>
            <a:off x="7120890" y="2209800"/>
            <a:ext cx="274320" cy="137160"/>
          </a:xfrm>
          <a:prstGeom prst="rightArrow">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Arrow: Right 61">
            <a:extLst>
              <a:ext uri="{FF2B5EF4-FFF2-40B4-BE49-F238E27FC236}">
                <a16:creationId xmlns:a16="http://schemas.microsoft.com/office/drawing/2014/main" id="{D6858B9A-9E0F-A1E6-7C0B-65316F27C28D}"/>
              </a:ext>
            </a:extLst>
          </p:cNvPr>
          <p:cNvSpPr/>
          <p:nvPr/>
        </p:nvSpPr>
        <p:spPr>
          <a:xfrm>
            <a:off x="9444990" y="2209800"/>
            <a:ext cx="274320" cy="137160"/>
          </a:xfrm>
          <a:prstGeom prst="rightArrow">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Rectangle: Rounded Corners 62">
            <a:extLst>
              <a:ext uri="{FF2B5EF4-FFF2-40B4-BE49-F238E27FC236}">
                <a16:creationId xmlns:a16="http://schemas.microsoft.com/office/drawing/2014/main" id="{E6592166-ACDE-3FCF-C55B-6C329D90D818}"/>
              </a:ext>
            </a:extLst>
          </p:cNvPr>
          <p:cNvSpPr/>
          <p:nvPr/>
        </p:nvSpPr>
        <p:spPr>
          <a:xfrm>
            <a:off x="457200" y="3108960"/>
            <a:ext cx="11277600" cy="193548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4" name="Rectangle 63">
            <a:extLst>
              <a:ext uri="{FF2B5EF4-FFF2-40B4-BE49-F238E27FC236}">
                <a16:creationId xmlns:a16="http://schemas.microsoft.com/office/drawing/2014/main" id="{BAD243C7-6692-ED46-0F2D-46BB5EA3190A}"/>
              </a:ext>
            </a:extLst>
          </p:cNvPr>
          <p:cNvSpPr/>
          <p:nvPr/>
        </p:nvSpPr>
        <p:spPr>
          <a:xfrm>
            <a:off x="640080" y="3246120"/>
            <a:ext cx="10911840" cy="1661160"/>
          </a:xfrm>
          <a:prstGeom prst="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Two models with different jobs. The student model runs the program you are optimizing. A separate reflection model reads what went wrong and writes the next candidate; it is called only a handful of times, so it costs little. When you are optimizing a small model, reflect with a large one.</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0130260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374D813D-14C7-9E9B-F1A1-151D7AF80389}"/>
              </a:ext>
            </a:extLst>
          </p:cNvPr>
          <p:cNvSpPr/>
          <p:nvPr/>
        </p:nvSpPr>
        <p:spPr>
          <a:xfrm>
            <a:off x="457200" y="457200"/>
            <a:ext cx="11277600" cy="990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rPr>
              <a:t>The metric is where your chemistry judgement enters, and it returns a reason as well as a score</a:t>
            </a:r>
            <a:endParaRPr kumimoji="0" lang="en-US" sz="1800" b="0"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endParaRPr>
          </a:p>
        </p:txBody>
      </p:sp>
      <p:sp>
        <p:nvSpPr>
          <p:cNvPr id="68" name="Rectangle 67">
            <a:extLst>
              <a:ext uri="{FF2B5EF4-FFF2-40B4-BE49-F238E27FC236}">
                <a16:creationId xmlns:a16="http://schemas.microsoft.com/office/drawing/2014/main" id="{3EE5B638-BE55-DA53-E090-574862841403}"/>
              </a:ext>
            </a:extLst>
          </p:cNvPr>
          <p:cNvSpPr/>
          <p:nvPr/>
        </p:nvSpPr>
        <p:spPr>
          <a:xfrm>
            <a:off x="457200" y="1722120"/>
            <a:ext cx="4114800" cy="2971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E2761"/>
                </a:solidFill>
                <a:effectLst/>
                <a:uLnTx/>
                <a:uFillTx/>
                <a:latin typeface="Calibri" panose="020F0502020204030204" pitchFamily="34" charset="0"/>
                <a:ea typeface="+mn-ea"/>
                <a:cs typeface="+mn-cs"/>
              </a:rPr>
              <a:t>score decides which candidate wins.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E2761"/>
                </a:solidFill>
                <a:effectLst/>
                <a:uLnTx/>
                <a:uFillTx/>
                <a:latin typeface="Calibri" panose="020F0502020204030204" pitchFamily="34"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E2761"/>
                </a:solidFill>
                <a:effectLst/>
                <a:uLnTx/>
                <a:uFillTx/>
                <a:latin typeface="Calibri" panose="020F0502020204030204" pitchFamily="34" charset="0"/>
                <a:ea typeface="+mn-ea"/>
                <a:cs typeface="+mn-cs"/>
              </a:rPr>
              <a:t>feedback is read by the reflection model. It is how you tell the optimizer what a chemist would object to.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E2761"/>
                </a:solidFill>
                <a:effectLst/>
                <a:uLnTx/>
                <a:uFillTx/>
                <a:latin typeface="Calibri" panose="020F0502020204030204" pitchFamily="34"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E2761"/>
                </a:solidFill>
                <a:effectLst/>
                <a:uLnTx/>
                <a:uFillTx/>
                <a:latin typeface="Calibri" panose="020F0502020204030204" pitchFamily="34" charset="0"/>
                <a:ea typeface="+mn-ea"/>
                <a:cs typeface="+mn-cs"/>
              </a:rPr>
              <a:t>A small per-call penalty makes the optimizer prefer the cheaper program only when accuracy holds.</a:t>
            </a:r>
            <a:endParaRPr kumimoji="0" lang="en-US" sz="1800" b="0" i="0" u="none" strike="noStrike" kern="1200" cap="none" spc="0" normalizeH="0" baseline="0" noProof="0">
              <a:ln>
                <a:noFill/>
              </a:ln>
              <a:solidFill>
                <a:srgbClr val="1E2761"/>
              </a:solidFill>
              <a:effectLst/>
              <a:uLnTx/>
              <a:uFillTx/>
              <a:latin typeface="Calibri"/>
              <a:ea typeface="+mn-ea"/>
              <a:cs typeface="+mn-cs"/>
            </a:endParaRPr>
          </a:p>
        </p:txBody>
      </p:sp>
      <p:sp>
        <p:nvSpPr>
          <p:cNvPr id="69" name="Rectangle: Rounded Corners 68">
            <a:extLst>
              <a:ext uri="{FF2B5EF4-FFF2-40B4-BE49-F238E27FC236}">
                <a16:creationId xmlns:a16="http://schemas.microsoft.com/office/drawing/2014/main" id="{EF04B5DC-8837-51F2-46C8-381FDF883D8C}"/>
              </a:ext>
            </a:extLst>
          </p:cNvPr>
          <p:cNvSpPr/>
          <p:nvPr/>
        </p:nvSpPr>
        <p:spPr>
          <a:xfrm>
            <a:off x="4914900" y="1722120"/>
            <a:ext cx="6819900" cy="2971800"/>
          </a:xfrm>
          <a:prstGeom prst="roundRect">
            <a:avLst/>
          </a:prstGeom>
          <a:solidFill>
            <a:srgbClr val="1E2761"/>
          </a:solidFill>
          <a:ln w="12700">
            <a:solidFill>
              <a:srgbClr val="1E2761">
                <a:alpha val="45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1" name="Rectangle 70">
            <a:extLst>
              <a:ext uri="{FF2B5EF4-FFF2-40B4-BE49-F238E27FC236}">
                <a16:creationId xmlns:a16="http://schemas.microsoft.com/office/drawing/2014/main" id="{0E8CDBE2-600C-9A33-1D99-D18517D3C84C}"/>
              </a:ext>
            </a:extLst>
          </p:cNvPr>
          <p:cNvSpPr/>
          <p:nvPr/>
        </p:nvSpPr>
        <p:spPr>
          <a:xfrm>
            <a:off x="457200" y="4968240"/>
            <a:ext cx="1127760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2761"/>
                </a:solidFill>
                <a:effectLst/>
                <a:uLnTx/>
                <a:uFillTx/>
                <a:latin typeface="Calibri" panose="020F0502020204030204" pitchFamily="34" charset="0"/>
                <a:ea typeface="+mn-ea"/>
                <a:cs typeface="+mn-cs"/>
              </a:rPr>
              <a:t>Weight the parts a reviewer would defend: the value, the compound, the exact supporting substring, and the decision to abstain.</a:t>
            </a:r>
            <a:endParaRPr kumimoji="0" lang="en-US" sz="1800" b="0" i="0" u="none" strike="noStrike" kern="1200" cap="none" spc="0" normalizeH="0" baseline="0" noProof="0" dirty="0">
              <a:ln>
                <a:noFill/>
              </a:ln>
              <a:solidFill>
                <a:srgbClr val="1E2761"/>
              </a:solidFill>
              <a:effectLst/>
              <a:uLnTx/>
              <a:uFillTx/>
              <a:latin typeface="Calibri"/>
              <a:ea typeface="+mn-ea"/>
              <a:cs typeface="+mn-cs"/>
            </a:endParaRPr>
          </a:p>
        </p:txBody>
      </p:sp>
      <p:sp>
        <p:nvSpPr>
          <p:cNvPr id="127" name="Rectangle 126">
            <a:extLst>
              <a:ext uri="{FF2B5EF4-FFF2-40B4-BE49-F238E27FC236}">
                <a16:creationId xmlns:a16="http://schemas.microsoft.com/office/drawing/2014/main" id="{A527482A-9A01-EB7F-AABD-D574362BD86D}"/>
              </a:ext>
            </a:extLst>
          </p:cNvPr>
          <p:cNvSpPr/>
          <p:nvPr/>
        </p:nvSpPr>
        <p:spPr>
          <a:xfrm>
            <a:off x="5097780" y="1859280"/>
            <a:ext cx="6454140" cy="2697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Consolas"/>
                <a:ea typeface="+mn-ea"/>
                <a:cs typeface="+mn-cs"/>
              </a:rPr>
              <a:t>def chemistry_metric(example, pred, ..., program_trace=None):</a:t>
            </a:r>
            <a:endParaRPr kumimoji="0" lang="en-US" sz="1800" b="0" i="0" u="none" strike="noStrike" kern="1200" cap="none" spc="0" normalizeH="0" baseline="0" noProof="0">
              <a:ln>
                <a:noFill/>
              </a:ln>
              <a:solidFill>
                <a:prstClr val="white"/>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Consolas"/>
                <a:ea typeface="+mn-ea"/>
                <a:cs typeface="+mn-cs"/>
              </a:rPr>
              <a:t>    s = </a:t>
            </a:r>
            <a:r>
              <a:rPr kumimoji="0" lang="en-US" sz="1400" b="0" i="0" u="none" strike="noStrike" kern="1200" cap="none" spc="0" normalizeH="0" baseline="0" noProof="0" err="1">
                <a:ln>
                  <a:noFill/>
                </a:ln>
                <a:solidFill>
                  <a:srgbClr val="F2F6F8"/>
                </a:solidFill>
                <a:effectLst/>
                <a:uLnTx/>
                <a:uFillTx/>
                <a:latin typeface="Consolas"/>
                <a:ea typeface="+mn-ea"/>
                <a:cs typeface="+mn-cs"/>
              </a:rPr>
              <a:t>component_scores</a:t>
            </a:r>
            <a:r>
              <a:rPr kumimoji="0" lang="en-US" sz="1400" b="0" i="0" u="none" strike="noStrike" kern="1200" cap="none" spc="0" normalizeH="0" baseline="0" noProof="0">
                <a:ln>
                  <a:noFill/>
                </a:ln>
                <a:solidFill>
                  <a:srgbClr val="F2F6F8"/>
                </a:solidFill>
                <a:effectLst/>
                <a:uLnTx/>
                <a:uFillTx/>
                <a:latin typeface="Consolas"/>
                <a:ea typeface="+mn-ea"/>
                <a:cs typeface="+mn-cs"/>
              </a:rPr>
              <a:t>(example, pred)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Consolas"/>
                <a:ea typeface="+mn-ea"/>
                <a:cs typeface="+mn-cs"/>
              </a:rPr>
              <a:t>    calls = </a:t>
            </a:r>
            <a:r>
              <a:rPr kumimoji="0" lang="en-US" sz="1400" b="0" i="0" u="none" strike="noStrike" kern="1200" cap="none" spc="0" normalizeH="0" baseline="0" noProof="0" err="1">
                <a:ln>
                  <a:noFill/>
                </a:ln>
                <a:solidFill>
                  <a:srgbClr val="F2F6F8"/>
                </a:solidFill>
                <a:effectLst/>
                <a:uLnTx/>
                <a:uFillTx/>
                <a:latin typeface="Consolas"/>
                <a:ea typeface="+mn-ea"/>
                <a:cs typeface="+mn-cs"/>
              </a:rPr>
              <a:t>len</a:t>
            </a:r>
            <a:r>
              <a:rPr kumimoji="0" lang="en-US" sz="1400" b="0" i="0" u="none" strike="noStrike" kern="1200" cap="none" spc="0" normalizeH="0" baseline="0" noProof="0">
                <a:ln>
                  <a:noFill/>
                </a:ln>
                <a:solidFill>
                  <a:srgbClr val="F2F6F8"/>
                </a:solidFill>
                <a:effectLst/>
                <a:uLnTx/>
                <a:uFillTx/>
                <a:latin typeface="Consolas"/>
                <a:ea typeface="+mn-ea"/>
                <a:cs typeface="+mn-cs"/>
              </a:rPr>
              <a:t>(</a:t>
            </a:r>
            <a:r>
              <a:rPr kumimoji="0" lang="en-US" sz="1400" b="0" i="0" u="none" strike="noStrike" kern="1200" cap="none" spc="0" normalizeH="0" baseline="0" noProof="0" err="1">
                <a:ln>
                  <a:noFill/>
                </a:ln>
                <a:solidFill>
                  <a:srgbClr val="F2F6F8"/>
                </a:solidFill>
                <a:effectLst/>
                <a:uLnTx/>
                <a:uFillTx/>
                <a:latin typeface="Consolas"/>
                <a:ea typeface="+mn-ea"/>
                <a:cs typeface="+mn-cs"/>
              </a:rPr>
              <a:t>program_trace</a:t>
            </a:r>
            <a:r>
              <a:rPr kumimoji="0" lang="en-US" sz="1400" b="0" i="0" u="none" strike="noStrike" kern="1200" cap="none" spc="0" normalizeH="0" baseline="0" noProof="0">
                <a:ln>
                  <a:noFill/>
                </a:ln>
                <a:solidFill>
                  <a:srgbClr val="F2F6F8"/>
                </a:solidFill>
                <a:effectLst/>
                <a:uLnTx/>
                <a:uFillTx/>
                <a:latin typeface="Consolas"/>
                <a:ea typeface="+mn-ea"/>
                <a:cs typeface="+mn-cs"/>
              </a:rPr>
              <a:t> or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Consolas" panose="020B0609020204030204" pitchFamily="49" charset="0"/>
                <a:ea typeface="+mn-ea"/>
                <a:cs typeface="+mn-cs"/>
              </a:rPr>
              <a:t>    penalty = min(0.10, 0.02 * calls)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2F6F8"/>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Consolas"/>
                <a:ea typeface="+mn-ea"/>
                <a:cs typeface="+mn-cs"/>
              </a:rPr>
              <a:t>    return </a:t>
            </a:r>
            <a:r>
              <a:rPr kumimoji="0" lang="en-US" sz="1400" b="0" i="0" u="none" strike="noStrike" kern="1200" cap="none" spc="0" normalizeH="0" baseline="0" noProof="0" err="1">
                <a:ln>
                  <a:noFill/>
                </a:ln>
                <a:solidFill>
                  <a:srgbClr val="F2F6F8"/>
                </a:solidFill>
                <a:effectLst/>
                <a:uLnTx/>
                <a:uFillTx/>
                <a:latin typeface="Consolas"/>
                <a:ea typeface="+mn-ea"/>
                <a:cs typeface="+mn-cs"/>
              </a:rPr>
              <a:t>dspy.Prediction</a:t>
            </a:r>
            <a:r>
              <a:rPr kumimoji="0" lang="en-US" sz="1400" b="0" i="0" u="none" strike="noStrike" kern="1200" cap="none" spc="0" normalizeH="0" baseline="0" noProof="0">
                <a:ln>
                  <a:noFill/>
                </a:ln>
                <a:solidFill>
                  <a:srgbClr val="F2F6F8"/>
                </a:solidFill>
                <a:effectLst/>
                <a:uLnTx/>
                <a:uFillTx/>
                <a:latin typeface="Consolas"/>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Consolas" panose="020B0609020204030204" pitchFamily="49" charset="0"/>
                <a:ea typeface="+mn-ea"/>
                <a:cs typeface="+mn-cs"/>
              </a:rPr>
              <a:t>        score=max(0.0, s["scientific"] - penalty),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Consolas" panose="020B0609020204030204" pitchFamily="49" charset="0"/>
                <a:ea typeface="+mn-ea"/>
                <a:cs typeface="+mn-cs"/>
              </a:rPr>
              <a:t>        feedback="Numerical parsing and unit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Consolas" panose="020B0609020204030204" pitchFamily="49" charset="0"/>
                <a:ea typeface="+mn-ea"/>
                <a:cs typeface="+mn-cs"/>
              </a:rPr>
              <a:t>                 "conversion can be deterministic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Consolas" panose="020B0609020204030204" pitchFamily="49" charset="0"/>
                <a:ea typeface="+mn-ea"/>
                <a:cs typeface="+mn-cs"/>
              </a:rPr>
              <a:t>                 "when the text is explicit.",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2F6F8"/>
                </a:solidFill>
                <a:effectLst/>
                <a:uLnTx/>
                <a:uFillTx/>
                <a:latin typeface="Consolas" panose="020B0609020204030204" pitchFamily="49" charset="0"/>
                <a:ea typeface="+mn-ea"/>
                <a:cs typeface="+mn-cs"/>
              </a:rPr>
              <a:t>    )</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27138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388B9DF0-06A2-9F69-519B-699387A0F5C4}"/>
              </a:ext>
            </a:extLst>
          </p:cNvPr>
          <p:cNvSpPr/>
          <p:nvPr/>
        </p:nvSpPr>
        <p:spPr>
          <a:xfrm>
            <a:off x="457200" y="457200"/>
            <a:ext cx="11277600" cy="990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err="1">
                <a:ln>
                  <a:noFill/>
                </a:ln>
                <a:solidFill>
                  <a:srgbClr val="1E2761"/>
                </a:solidFill>
                <a:effectLst/>
                <a:uLnTx/>
                <a:uFillTx/>
                <a:latin typeface="Cambria" panose="02040503050406030204" pitchFamily="18" charset="0"/>
                <a:ea typeface="Cambria" panose="02040503050406030204" pitchFamily="18" charset="0"/>
              </a:rPr>
              <a:t>dspy.Flex</a:t>
            </a:r>
            <a:r>
              <a:rPr kumimoji="0" lang="en-US" sz="2800" b="1"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rPr>
              <a:t> makes the program's source code the thing being optimized</a:t>
            </a:r>
            <a:endParaRPr kumimoji="0" lang="en-US" sz="1800" b="0"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endParaRPr>
          </a:p>
        </p:txBody>
      </p:sp>
      <p:sp>
        <p:nvSpPr>
          <p:cNvPr id="75" name="Rectangle: Rounded Corners 74">
            <a:extLst>
              <a:ext uri="{FF2B5EF4-FFF2-40B4-BE49-F238E27FC236}">
                <a16:creationId xmlns:a16="http://schemas.microsoft.com/office/drawing/2014/main" id="{88415EE5-F231-3028-3BCC-43333F0672C0}"/>
              </a:ext>
            </a:extLst>
          </p:cNvPr>
          <p:cNvSpPr/>
          <p:nvPr/>
        </p:nvSpPr>
        <p:spPr>
          <a:xfrm>
            <a:off x="457200" y="1722120"/>
            <a:ext cx="3606800" cy="2286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6" name="Rectangle: Rounded Corners 75">
            <a:extLst>
              <a:ext uri="{FF2B5EF4-FFF2-40B4-BE49-F238E27FC236}">
                <a16:creationId xmlns:a16="http://schemas.microsoft.com/office/drawing/2014/main" id="{05FEB963-0B43-31C4-C47C-69AA46A07D52}"/>
              </a:ext>
            </a:extLst>
          </p:cNvPr>
          <p:cNvSpPr/>
          <p:nvPr/>
        </p:nvSpPr>
        <p:spPr>
          <a:xfrm>
            <a:off x="4292600" y="1722120"/>
            <a:ext cx="3606800" cy="2286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Rectangle: Rounded Corners 76">
            <a:extLst>
              <a:ext uri="{FF2B5EF4-FFF2-40B4-BE49-F238E27FC236}">
                <a16:creationId xmlns:a16="http://schemas.microsoft.com/office/drawing/2014/main" id="{A44411F9-CE23-1EEB-73F3-2D161EAF89E3}"/>
              </a:ext>
            </a:extLst>
          </p:cNvPr>
          <p:cNvSpPr/>
          <p:nvPr/>
        </p:nvSpPr>
        <p:spPr>
          <a:xfrm>
            <a:off x="8128000" y="1722120"/>
            <a:ext cx="3606800" cy="2286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Rectangle 77">
            <a:extLst>
              <a:ext uri="{FF2B5EF4-FFF2-40B4-BE49-F238E27FC236}">
                <a16:creationId xmlns:a16="http://schemas.microsoft.com/office/drawing/2014/main" id="{4AA109DC-0AC6-6CB8-FE60-1DD289EA1913}"/>
              </a:ext>
            </a:extLst>
          </p:cNvPr>
          <p:cNvSpPr/>
          <p:nvPr/>
        </p:nvSpPr>
        <p:spPr>
          <a:xfrm>
            <a:off x="640080" y="1859280"/>
            <a:ext cx="3241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lumMod val="95000"/>
                  </a:schemeClr>
                </a:solidFill>
                <a:effectLst/>
                <a:uLnTx/>
                <a:uFillTx/>
                <a:latin typeface="Trebuchet MS" panose="020B0603020202020204" pitchFamily="34" charset="0"/>
                <a:ea typeface="+mn-ea"/>
                <a:cs typeface="+mn-cs"/>
              </a:rPr>
              <a:t>It starts as a baseline</a:t>
            </a:r>
            <a:endParaRPr kumimoji="0" lang="en-US" sz="1800" b="0" i="0" u="none" strike="noStrike" kern="1200" cap="none" spc="0" normalizeH="0" baseline="0" noProof="0" dirty="0">
              <a:ln>
                <a:noFill/>
              </a:ln>
              <a:solidFill>
                <a:schemeClr val="bg1">
                  <a:lumMod val="95000"/>
                </a:schemeClr>
              </a:solidFill>
              <a:effectLst/>
              <a:uLnTx/>
              <a:uFillTx/>
              <a:latin typeface="Calibri"/>
              <a:ea typeface="+mn-ea"/>
              <a:cs typeface="+mn-cs"/>
            </a:endParaRPr>
          </a:p>
        </p:txBody>
      </p:sp>
      <p:sp>
        <p:nvSpPr>
          <p:cNvPr id="79" name="Rectangle 78">
            <a:extLst>
              <a:ext uri="{FF2B5EF4-FFF2-40B4-BE49-F238E27FC236}">
                <a16:creationId xmlns:a16="http://schemas.microsoft.com/office/drawing/2014/main" id="{DBCED88D-CA06-D446-A02C-B088A76EC2FB}"/>
              </a:ext>
            </a:extLst>
          </p:cNvPr>
          <p:cNvSpPr/>
          <p:nvPr/>
        </p:nvSpPr>
        <p:spPr>
          <a:xfrm>
            <a:off x="640080" y="2362200"/>
            <a:ext cx="3241040"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A Flex is built from a signature and starts as a single dspy.Predict, or a dspy.RLM if you hand it tools.</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0" name="Rectangle 79">
            <a:extLst>
              <a:ext uri="{FF2B5EF4-FFF2-40B4-BE49-F238E27FC236}">
                <a16:creationId xmlns:a16="http://schemas.microsoft.com/office/drawing/2014/main" id="{B8B056A2-3D5C-7D74-F692-3C4534F8C091}"/>
              </a:ext>
            </a:extLst>
          </p:cNvPr>
          <p:cNvSpPr/>
          <p:nvPr/>
        </p:nvSpPr>
        <p:spPr>
          <a:xfrm>
            <a:off x="4475480" y="1859280"/>
            <a:ext cx="3241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bg1">
                    <a:lumMod val="95000"/>
                  </a:schemeClr>
                </a:solidFill>
                <a:effectLst/>
                <a:uLnTx/>
                <a:uFillTx/>
                <a:latin typeface="Trebuchet MS" panose="020B0603020202020204" pitchFamily="34" charset="0"/>
                <a:ea typeface="+mn-ea"/>
                <a:cs typeface="+mn-cs"/>
              </a:rPr>
              <a:t>GEPA rewrites the source</a:t>
            </a:r>
            <a:endParaRPr kumimoji="0" lang="en-US" sz="1800" b="0" i="0" u="none" strike="noStrike" kern="1200" cap="none" spc="0" normalizeH="0" baseline="0" noProof="0">
              <a:ln>
                <a:noFill/>
              </a:ln>
              <a:solidFill>
                <a:schemeClr val="bg1">
                  <a:lumMod val="95000"/>
                </a:schemeClr>
              </a:solidFill>
              <a:effectLst/>
              <a:uLnTx/>
              <a:uFillTx/>
              <a:latin typeface="Calibri"/>
              <a:ea typeface="+mn-ea"/>
              <a:cs typeface="+mn-cs"/>
            </a:endParaRPr>
          </a:p>
        </p:txBody>
      </p:sp>
      <p:sp>
        <p:nvSpPr>
          <p:cNvPr id="81" name="Rectangle 80">
            <a:extLst>
              <a:ext uri="{FF2B5EF4-FFF2-40B4-BE49-F238E27FC236}">
                <a16:creationId xmlns:a16="http://schemas.microsoft.com/office/drawing/2014/main" id="{1EB2C694-3544-58F9-6B02-88B90AA86083}"/>
              </a:ext>
            </a:extLst>
          </p:cNvPr>
          <p:cNvSpPr/>
          <p:nvPr/>
        </p:nvSpPr>
        <p:spPr>
          <a:xfrm>
            <a:off x="4475480" y="2362200"/>
            <a:ext cx="3241040"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Instead of only rewriting instructions, GEPA proposes a whole new module: split predictors, plain Python, helper functions.</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2" name="Rectangle 81">
            <a:extLst>
              <a:ext uri="{FF2B5EF4-FFF2-40B4-BE49-F238E27FC236}">
                <a16:creationId xmlns:a16="http://schemas.microsoft.com/office/drawing/2014/main" id="{06F5B82D-4D2F-72C0-83D2-A9973DC186B6}"/>
              </a:ext>
            </a:extLst>
          </p:cNvPr>
          <p:cNvSpPr/>
          <p:nvPr/>
        </p:nvSpPr>
        <p:spPr>
          <a:xfrm>
            <a:off x="8310880" y="1859280"/>
            <a:ext cx="3241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bg1">
                    <a:lumMod val="95000"/>
                  </a:schemeClr>
                </a:solidFill>
                <a:effectLst/>
                <a:uLnTx/>
                <a:uFillTx/>
                <a:latin typeface="Trebuchet MS" panose="020B0603020202020204" pitchFamily="34" charset="0"/>
                <a:ea typeface="+mn-ea"/>
                <a:cs typeface="+mn-cs"/>
              </a:rPr>
              <a:t>It runs in a sandbox</a:t>
            </a:r>
            <a:endParaRPr kumimoji="0" lang="en-US" sz="1800" b="0" i="0" u="none" strike="noStrike" kern="1200" cap="none" spc="0" normalizeH="0" baseline="0" noProof="0">
              <a:ln>
                <a:noFill/>
              </a:ln>
              <a:solidFill>
                <a:schemeClr val="bg1">
                  <a:lumMod val="95000"/>
                </a:schemeClr>
              </a:solidFill>
              <a:effectLst/>
              <a:uLnTx/>
              <a:uFillTx/>
              <a:latin typeface="Calibri"/>
              <a:ea typeface="+mn-ea"/>
              <a:cs typeface="+mn-cs"/>
            </a:endParaRPr>
          </a:p>
        </p:txBody>
      </p:sp>
      <p:sp>
        <p:nvSpPr>
          <p:cNvPr id="83" name="Rectangle 82">
            <a:extLst>
              <a:ext uri="{FF2B5EF4-FFF2-40B4-BE49-F238E27FC236}">
                <a16:creationId xmlns:a16="http://schemas.microsoft.com/office/drawing/2014/main" id="{BE8E7E76-4D69-6486-A6D6-E7A931523512}"/>
              </a:ext>
            </a:extLst>
          </p:cNvPr>
          <p:cNvSpPr/>
          <p:nvPr/>
        </p:nvSpPr>
        <p:spPr>
          <a:xfrm>
            <a:off x="8310880" y="2362200"/>
            <a:ext cx="3241040"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Optimizer-written code never runs in your process. It executes in a Deno sandbox; only real model calls bridge back out.</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4" name="Rectangle 83">
            <a:extLst>
              <a:ext uri="{FF2B5EF4-FFF2-40B4-BE49-F238E27FC236}">
                <a16:creationId xmlns:a16="http://schemas.microsoft.com/office/drawing/2014/main" id="{F9339C33-EF7D-8F61-1E5A-12B44ED32E3A}"/>
              </a:ext>
            </a:extLst>
          </p:cNvPr>
          <p:cNvSpPr/>
          <p:nvPr/>
        </p:nvSpPr>
        <p:spPr>
          <a:xfrm>
            <a:off x="457200" y="4282440"/>
            <a:ext cx="1127760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2761"/>
                </a:solidFill>
                <a:effectLst/>
                <a:uLnTx/>
                <a:uFillTx/>
                <a:latin typeface="Calibri" panose="020F0502020204030204" pitchFamily="34" charset="0"/>
                <a:ea typeface="+mn-ea"/>
                <a:cs typeface="+mn-cs"/>
              </a:rPr>
              <a:t>What gets searched is the program itself, and your metric decides which version survives.</a:t>
            </a:r>
            <a:endParaRPr kumimoji="0" lang="en-US" sz="1800" b="0" i="0" u="none" strike="noStrike" kern="1200" cap="none" spc="0" normalizeH="0" baseline="0" noProof="0" dirty="0">
              <a:ln>
                <a:noFill/>
              </a:ln>
              <a:solidFill>
                <a:srgbClr val="1E2761"/>
              </a:solidFill>
              <a:effectLst/>
              <a:uLnTx/>
              <a:uFillTx/>
              <a:latin typeface="Calibri"/>
              <a:ea typeface="+mn-ea"/>
              <a:cs typeface="+mn-cs"/>
            </a:endParaRPr>
          </a:p>
        </p:txBody>
      </p:sp>
    </p:spTree>
    <p:extLst>
      <p:ext uri="{BB962C8B-B14F-4D97-AF65-F5344CB8AC3E}">
        <p14:creationId xmlns:p14="http://schemas.microsoft.com/office/powerpoint/2010/main" val="424636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B4EDBC5B-4187-173B-E26C-F266E78A2E76}"/>
              </a:ext>
            </a:extLst>
          </p:cNvPr>
          <p:cNvSpPr/>
          <p:nvPr/>
        </p:nvSpPr>
        <p:spPr>
          <a:xfrm>
            <a:off x="457200" y="457200"/>
            <a:ext cx="11277600" cy="990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rPr>
              <a:t>A worked example: does boiling-point extraction actually need a language model?</a:t>
            </a:r>
            <a:endParaRPr kumimoji="0" lang="en-US" sz="1800" b="0"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endParaRPr>
          </a:p>
        </p:txBody>
      </p:sp>
      <p:sp>
        <p:nvSpPr>
          <p:cNvPr id="88" name="Rectangle 87">
            <a:extLst>
              <a:ext uri="{FF2B5EF4-FFF2-40B4-BE49-F238E27FC236}">
                <a16:creationId xmlns:a16="http://schemas.microsoft.com/office/drawing/2014/main" id="{967A12B0-FDF8-E1CE-2C5A-2FCD22C147C7}"/>
              </a:ext>
            </a:extLst>
          </p:cNvPr>
          <p:cNvSpPr/>
          <p:nvPr/>
        </p:nvSpPr>
        <p:spPr>
          <a:xfrm>
            <a:off x="457200" y="1722120"/>
            <a:ext cx="4114800" cy="2880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E2761"/>
                </a:solidFill>
                <a:effectLst/>
                <a:uLnTx/>
                <a:uFillTx/>
                <a:latin typeface="Calibri" panose="020F0502020204030204" pitchFamily="34" charset="0"/>
                <a:ea typeface="+mn-ea"/>
                <a:cs typeface="+mn-cs"/>
              </a:rPr>
              <a:t>40 training, 15 validation and 20 held-out records of chemical-property statements: explicit kelvin, Celsius that needs converting, distractor numbers, ranges, conflicts and missing values.
All three implementations get the same signature and the same metric. The dataset decides which one wins.</a:t>
            </a:r>
            <a:endParaRPr kumimoji="0" lang="en-US" sz="1800" b="0" i="0" u="none" strike="noStrike" kern="1200" cap="none" spc="0" normalizeH="0" baseline="0" noProof="0">
              <a:ln>
                <a:noFill/>
              </a:ln>
              <a:solidFill>
                <a:srgbClr val="1E2761"/>
              </a:solidFill>
              <a:effectLst/>
              <a:uLnTx/>
              <a:uFillTx/>
              <a:latin typeface="Calibri"/>
              <a:ea typeface="+mn-ea"/>
              <a:cs typeface="+mn-cs"/>
            </a:endParaRPr>
          </a:p>
        </p:txBody>
      </p:sp>
      <p:sp>
        <p:nvSpPr>
          <p:cNvPr id="89" name="Rectangle: Rounded Corners 88">
            <a:extLst>
              <a:ext uri="{FF2B5EF4-FFF2-40B4-BE49-F238E27FC236}">
                <a16:creationId xmlns:a16="http://schemas.microsoft.com/office/drawing/2014/main" id="{F878C473-A2CC-4576-D373-50BAB65EE925}"/>
              </a:ext>
            </a:extLst>
          </p:cNvPr>
          <p:cNvSpPr/>
          <p:nvPr/>
        </p:nvSpPr>
        <p:spPr>
          <a:xfrm>
            <a:off x="4914900" y="1722120"/>
            <a:ext cx="6819900" cy="868680"/>
          </a:xfrm>
          <a:prstGeom prst="roundRect">
            <a:avLst/>
          </a:prstGeom>
          <a:solidFill>
            <a:srgbClr val="1E2761"/>
          </a:solidFill>
          <a:ln>
            <a:solidFill>
              <a:srgbClr val="1E2761">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MANUAL PARSER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Regular expressions and arithmetic. Zero model calls, and brittle by construction.</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Rectangle: Rounded Corners 89">
            <a:extLst>
              <a:ext uri="{FF2B5EF4-FFF2-40B4-BE49-F238E27FC236}">
                <a16:creationId xmlns:a16="http://schemas.microsoft.com/office/drawing/2014/main" id="{4C08AAF3-C712-1964-2CF6-937FEFC8D1DB}"/>
              </a:ext>
            </a:extLst>
          </p:cNvPr>
          <p:cNvSpPr/>
          <p:nvPr/>
        </p:nvSpPr>
        <p:spPr>
          <a:xfrm>
            <a:off x="4914900" y="2727960"/>
            <a:ext cx="6819900" cy="868680"/>
          </a:xfrm>
          <a:prstGeom prst="roundRect">
            <a:avLst/>
          </a:prstGeom>
          <a:solidFill>
            <a:srgbClr val="1E2761"/>
          </a:solidFill>
          <a:ln>
            <a:solidFill>
              <a:srgbClr val="1E2761">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DIRECT PREDICTOR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dspy.Predict sends the signature and the record to the student model. One call each.</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1" name="Rectangle: Rounded Corners 90">
            <a:extLst>
              <a:ext uri="{FF2B5EF4-FFF2-40B4-BE49-F238E27FC236}">
                <a16:creationId xmlns:a16="http://schemas.microsoft.com/office/drawing/2014/main" id="{12F22EA8-E457-233E-CB01-43CCEDE89971}"/>
              </a:ext>
            </a:extLst>
          </p:cNvPr>
          <p:cNvSpPr/>
          <p:nvPr/>
        </p:nvSpPr>
        <p:spPr>
          <a:xfrm>
            <a:off x="4914900" y="3733800"/>
            <a:ext cx="6819900" cy="868680"/>
          </a:xfrm>
          <a:prstGeom prst="roundRect">
            <a:avLst/>
          </a:prstGeom>
          <a:solidFill>
            <a:srgbClr val="1E2761"/>
          </a:solidFill>
          <a:ln>
            <a:solidFill>
              <a:srgbClr val="1E2761">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FLEX + GEPA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Starts as a predictor; the optimizer may replace the whole module. Zero or more calls.</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2" name="Rectangle 91">
            <a:extLst>
              <a:ext uri="{FF2B5EF4-FFF2-40B4-BE49-F238E27FC236}">
                <a16:creationId xmlns:a16="http://schemas.microsoft.com/office/drawing/2014/main" id="{C96FE18C-8EEB-C83D-91B8-770D49924861}"/>
              </a:ext>
            </a:extLst>
          </p:cNvPr>
          <p:cNvSpPr/>
          <p:nvPr/>
        </p:nvSpPr>
        <p:spPr>
          <a:xfrm>
            <a:off x="457200" y="4876800"/>
            <a:ext cx="1127760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2761"/>
                </a:solidFill>
                <a:effectLst/>
                <a:uLnTx/>
                <a:uFillTx/>
                <a:latin typeface="Calibri" panose="020F0502020204030204" pitchFamily="34" charset="0"/>
                <a:ea typeface="+mn-ea"/>
                <a:cs typeface="+mn-cs"/>
              </a:rPr>
              <a:t>The metric charges 0.02 per predictor call, capped at 0.10, so a correct one-call answer still beats a wrong zero-call answer.</a:t>
            </a:r>
            <a:endParaRPr kumimoji="0" lang="en-US" sz="1800" b="0" i="0" u="none" strike="noStrike" kern="1200" cap="none" spc="0" normalizeH="0" baseline="0" noProof="0" dirty="0">
              <a:ln>
                <a:noFill/>
              </a:ln>
              <a:solidFill>
                <a:srgbClr val="1E2761"/>
              </a:solidFill>
              <a:effectLst/>
              <a:uLnTx/>
              <a:uFillTx/>
              <a:latin typeface="Calibri"/>
              <a:ea typeface="+mn-ea"/>
              <a:cs typeface="+mn-cs"/>
            </a:endParaRPr>
          </a:p>
        </p:txBody>
      </p:sp>
    </p:spTree>
    <p:extLst>
      <p:ext uri="{BB962C8B-B14F-4D97-AF65-F5344CB8AC3E}">
        <p14:creationId xmlns:p14="http://schemas.microsoft.com/office/powerpoint/2010/main" val="5262803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94">
            <a:extLst>
              <a:ext uri="{FF2B5EF4-FFF2-40B4-BE49-F238E27FC236}">
                <a16:creationId xmlns:a16="http://schemas.microsoft.com/office/drawing/2014/main" id="{E826DCF6-0DA1-DB23-569D-835F44837BC4}"/>
              </a:ext>
            </a:extLst>
          </p:cNvPr>
          <p:cNvSpPr/>
          <p:nvPr/>
        </p:nvSpPr>
        <p:spPr>
          <a:xfrm>
            <a:off x="457200" y="457200"/>
            <a:ext cx="11277600" cy="990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rPr>
              <a:t>When the context is too big to read, </a:t>
            </a:r>
            <a:r>
              <a:rPr kumimoji="0" lang="en-US" sz="2800" b="1" i="0" u="none" strike="noStrike" kern="1200" cap="none" spc="0" normalizeH="0" baseline="0" noProof="0" dirty="0" err="1">
                <a:ln>
                  <a:noFill/>
                </a:ln>
                <a:solidFill>
                  <a:srgbClr val="1E2761"/>
                </a:solidFill>
                <a:effectLst/>
                <a:uLnTx/>
                <a:uFillTx/>
                <a:latin typeface="Cambria" panose="02040503050406030204" pitchFamily="18" charset="0"/>
                <a:ea typeface="Cambria" panose="02040503050406030204" pitchFamily="18" charset="0"/>
              </a:rPr>
              <a:t>dspy.RLM</a:t>
            </a:r>
            <a:r>
              <a:rPr kumimoji="0" lang="en-US" sz="2800" b="1"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rPr>
              <a:t> has the model explore it with code</a:t>
            </a:r>
            <a:endParaRPr kumimoji="0" lang="en-US" sz="1800" b="0"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endParaRPr>
          </a:p>
        </p:txBody>
      </p:sp>
      <p:sp>
        <p:nvSpPr>
          <p:cNvPr id="96" name="Rectangle: Rounded Corners 95">
            <a:extLst>
              <a:ext uri="{FF2B5EF4-FFF2-40B4-BE49-F238E27FC236}">
                <a16:creationId xmlns:a16="http://schemas.microsoft.com/office/drawing/2014/main" id="{193E3FFA-141E-09CD-CCB3-6CFB6E5FAB7B}"/>
              </a:ext>
            </a:extLst>
          </p:cNvPr>
          <p:cNvSpPr/>
          <p:nvPr/>
        </p:nvSpPr>
        <p:spPr>
          <a:xfrm>
            <a:off x="457200" y="1722120"/>
            <a:ext cx="2562225"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PEEK</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The model sees metadata and a preview, not the whole text.</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7" name="Rectangle: Rounded Corners 96">
            <a:extLst>
              <a:ext uri="{FF2B5EF4-FFF2-40B4-BE49-F238E27FC236}">
                <a16:creationId xmlns:a16="http://schemas.microsoft.com/office/drawing/2014/main" id="{8471D2C2-1F01-AFD9-C85D-49DC6268B688}"/>
              </a:ext>
            </a:extLst>
          </p:cNvPr>
          <p:cNvSpPr/>
          <p:nvPr/>
        </p:nvSpPr>
        <p:spPr>
          <a:xfrm>
            <a:off x="3362325" y="1722120"/>
            <a:ext cx="2562225"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EXPLORE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It writes Python in a sandbox to search and filter.</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8" name="Rectangle: Rounded Corners 97">
            <a:extLst>
              <a:ext uri="{FF2B5EF4-FFF2-40B4-BE49-F238E27FC236}">
                <a16:creationId xmlns:a16="http://schemas.microsoft.com/office/drawing/2014/main" id="{C05454BB-18A5-2615-521C-D78B09300DC2}"/>
              </a:ext>
            </a:extLst>
          </p:cNvPr>
          <p:cNvSpPr/>
          <p:nvPr/>
        </p:nvSpPr>
        <p:spPr>
          <a:xfrm>
            <a:off x="6267450" y="1722120"/>
            <a:ext cx="2562225"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ASK</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srgbClr val="F2F6F8"/>
                </a:solidFill>
                <a:effectLst/>
                <a:uLnTx/>
                <a:uFillTx/>
                <a:latin typeface="Calibri" panose="020F0502020204030204" pitchFamily="34" charset="0"/>
                <a:ea typeface="+mn-ea"/>
                <a:cs typeface="+mn-cs"/>
              </a:rPr>
              <a:t>llm_query</a:t>
            </a:r>
            <a:r>
              <a:rPr kumimoji="0" lang="en-US" sz="1600" b="0"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 runs a sub-model on the snippets it found.</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9" name="Rectangle: Rounded Corners 98">
            <a:extLst>
              <a:ext uri="{FF2B5EF4-FFF2-40B4-BE49-F238E27FC236}">
                <a16:creationId xmlns:a16="http://schemas.microsoft.com/office/drawing/2014/main" id="{5C5D8F2F-5346-3C5C-6E2D-178E4AE187DA}"/>
              </a:ext>
            </a:extLst>
          </p:cNvPr>
          <p:cNvSpPr/>
          <p:nvPr/>
        </p:nvSpPr>
        <p:spPr>
          <a:xfrm>
            <a:off x="9172575" y="1722120"/>
            <a:ext cx="2562225" cy="111252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SUBMIT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2F6F8"/>
                </a:solidFill>
                <a:effectLst/>
                <a:uLnTx/>
                <a:uFillTx/>
                <a:latin typeface="Calibri" panose="020F0502020204030204" pitchFamily="34" charset="0"/>
                <a:ea typeface="+mn-ea"/>
                <a:cs typeface="+mn-cs"/>
              </a:rPr>
              <a:t>It returns typed fields your program can use.</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0" name="Arrow: Right 99">
            <a:extLst>
              <a:ext uri="{FF2B5EF4-FFF2-40B4-BE49-F238E27FC236}">
                <a16:creationId xmlns:a16="http://schemas.microsoft.com/office/drawing/2014/main" id="{C0ED17C2-AEF3-AA49-F855-C16459B784D6}"/>
              </a:ext>
            </a:extLst>
          </p:cNvPr>
          <p:cNvSpPr/>
          <p:nvPr/>
        </p:nvSpPr>
        <p:spPr>
          <a:xfrm>
            <a:off x="3053700" y="2209800"/>
            <a:ext cx="274320" cy="137160"/>
          </a:xfrm>
          <a:prstGeom prst="rightArrow">
            <a:avLst/>
          </a:prstGeom>
          <a:solidFill>
            <a:srgbClr val="E67E2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Arrow: Right 100">
            <a:extLst>
              <a:ext uri="{FF2B5EF4-FFF2-40B4-BE49-F238E27FC236}">
                <a16:creationId xmlns:a16="http://schemas.microsoft.com/office/drawing/2014/main" id="{77860F3C-F049-94D0-32CD-CB49ECE48003}"/>
              </a:ext>
            </a:extLst>
          </p:cNvPr>
          <p:cNvSpPr/>
          <p:nvPr/>
        </p:nvSpPr>
        <p:spPr>
          <a:xfrm>
            <a:off x="5958840" y="2209800"/>
            <a:ext cx="274320" cy="137160"/>
          </a:xfrm>
          <a:prstGeom prst="rightArrow">
            <a:avLst/>
          </a:prstGeom>
          <a:solidFill>
            <a:srgbClr val="E67E2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2" name="Arrow: Right 101">
            <a:extLst>
              <a:ext uri="{FF2B5EF4-FFF2-40B4-BE49-F238E27FC236}">
                <a16:creationId xmlns:a16="http://schemas.microsoft.com/office/drawing/2014/main" id="{154FA2A7-25C0-85F7-B747-D5DAEEDD7CD2}"/>
              </a:ext>
            </a:extLst>
          </p:cNvPr>
          <p:cNvSpPr/>
          <p:nvPr/>
        </p:nvSpPr>
        <p:spPr>
          <a:xfrm>
            <a:off x="8863965" y="2209800"/>
            <a:ext cx="274320" cy="137160"/>
          </a:xfrm>
          <a:prstGeom prst="rightArrow">
            <a:avLst/>
          </a:prstGeom>
          <a:solidFill>
            <a:srgbClr val="E67E2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3" name="Rectangle: Rounded Corners 102">
            <a:extLst>
              <a:ext uri="{FF2B5EF4-FFF2-40B4-BE49-F238E27FC236}">
                <a16:creationId xmlns:a16="http://schemas.microsoft.com/office/drawing/2014/main" id="{71F830ED-C181-1FCF-65AD-7F7E085997A3}"/>
              </a:ext>
            </a:extLst>
          </p:cNvPr>
          <p:cNvSpPr/>
          <p:nvPr/>
        </p:nvSpPr>
        <p:spPr>
          <a:xfrm>
            <a:off x="457200" y="3108960"/>
            <a:ext cx="11277600" cy="193548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4" name="Rectangle 103">
            <a:extLst>
              <a:ext uri="{FF2B5EF4-FFF2-40B4-BE49-F238E27FC236}">
                <a16:creationId xmlns:a16="http://schemas.microsoft.com/office/drawing/2014/main" id="{CFC2328B-DCFF-A3C2-311E-3006679D4E0A}"/>
              </a:ext>
            </a:extLst>
          </p:cNvPr>
          <p:cNvSpPr/>
          <p:nvPr/>
        </p:nvSpPr>
        <p:spPr>
          <a:xfrm>
            <a:off x="640080" y="3246120"/>
            <a:ext cx="10911840" cy="1661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Why this matters in a lab: supporting information runs to hundreds of pages, instrument logs to millions of lines, and a screening table will not fit in a context window. RLM keeps the data in a REPL and loads only the part the model asks for, and you can read the code it ran.</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34354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Rectangle 106">
            <a:extLst>
              <a:ext uri="{FF2B5EF4-FFF2-40B4-BE49-F238E27FC236}">
                <a16:creationId xmlns:a16="http://schemas.microsoft.com/office/drawing/2014/main" id="{C0BDD49C-8DE3-C575-EBEC-F89726E6A676}"/>
              </a:ext>
            </a:extLst>
          </p:cNvPr>
          <p:cNvSpPr/>
          <p:nvPr/>
        </p:nvSpPr>
        <p:spPr>
          <a:xfrm>
            <a:off x="457200" y="457200"/>
            <a:ext cx="11277600" cy="990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rPr>
              <a:t>What this buys you: reproducibility, a cheaper model, and an argument you can defend</a:t>
            </a:r>
            <a:endParaRPr kumimoji="0" lang="en-US" sz="1800" b="0" i="0" u="none" strike="noStrike" kern="1200" cap="none" spc="0" normalizeH="0" baseline="0" noProof="0" dirty="0">
              <a:ln>
                <a:noFill/>
              </a:ln>
              <a:solidFill>
                <a:srgbClr val="1E2761"/>
              </a:solidFill>
              <a:effectLst/>
              <a:uLnTx/>
              <a:uFillTx/>
              <a:latin typeface="Cambria" panose="02040503050406030204" pitchFamily="18" charset="0"/>
              <a:ea typeface="Cambria" panose="02040503050406030204" pitchFamily="18" charset="0"/>
            </a:endParaRPr>
          </a:p>
        </p:txBody>
      </p:sp>
      <p:sp>
        <p:nvSpPr>
          <p:cNvPr id="108" name="Rectangle: Rounded Corners 107">
            <a:extLst>
              <a:ext uri="{FF2B5EF4-FFF2-40B4-BE49-F238E27FC236}">
                <a16:creationId xmlns:a16="http://schemas.microsoft.com/office/drawing/2014/main" id="{A6F866D2-BD42-2561-1432-9FB352B6BC8A}"/>
              </a:ext>
            </a:extLst>
          </p:cNvPr>
          <p:cNvSpPr/>
          <p:nvPr/>
        </p:nvSpPr>
        <p:spPr>
          <a:xfrm>
            <a:off x="457200" y="1722120"/>
            <a:ext cx="3606800" cy="2286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9" name="Rectangle: Rounded Corners 108">
            <a:extLst>
              <a:ext uri="{FF2B5EF4-FFF2-40B4-BE49-F238E27FC236}">
                <a16:creationId xmlns:a16="http://schemas.microsoft.com/office/drawing/2014/main" id="{218A4ABC-4FC9-595F-07AA-E92965B1C150}"/>
              </a:ext>
            </a:extLst>
          </p:cNvPr>
          <p:cNvSpPr/>
          <p:nvPr/>
        </p:nvSpPr>
        <p:spPr>
          <a:xfrm>
            <a:off x="4292600" y="1722120"/>
            <a:ext cx="3606800" cy="2286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0" name="Rectangle: Rounded Corners 109">
            <a:extLst>
              <a:ext uri="{FF2B5EF4-FFF2-40B4-BE49-F238E27FC236}">
                <a16:creationId xmlns:a16="http://schemas.microsoft.com/office/drawing/2014/main" id="{3CB49B5F-BDE5-C63F-0951-6551E8DD2383}"/>
              </a:ext>
            </a:extLst>
          </p:cNvPr>
          <p:cNvSpPr/>
          <p:nvPr/>
        </p:nvSpPr>
        <p:spPr>
          <a:xfrm>
            <a:off x="8128000" y="1722120"/>
            <a:ext cx="3606800" cy="2286000"/>
          </a:xfrm>
          <a:prstGeom prst="round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Rectangle 110">
            <a:extLst>
              <a:ext uri="{FF2B5EF4-FFF2-40B4-BE49-F238E27FC236}">
                <a16:creationId xmlns:a16="http://schemas.microsoft.com/office/drawing/2014/main" id="{9CAA5DF4-A293-880E-8B8A-509D58094758}"/>
              </a:ext>
            </a:extLst>
          </p:cNvPr>
          <p:cNvSpPr/>
          <p:nvPr/>
        </p:nvSpPr>
        <p:spPr>
          <a:xfrm>
            <a:off x="640080" y="1859280"/>
            <a:ext cx="3241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lumMod val="95000"/>
                  </a:schemeClr>
                </a:solidFill>
                <a:effectLst/>
                <a:uLnTx/>
                <a:uFillTx/>
                <a:latin typeface="Trebuchet MS" panose="020B0603020202020204" pitchFamily="34" charset="0"/>
                <a:ea typeface="+mn-ea"/>
                <a:cs typeface="+mn-cs"/>
              </a:rPr>
              <a:t>It is version-controlled</a:t>
            </a:r>
            <a:endParaRPr kumimoji="0" lang="en-US" sz="1800" b="0" i="0" u="none" strike="noStrike" kern="1200" cap="none" spc="0" normalizeH="0" baseline="0" noProof="0" dirty="0">
              <a:ln>
                <a:noFill/>
              </a:ln>
              <a:solidFill>
                <a:schemeClr val="bg1">
                  <a:lumMod val="95000"/>
                </a:schemeClr>
              </a:solidFill>
              <a:effectLst/>
              <a:uLnTx/>
              <a:uFillTx/>
              <a:latin typeface="Calibri"/>
              <a:ea typeface="+mn-ea"/>
              <a:cs typeface="+mn-cs"/>
            </a:endParaRPr>
          </a:p>
        </p:txBody>
      </p:sp>
      <p:sp>
        <p:nvSpPr>
          <p:cNvPr id="112" name="Rectangle 111">
            <a:extLst>
              <a:ext uri="{FF2B5EF4-FFF2-40B4-BE49-F238E27FC236}">
                <a16:creationId xmlns:a16="http://schemas.microsoft.com/office/drawing/2014/main" id="{F06FCCF6-914E-3BB0-3DAB-1DDDD4E7A14B}"/>
              </a:ext>
            </a:extLst>
          </p:cNvPr>
          <p:cNvSpPr/>
          <p:nvPr/>
        </p:nvSpPr>
        <p:spPr>
          <a:xfrm>
            <a:off x="640080" y="2362200"/>
            <a:ext cx="3241040" cy="1508760"/>
          </a:xfrm>
          <a:prstGeom prst="rect">
            <a:avLst/>
          </a:prstGeom>
          <a:solidFill>
            <a:srgbClr val="1E276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The prompt stops being a paragraph in a group chat. Program, metric and splits live in git and rerun on demand.</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Rectangle 112">
            <a:extLst>
              <a:ext uri="{FF2B5EF4-FFF2-40B4-BE49-F238E27FC236}">
                <a16:creationId xmlns:a16="http://schemas.microsoft.com/office/drawing/2014/main" id="{45BE1C35-B6F4-4E20-9758-F532DB1B9F10}"/>
              </a:ext>
            </a:extLst>
          </p:cNvPr>
          <p:cNvSpPr/>
          <p:nvPr/>
        </p:nvSpPr>
        <p:spPr>
          <a:xfrm>
            <a:off x="4475480" y="1859280"/>
            <a:ext cx="3241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bg1">
                    <a:lumMod val="95000"/>
                  </a:schemeClr>
                </a:solidFill>
                <a:effectLst/>
                <a:uLnTx/>
                <a:uFillTx/>
                <a:latin typeface="Trebuchet MS" panose="020B0603020202020204" pitchFamily="34" charset="0"/>
                <a:ea typeface="+mn-ea"/>
                <a:cs typeface="+mn-cs"/>
              </a:rPr>
              <a:t>Small models get good</a:t>
            </a:r>
            <a:endParaRPr kumimoji="0" lang="en-US" sz="1800" b="0" i="0" u="none" strike="noStrike" kern="1200" cap="none" spc="0" normalizeH="0" baseline="0" noProof="0">
              <a:ln>
                <a:noFill/>
              </a:ln>
              <a:solidFill>
                <a:schemeClr val="bg1">
                  <a:lumMod val="95000"/>
                </a:schemeClr>
              </a:solidFill>
              <a:effectLst/>
              <a:uLnTx/>
              <a:uFillTx/>
              <a:latin typeface="Calibri"/>
              <a:ea typeface="+mn-ea"/>
              <a:cs typeface="+mn-cs"/>
            </a:endParaRPr>
          </a:p>
        </p:txBody>
      </p:sp>
      <p:sp>
        <p:nvSpPr>
          <p:cNvPr id="114" name="Rectangle 113">
            <a:extLst>
              <a:ext uri="{FF2B5EF4-FFF2-40B4-BE49-F238E27FC236}">
                <a16:creationId xmlns:a16="http://schemas.microsoft.com/office/drawing/2014/main" id="{BA1A3ABB-0ABA-BE05-B239-29FB0B6B735A}"/>
              </a:ext>
            </a:extLst>
          </p:cNvPr>
          <p:cNvSpPr/>
          <p:nvPr/>
        </p:nvSpPr>
        <p:spPr>
          <a:xfrm>
            <a:off x="4475480" y="2362200"/>
            <a:ext cx="3241040"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An optimized small model often matches a hand-prompted frontier model, which matters when you pay per token out of a grant.</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5" name="Rectangle 114">
            <a:extLst>
              <a:ext uri="{FF2B5EF4-FFF2-40B4-BE49-F238E27FC236}">
                <a16:creationId xmlns:a16="http://schemas.microsoft.com/office/drawing/2014/main" id="{6A75EF96-2C04-8E45-A72F-BAC0541AE007}"/>
              </a:ext>
            </a:extLst>
          </p:cNvPr>
          <p:cNvSpPr/>
          <p:nvPr/>
        </p:nvSpPr>
        <p:spPr>
          <a:xfrm>
            <a:off x="8310880" y="1859280"/>
            <a:ext cx="3241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bg1">
                    <a:lumMod val="95000"/>
                  </a:schemeClr>
                </a:solidFill>
                <a:effectLst/>
                <a:uLnTx/>
                <a:uFillTx/>
                <a:latin typeface="Trebuchet MS" panose="020B0603020202020204" pitchFamily="34" charset="0"/>
                <a:ea typeface="+mn-ea"/>
                <a:cs typeface="+mn-cs"/>
              </a:rPr>
              <a:t>You can defend it</a:t>
            </a:r>
            <a:endParaRPr kumimoji="0" lang="en-US" sz="1800" b="0" i="0" u="none" strike="noStrike" kern="1200" cap="none" spc="0" normalizeH="0" baseline="0" noProof="0">
              <a:ln>
                <a:noFill/>
              </a:ln>
              <a:solidFill>
                <a:schemeClr val="bg1">
                  <a:lumMod val="95000"/>
                </a:schemeClr>
              </a:solidFill>
              <a:effectLst/>
              <a:uLnTx/>
              <a:uFillTx/>
              <a:latin typeface="Calibri"/>
              <a:ea typeface="+mn-ea"/>
              <a:cs typeface="+mn-cs"/>
            </a:endParaRPr>
          </a:p>
        </p:txBody>
      </p:sp>
      <p:sp>
        <p:nvSpPr>
          <p:cNvPr id="116" name="Rectangle 115">
            <a:extLst>
              <a:ext uri="{FF2B5EF4-FFF2-40B4-BE49-F238E27FC236}">
                <a16:creationId xmlns:a16="http://schemas.microsoft.com/office/drawing/2014/main" id="{AEA4AAA4-FE76-6E03-8FFA-C09DFA82DAF5}"/>
              </a:ext>
            </a:extLst>
          </p:cNvPr>
          <p:cNvSpPr/>
          <p:nvPr/>
        </p:nvSpPr>
        <p:spPr>
          <a:xfrm>
            <a:off x="8310880" y="2362200"/>
            <a:ext cx="3241040"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2F6F8"/>
                </a:solidFill>
                <a:effectLst/>
                <a:uLnTx/>
                <a:uFillTx/>
                <a:latin typeface="Calibri" panose="020F0502020204030204" pitchFamily="34" charset="0"/>
                <a:ea typeface="+mn-ea"/>
                <a:cs typeface="+mn-cs"/>
              </a:rPr>
              <a:t>A metric, a held-out split and a printed program are things a supervisor or a reviewer can actually argue with.</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7" name="Rectangle 116">
            <a:extLst>
              <a:ext uri="{FF2B5EF4-FFF2-40B4-BE49-F238E27FC236}">
                <a16:creationId xmlns:a16="http://schemas.microsoft.com/office/drawing/2014/main" id="{2928A4DF-FFBE-14B0-78BF-993018E66301}"/>
              </a:ext>
            </a:extLst>
          </p:cNvPr>
          <p:cNvSpPr/>
          <p:nvPr/>
        </p:nvSpPr>
        <p:spPr>
          <a:xfrm>
            <a:off x="457200" y="4282440"/>
            <a:ext cx="1127760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2761"/>
                </a:solidFill>
                <a:effectLst/>
                <a:uLnTx/>
                <a:uFillTx/>
                <a:latin typeface="Calibri" panose="020F0502020204030204" pitchFamily="34" charset="0"/>
                <a:ea typeface="+mn-ea"/>
                <a:cs typeface="+mn-cs"/>
              </a:rPr>
              <a:t>When the next model lands, you rerun the optimizer against it instead of rewriting your prompts by hand.</a:t>
            </a:r>
            <a:endParaRPr kumimoji="0" lang="en-US" sz="1800" b="0" i="0" u="none" strike="noStrike" kern="1200" cap="none" spc="0" normalizeH="0" baseline="0" noProof="0" dirty="0">
              <a:ln>
                <a:noFill/>
              </a:ln>
              <a:solidFill>
                <a:srgbClr val="1E2761"/>
              </a:solidFill>
              <a:effectLst/>
              <a:uLnTx/>
              <a:uFillTx/>
              <a:latin typeface="Calibri"/>
              <a:ea typeface="+mn-ea"/>
              <a:cs typeface="+mn-cs"/>
            </a:endParaRPr>
          </a:p>
        </p:txBody>
      </p:sp>
      <p:sp>
        <p:nvSpPr>
          <p:cNvPr id="118" name="Rectangle 117">
            <a:extLst>
              <a:ext uri="{FF2B5EF4-FFF2-40B4-BE49-F238E27FC236}">
                <a16:creationId xmlns:a16="http://schemas.microsoft.com/office/drawing/2014/main" id="{946FE1F5-57DD-B9E9-3BA5-7EF18DCC1351}"/>
              </a:ext>
            </a:extLst>
          </p:cNvPr>
          <p:cNvSpPr/>
          <p:nvPr/>
        </p:nvSpPr>
        <p:spPr>
          <a:xfrm>
            <a:off x="457200" y="5303520"/>
            <a:ext cx="11277600" cy="350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2761"/>
                </a:solidFill>
                <a:effectLst/>
                <a:uLnTx/>
                <a:uFillTx/>
                <a:latin typeface="Calibri" panose="020F0502020204030204" pitchFamily="34" charset="0"/>
                <a:ea typeface="+mn-ea"/>
                <a:cs typeface="+mn-cs"/>
              </a:rPr>
              <a:t>Case studies reported in the </a:t>
            </a:r>
            <a:r>
              <a:rPr kumimoji="0" lang="en-US" sz="2000" b="0" i="0" u="none" strike="noStrike" kern="1200" cap="none" spc="0" normalizeH="0" baseline="0" noProof="0" dirty="0" err="1">
                <a:ln>
                  <a:noFill/>
                </a:ln>
                <a:solidFill>
                  <a:srgbClr val="1E2761"/>
                </a:solidFill>
                <a:effectLst/>
                <a:uLnTx/>
                <a:uFillTx/>
                <a:latin typeface="Calibri" panose="020F0502020204030204" pitchFamily="34" charset="0"/>
                <a:ea typeface="+mn-ea"/>
                <a:cs typeface="+mn-cs"/>
              </a:rPr>
              <a:t>DSPy</a:t>
            </a:r>
            <a:r>
              <a:rPr kumimoji="0" lang="en-US" sz="2000" b="0" i="0" u="none" strike="noStrike" kern="1200" cap="none" spc="0" normalizeH="0" baseline="0" noProof="0" dirty="0">
                <a:ln>
                  <a:noFill/>
                </a:ln>
                <a:solidFill>
                  <a:srgbClr val="1E2761"/>
                </a:solidFill>
                <a:effectLst/>
                <a:uLnTx/>
                <a:uFillTx/>
                <a:latin typeface="Calibri" panose="020F0502020204030204" pitchFamily="34" charset="0"/>
                <a:ea typeface="+mn-ea"/>
                <a:cs typeface="+mn-cs"/>
              </a:rPr>
              <a:t> documentation: Shopify </a:t>
            </a:r>
            <a:r>
              <a:rPr kumimoji="0" lang="en-US" sz="2000" i="0" u="none" strike="noStrike" kern="1200" cap="none" spc="0" normalizeH="0" baseline="0" noProof="0" dirty="0">
                <a:ln>
                  <a:noFill/>
                </a:ln>
                <a:solidFill>
                  <a:srgbClr val="1E2761"/>
                </a:solidFill>
                <a:effectLst/>
                <a:uLnTx/>
                <a:uFillTx/>
                <a:latin typeface="Calibri" panose="020F0502020204030204" pitchFamily="34" charset="0"/>
                <a:ea typeface="+mn-ea"/>
                <a:cs typeface="+mn-cs"/>
              </a:rPr>
              <a:t>(</a:t>
            </a:r>
            <a:r>
              <a:rPr kumimoji="0" lang="en-US" sz="2000" b="1" i="0" u="none" strike="noStrike" kern="1200" cap="none" spc="0" normalizeH="0" baseline="0" noProof="0" dirty="0">
                <a:ln>
                  <a:noFill/>
                </a:ln>
                <a:solidFill>
                  <a:srgbClr val="1E2761"/>
                </a:solidFill>
                <a:effectLst/>
                <a:uLnTx/>
                <a:uFillTx/>
                <a:latin typeface="Calibri" panose="020F0502020204030204" pitchFamily="34" charset="0"/>
                <a:ea typeface="+mn-ea"/>
                <a:cs typeface="+mn-cs"/>
              </a:rPr>
              <a:t>~75× cheaper, ~2× more reliable</a:t>
            </a:r>
            <a:r>
              <a:rPr kumimoji="0" lang="en-US" sz="2000" b="0" i="0" u="none" strike="noStrike" kern="1200" cap="none" spc="0" normalizeH="0" baseline="0" noProof="0" dirty="0">
                <a:ln>
                  <a:noFill/>
                </a:ln>
                <a:solidFill>
                  <a:srgbClr val="1E2761"/>
                </a:solidFill>
                <a:effectLst/>
                <a:uLnTx/>
                <a:uFillTx/>
                <a:latin typeface="Calibri" panose="020F0502020204030204" pitchFamily="34" charset="0"/>
                <a:ea typeface="+mn-ea"/>
                <a:cs typeface="+mn-cs"/>
              </a:rPr>
              <a:t>)</a:t>
            </a:r>
            <a:endParaRPr kumimoji="0" lang="en-US" sz="2000" b="0" i="0" u="none" strike="noStrike" kern="1200" cap="none" spc="0" normalizeH="0" baseline="0" noProof="0" dirty="0">
              <a:ln>
                <a:noFill/>
              </a:ln>
              <a:solidFill>
                <a:srgbClr val="1E2761"/>
              </a:solidFill>
              <a:effectLst/>
              <a:uLnTx/>
              <a:uFillTx/>
              <a:latin typeface="Calibri"/>
              <a:ea typeface="+mn-ea"/>
              <a:cs typeface="+mn-cs"/>
            </a:endParaRPr>
          </a:p>
        </p:txBody>
      </p:sp>
    </p:spTree>
    <p:extLst>
      <p:ext uri="{BB962C8B-B14F-4D97-AF65-F5344CB8AC3E}">
        <p14:creationId xmlns:p14="http://schemas.microsoft.com/office/powerpoint/2010/main" val="41485285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584775"/>
          </a:xfrm>
          <a:prstGeom prst="rect">
            <a:avLst/>
          </a:prstGeom>
          <a:noFill/>
        </p:spPr>
        <p:txBody>
          <a:bodyPr wrap="square" lIns="45720" rIns="45720" anchor="t">
            <a:spAutoFit/>
          </a:bodyPr>
          <a:lstStyle/>
          <a:p>
            <a:pPr algn="l"/>
            <a:r>
              <a:rPr sz="3200" b="1" i="0" dirty="0">
                <a:solidFill>
                  <a:srgbClr val="1E2761"/>
                </a:solidFill>
                <a:latin typeface="Cambria"/>
              </a:rPr>
              <a:t>References and further reading</a:t>
            </a:r>
          </a:p>
        </p:txBody>
      </p:sp>
      <p:sp>
        <p:nvSpPr>
          <p:cNvPr id="3" name="TextBox 2"/>
          <p:cNvSpPr txBox="1"/>
          <p:nvPr/>
        </p:nvSpPr>
        <p:spPr>
          <a:xfrm>
            <a:off x="548640" y="1371600"/>
            <a:ext cx="11155680" cy="4190891"/>
          </a:xfrm>
          <a:prstGeom prst="rect">
            <a:avLst/>
          </a:prstGeom>
          <a:noFill/>
        </p:spPr>
        <p:txBody>
          <a:bodyPr wrap="square">
            <a:spAutoFit/>
          </a:bodyPr>
          <a:lstStyle/>
          <a:p>
            <a:pPr algn="l">
              <a:spcAft>
                <a:spcPts val="800"/>
              </a:spcAft>
            </a:pPr>
            <a:r>
              <a:rPr sz="1800" b="1" dirty="0">
                <a:solidFill>
                  <a:srgbClr val="1E2761"/>
                </a:solidFill>
                <a:latin typeface="Calibri"/>
              </a:rPr>
              <a:t>•  </a:t>
            </a:r>
            <a:r>
              <a:rPr lang="en-US" sz="1800" b="1" dirty="0">
                <a:solidFill>
                  <a:srgbClr val="1E2761"/>
                </a:solidFill>
                <a:latin typeface="Calibri"/>
              </a:rPr>
              <a:t>Google Research</a:t>
            </a:r>
          </a:p>
          <a:p>
            <a:pPr>
              <a:spcAft>
                <a:spcPts val="800"/>
              </a:spcAft>
            </a:pPr>
            <a:r>
              <a:rPr lang="en-US" dirty="0">
                <a:solidFill>
                  <a:srgbClr val="1E2761"/>
                </a:solidFill>
                <a:hlinkClick r:id="rId3">
                  <a:extLst>
                    <a:ext uri="{A12FA001-AC4F-418D-AE19-62706E023703}">
                      <ahyp:hlinkClr xmlns:ahyp="http://schemas.microsoft.com/office/drawing/2018/hyperlinkcolor" val="tx"/>
                    </a:ext>
                  </a:extLst>
                </a:hlinkClick>
              </a:rPr>
              <a:t>Accelerating scientific breakthroughs with an AI co-scientist</a:t>
            </a:r>
            <a:endParaRPr lang="en-US" sz="1800" dirty="0">
              <a:solidFill>
                <a:srgbClr val="1E2761"/>
              </a:solidFill>
              <a:latin typeface="Calibri"/>
            </a:endParaRPr>
          </a:p>
          <a:p>
            <a:pPr algn="l">
              <a:spcAft>
                <a:spcPts val="800"/>
              </a:spcAft>
            </a:pPr>
            <a:r>
              <a:rPr sz="1800" b="1" dirty="0">
                <a:solidFill>
                  <a:srgbClr val="1E2761"/>
                </a:solidFill>
                <a:latin typeface="Calibri"/>
              </a:rPr>
              <a:t>•  </a:t>
            </a:r>
            <a:r>
              <a:rPr lang="en-US" sz="1800" b="1" dirty="0">
                <a:solidFill>
                  <a:srgbClr val="1E2761"/>
                </a:solidFill>
                <a:latin typeface="Calibri"/>
              </a:rPr>
              <a:t>Wickam, H</a:t>
            </a:r>
          </a:p>
          <a:p>
            <a:pPr>
              <a:spcAft>
                <a:spcPts val="800"/>
              </a:spcAft>
            </a:pPr>
            <a:r>
              <a:rPr lang="en-US" i="1" dirty="0">
                <a:solidFill>
                  <a:srgbClr val="1E2761"/>
                </a:solidFill>
                <a:hlinkClick r:id="rId4">
                  <a:extLst>
                    <a:ext uri="{A12FA001-AC4F-418D-AE19-62706E023703}">
                      <ahyp:hlinkClr xmlns:ahyp="http://schemas.microsoft.com/office/drawing/2018/hyperlinkcolor" val="tx"/>
                    </a:ext>
                  </a:extLst>
                </a:hlinkClick>
              </a:rPr>
              <a:t>What is an agent? - by Hadley Wickham</a:t>
            </a:r>
            <a:endParaRPr sz="1800" b="1" dirty="0">
              <a:solidFill>
                <a:srgbClr val="1E2761"/>
              </a:solidFill>
              <a:latin typeface="Calibri"/>
            </a:endParaRPr>
          </a:p>
          <a:p>
            <a:pPr algn="l">
              <a:spcAft>
                <a:spcPts val="1000"/>
              </a:spcAft>
            </a:pPr>
            <a:r>
              <a:rPr sz="1800" b="1" dirty="0">
                <a:solidFill>
                  <a:srgbClr val="1E2761"/>
                </a:solidFill>
                <a:latin typeface="Calibri"/>
              </a:rPr>
              <a:t>•  </a:t>
            </a:r>
            <a:r>
              <a:rPr lang="en-US" sz="1800" b="1" dirty="0">
                <a:solidFill>
                  <a:srgbClr val="1E2761"/>
                </a:solidFill>
                <a:latin typeface="Calibri"/>
              </a:rPr>
              <a:t>Yao, S.</a:t>
            </a:r>
          </a:p>
          <a:p>
            <a:pPr>
              <a:spcAft>
                <a:spcPts val="1000"/>
              </a:spcAft>
            </a:pPr>
            <a:r>
              <a:rPr lang="en-US" dirty="0">
                <a:solidFill>
                  <a:srgbClr val="1E2761"/>
                </a:solidFill>
                <a:hlinkClick r:id="rId5">
                  <a:extLst>
                    <a:ext uri="{A12FA001-AC4F-418D-AE19-62706E023703}">
                      <ahyp:hlinkClr xmlns:ahyp="http://schemas.microsoft.com/office/drawing/2018/hyperlinkcolor" val="tx"/>
                    </a:ext>
                  </a:extLst>
                </a:hlinkClick>
              </a:rPr>
              <a:t>REACT: Synergizing Reasoning and Acting in Language Models</a:t>
            </a:r>
            <a:endParaRPr lang="en-US" dirty="0">
              <a:solidFill>
                <a:srgbClr val="1E2761"/>
              </a:solidFill>
            </a:endParaRPr>
          </a:p>
          <a:p>
            <a:pPr>
              <a:spcAft>
                <a:spcPts val="1000"/>
              </a:spcAft>
            </a:pPr>
            <a:r>
              <a:rPr lang="en-US" b="1" dirty="0">
                <a:solidFill>
                  <a:srgbClr val="1E2761"/>
                </a:solidFill>
              </a:rPr>
              <a:t>•  </a:t>
            </a:r>
            <a:r>
              <a:rPr lang="en-US" b="1" dirty="0" err="1">
                <a:solidFill>
                  <a:srgbClr val="1E2761"/>
                </a:solidFill>
              </a:rPr>
              <a:t>rtk</a:t>
            </a:r>
            <a:endParaRPr lang="en-US" b="1" dirty="0">
              <a:solidFill>
                <a:srgbClr val="1E2761"/>
              </a:solidFill>
            </a:endParaRPr>
          </a:p>
          <a:p>
            <a:pPr>
              <a:spcAft>
                <a:spcPts val="1000"/>
              </a:spcAft>
            </a:pPr>
            <a:r>
              <a:rPr lang="en-US" dirty="0">
                <a:solidFill>
                  <a:srgbClr val="1E2761"/>
                </a:solidFill>
                <a:hlinkClick r:id="rId6">
                  <a:extLst>
                    <a:ext uri="{A12FA001-AC4F-418D-AE19-62706E023703}">
                      <ahyp:hlinkClr xmlns:ahyp="http://schemas.microsoft.com/office/drawing/2018/hyperlinkcolor" val="tx"/>
                    </a:ext>
                  </a:extLst>
                </a:hlinkClick>
              </a:rPr>
              <a:t>GitHub - </a:t>
            </a:r>
            <a:r>
              <a:rPr lang="en-US" dirty="0" err="1">
                <a:solidFill>
                  <a:srgbClr val="1E2761"/>
                </a:solidFill>
                <a:hlinkClick r:id="rId6">
                  <a:extLst>
                    <a:ext uri="{A12FA001-AC4F-418D-AE19-62706E023703}">
                      <ahyp:hlinkClr xmlns:ahyp="http://schemas.microsoft.com/office/drawing/2018/hyperlinkcolor" val="tx"/>
                    </a:ext>
                  </a:extLst>
                </a:hlinkClick>
              </a:rPr>
              <a:t>rtk</a:t>
            </a:r>
            <a:r>
              <a:rPr lang="en-US" dirty="0">
                <a:solidFill>
                  <a:srgbClr val="1E2761"/>
                </a:solidFill>
                <a:hlinkClick r:id="rId6">
                  <a:extLst>
                    <a:ext uri="{A12FA001-AC4F-418D-AE19-62706E023703}">
                      <ahyp:hlinkClr xmlns:ahyp="http://schemas.microsoft.com/office/drawing/2018/hyperlinkcolor" val="tx"/>
                    </a:ext>
                  </a:extLst>
                </a:hlinkClick>
              </a:rPr>
              <a:t>-ai/</a:t>
            </a:r>
            <a:r>
              <a:rPr lang="en-US" dirty="0" err="1">
                <a:solidFill>
                  <a:srgbClr val="1E2761"/>
                </a:solidFill>
                <a:hlinkClick r:id="rId6">
                  <a:extLst>
                    <a:ext uri="{A12FA001-AC4F-418D-AE19-62706E023703}">
                      <ahyp:hlinkClr xmlns:ahyp="http://schemas.microsoft.com/office/drawing/2018/hyperlinkcolor" val="tx"/>
                    </a:ext>
                  </a:extLst>
                </a:hlinkClick>
              </a:rPr>
              <a:t>rtk</a:t>
            </a:r>
            <a:r>
              <a:rPr lang="en-US" dirty="0">
                <a:solidFill>
                  <a:srgbClr val="1E2761"/>
                </a:solidFill>
                <a:hlinkClick r:id="rId6">
                  <a:extLst>
                    <a:ext uri="{A12FA001-AC4F-418D-AE19-62706E023703}">
                      <ahyp:hlinkClr xmlns:ahyp="http://schemas.microsoft.com/office/drawing/2018/hyperlinkcolor" val="tx"/>
                    </a:ext>
                  </a:extLst>
                </a:hlinkClick>
              </a:rPr>
              <a:t>: CLI proxy that reduces LLM token consumption by 60-90% on common dev commands. Single Rust binary, zero dependencies · GitHub</a:t>
            </a:r>
            <a:endParaRPr lang="en-US" b="1" dirty="0">
              <a:solidFill>
                <a:srgbClr val="1E2761"/>
              </a:solidFill>
            </a:endParaRPr>
          </a:p>
          <a:p>
            <a:pPr>
              <a:spcAft>
                <a:spcPts val="1000"/>
              </a:spcAft>
            </a:pPr>
            <a:r>
              <a:rPr lang="en-US" b="1" dirty="0">
                <a:solidFill>
                  <a:srgbClr val="1E2761"/>
                </a:solidFill>
              </a:rPr>
              <a:t>•  </a:t>
            </a:r>
            <a:r>
              <a:rPr lang="en-US" b="1" dirty="0" err="1">
                <a:solidFill>
                  <a:srgbClr val="1E2761"/>
                </a:solidFill>
              </a:rPr>
              <a:t>DSPy</a:t>
            </a:r>
            <a:endParaRPr lang="en-US" sz="1800" b="1" dirty="0">
              <a:solidFill>
                <a:srgbClr val="1E2761"/>
              </a:solidFill>
              <a:latin typeface="Calibri"/>
            </a:endParaRPr>
          </a:p>
          <a:p>
            <a:pPr>
              <a:spcAft>
                <a:spcPts val="1000"/>
              </a:spcAft>
            </a:pPr>
            <a:r>
              <a:rPr lang="en-US" dirty="0">
                <a:solidFill>
                  <a:srgbClr val="1E2761"/>
                </a:solidFill>
                <a:hlinkClick r:id="rId7">
                  <a:extLst>
                    <a:ext uri="{A12FA001-AC4F-418D-AE19-62706E023703}">
                      <ahyp:hlinkClr xmlns:ahyp="http://schemas.microsoft.com/office/drawing/2018/hyperlinkcolor" val="tx"/>
                    </a:ext>
                  </a:extLst>
                </a:hlinkClick>
              </a:rPr>
              <a:t>Agrawal et al., GEPA, arXiv:2507.19457 (ICLR 2026) </a:t>
            </a:r>
            <a:r>
              <a:rPr lang="en-US" dirty="0">
                <a:solidFill>
                  <a:srgbClr val="1E2761"/>
                </a:solidFill>
                <a:latin typeface="Calibri" panose="020F0502020204030204" pitchFamily="34" charset="0"/>
              </a:rPr>
              <a:t>; </a:t>
            </a:r>
            <a:r>
              <a:rPr lang="en-US" dirty="0" err="1">
                <a:solidFill>
                  <a:srgbClr val="1E2761"/>
                </a:solidFill>
                <a:hlinkClick r:id="rId8">
                  <a:extLst>
                    <a:ext uri="{A12FA001-AC4F-418D-AE19-62706E023703}">
                      <ahyp:hlinkClr xmlns:ahyp="http://schemas.microsoft.com/office/drawing/2018/hyperlinkcolor" val="tx"/>
                    </a:ext>
                  </a:extLst>
                </a:hlinkClick>
              </a:rPr>
              <a:t>DSPy</a:t>
            </a:r>
            <a:endParaRPr sz="1800" b="1" dirty="0">
              <a:solidFill>
                <a:srgbClr val="1E2761"/>
              </a:solidFill>
              <a:latin typeface="Calibri"/>
            </a:endParaRPr>
          </a:p>
        </p:txBody>
      </p:sp>
    </p:spTree>
    <p:extLst>
      <p:ext uri="{BB962C8B-B14F-4D97-AF65-F5344CB8AC3E}">
        <p14:creationId xmlns:p14="http://schemas.microsoft.com/office/powerpoint/2010/main" val="1964055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aac0ad3-18d9-49e9-a80d-c985041778ba}" enabled="1" method="Standard" siteId="{c3e32f53-cb7f-4809-968d-1cc4ccc785fe}" removed="0"/>
</clbl:labelList>
</file>

<file path=docProps/app.xml><?xml version="1.0" encoding="utf-8"?>
<Properties xmlns="http://schemas.openxmlformats.org/officeDocument/2006/extended-properties" xmlns:vt="http://schemas.openxmlformats.org/officeDocument/2006/docPropsVTypes">
  <TotalTime>4033</TotalTime>
  <Words>3695</Words>
  <Application>Microsoft Office PowerPoint</Application>
  <PresentationFormat>Widescreen</PresentationFormat>
  <Paragraphs>426</Paragraphs>
  <Slides>38</Slides>
  <Notes>38</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38</vt:i4>
      </vt:variant>
    </vt:vector>
  </HeadingPairs>
  <TitlesOfParts>
    <vt:vector size="50" baseType="lpstr">
      <vt:lpstr>Aptos</vt:lpstr>
      <vt:lpstr>Aptos Mono</vt:lpstr>
      <vt:lpstr>Arial</vt:lpstr>
      <vt:lpstr>Calibri</vt:lpstr>
      <vt:lpstr>Cambria</vt:lpstr>
      <vt:lpstr>Consolas</vt:lpstr>
      <vt:lpstr>Courier New</vt:lpstr>
      <vt:lpstr>SF Pro Display</vt:lpstr>
      <vt:lpstr>Trebuchet MS</vt:lpstr>
      <vt:lpstr>Wingdings</vt:lpstr>
      <vt:lpstr>Office Theme</vt:lpstr>
      <vt:lpstr>1_Office Theme</vt:lpstr>
      <vt:lpstr>Ben Reiner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Knowledge check: Data Corruption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Knowledge check: Choose Wisely</vt:lpstr>
      <vt:lpstr>PowerPoint Presentation</vt:lpstr>
      <vt:lpstr>PowerPoint Presentation</vt:lpstr>
      <vt:lpstr>Thinking About Cost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Reiner, Ben (B)</dc:creator>
  <cp:keywords/>
  <dc:description>generated using python-pptx</dc:description>
  <cp:lastModifiedBy>Reiner, Ben (B)</cp:lastModifiedBy>
  <cp:revision>2</cp:revision>
  <dcterms:created xsi:type="dcterms:W3CDTF">2013-01-27T09:14:16Z</dcterms:created>
  <dcterms:modified xsi:type="dcterms:W3CDTF">2026-08-20T14:00:19Z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General Business</vt:lpwstr>
  </property>
</Properties>
</file>