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77" r:id="rId6"/>
    <p:sldId id="264" r:id="rId7"/>
    <p:sldId id="263" r:id="rId8"/>
    <p:sldId id="309" r:id="rId9"/>
    <p:sldId id="310" r:id="rId10"/>
    <p:sldId id="262" r:id="rId11"/>
    <p:sldId id="269" r:id="rId12"/>
    <p:sldId id="271" r:id="rId13"/>
    <p:sldId id="272" r:id="rId14"/>
    <p:sldId id="266" r:id="rId15"/>
    <p:sldId id="311" r:id="rId16"/>
    <p:sldId id="274" r:id="rId17"/>
    <p:sldId id="276" r:id="rId18"/>
    <p:sldId id="260" r:id="rId19"/>
    <p:sldId id="261" r:id="rId20"/>
    <p:sldId id="280" r:id="rId21"/>
    <p:sldId id="278" r:id="rId22"/>
    <p:sldId id="281" r:id="rId23"/>
    <p:sldId id="316" r:id="rId24"/>
    <p:sldId id="283" r:id="rId25"/>
    <p:sldId id="284" r:id="rId26"/>
    <p:sldId id="288" r:id="rId27"/>
    <p:sldId id="315" r:id="rId28"/>
    <p:sldId id="268" r:id="rId29"/>
    <p:sldId id="282" r:id="rId30"/>
    <p:sldId id="312" r:id="rId31"/>
    <p:sldId id="286" r:id="rId32"/>
    <p:sldId id="289" r:id="rId33"/>
    <p:sldId id="293" r:id="rId34"/>
    <p:sldId id="294" r:id="rId35"/>
    <p:sldId id="295" r:id="rId36"/>
    <p:sldId id="296" r:id="rId37"/>
    <p:sldId id="317" r:id="rId38"/>
    <p:sldId id="297" r:id="rId39"/>
    <p:sldId id="303" r:id="rId40"/>
    <p:sldId id="314" r:id="rId41"/>
    <p:sldId id="291" r:id="rId42"/>
    <p:sldId id="313" r:id="rId43"/>
    <p:sldId id="290" r:id="rId44"/>
    <p:sldId id="292" r:id="rId45"/>
    <p:sldId id="298" r:id="rId46"/>
    <p:sldId id="305" r:id="rId47"/>
    <p:sldId id="306" r:id="rId48"/>
    <p:sldId id="307" r:id="rId49"/>
    <p:sldId id="308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C24AE-0D9C-4091-A34F-C9ABD6053FF9}" v="76" dt="2026-08-17T18:24:15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35" autoAdjust="0"/>
  </p:normalViewPr>
  <p:slideViewPr>
    <p:cSldViewPr snapToGrid="0" snapToObjects="1">
      <p:cViewPr>
        <p:scale>
          <a:sx n="60" d="100"/>
          <a:sy n="60" d="100"/>
        </p:scale>
        <p:origin x="8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midt, Alix (A)" userId="1e864bc9-0e29-4271-8485-4708aa53f096" providerId="ADAL" clId="{D0476FB7-BD20-458B-B0D9-D0DAD1F61865}"/>
    <pc:docChg chg="undo custSel mod addSld delSld modSld sldOrd modMainMaster">
      <pc:chgData name="Schmidt, Alix (A)" userId="1e864bc9-0e29-4271-8485-4708aa53f096" providerId="ADAL" clId="{D0476FB7-BD20-458B-B0D9-D0DAD1F61865}" dt="2026-08-17T18:26:40.817" v="6486"/>
      <pc:docMkLst>
        <pc:docMk/>
      </pc:docMkLst>
      <pc:sldChg chg="modSp mod modNotesTx">
        <pc:chgData name="Schmidt, Alix (A)" userId="1e864bc9-0e29-4271-8485-4708aa53f096" providerId="ADAL" clId="{D0476FB7-BD20-458B-B0D9-D0DAD1F61865}" dt="2026-08-17T17:49:28.814" v="5743" actId="20577"/>
        <pc:sldMkLst>
          <pc:docMk/>
          <pc:sldMk cId="0" sldId="256"/>
        </pc:sldMkLst>
        <pc:spChg chg="mod">
          <ac:chgData name="Schmidt, Alix (A)" userId="1e864bc9-0e29-4271-8485-4708aa53f096" providerId="ADAL" clId="{D0476FB7-BD20-458B-B0D9-D0DAD1F61865}" dt="2026-08-16T13:53:22.476" v="58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9:28.814" v="5743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add del mod modNotesTx">
        <pc:chgData name="Schmidt, Alix (A)" userId="1e864bc9-0e29-4271-8485-4708aa53f096" providerId="ADAL" clId="{D0476FB7-BD20-458B-B0D9-D0DAD1F61865}" dt="2026-08-17T14:51:02.721" v="2132" actId="403"/>
        <pc:sldMkLst>
          <pc:docMk/>
          <pc:sldMk cId="0" sldId="257"/>
        </pc:sldMkLst>
        <pc:spChg chg="mod">
          <ac:chgData name="Schmidt, Alix (A)" userId="1e864bc9-0e29-4271-8485-4708aa53f096" providerId="ADAL" clId="{D0476FB7-BD20-458B-B0D9-D0DAD1F61865}" dt="2026-08-17T14:51:02.721" v="2132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 modNotesTx">
        <pc:chgData name="Schmidt, Alix (A)" userId="1e864bc9-0e29-4271-8485-4708aa53f096" providerId="ADAL" clId="{D0476FB7-BD20-458B-B0D9-D0DAD1F61865}" dt="2026-08-17T14:51:20.166" v="2156" actId="20577"/>
        <pc:sldMkLst>
          <pc:docMk/>
          <pc:sldMk cId="0" sldId="258"/>
        </pc:sldMkLst>
        <pc:spChg chg="mod">
          <ac:chgData name="Schmidt, Alix (A)" userId="1e864bc9-0e29-4271-8485-4708aa53f096" providerId="ADAL" clId="{D0476FB7-BD20-458B-B0D9-D0DAD1F61865}" dt="2026-08-17T14:51:20.166" v="2156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19.030" v="97" actId="403"/>
          <ac:spMkLst>
            <pc:docMk/>
            <pc:sldMk cId="0" sldId="258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19.030" v="97" actId="403"/>
          <ac:spMkLst>
            <pc:docMk/>
            <pc:sldMk cId="0" sldId="258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19.030" v="97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26.017" v="99" actId="403"/>
          <ac:spMkLst>
            <pc:docMk/>
            <pc:sldMk cId="0" sldId="258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19.030" v="97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19.030" v="97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19.030" v="97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26.017" v="99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19.030" v="97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19.030" v="97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7:26.017" v="99" actId="403"/>
          <ac:spMkLst>
            <pc:docMk/>
            <pc:sldMk cId="0" sldId="258"/>
            <ac:spMk id="17" creationId="{00000000-0000-0000-0000-000000000000}"/>
          </ac:spMkLst>
        </pc:spChg>
      </pc:sldChg>
      <pc:sldChg chg="modSp mod modNotesTx">
        <pc:chgData name="Schmidt, Alix (A)" userId="1e864bc9-0e29-4271-8485-4708aa53f096" providerId="ADAL" clId="{D0476FB7-BD20-458B-B0D9-D0DAD1F61865}" dt="2026-08-17T12:38:22.163" v="162" actId="20577"/>
        <pc:sldMkLst>
          <pc:docMk/>
          <pc:sldMk cId="0" sldId="259"/>
        </pc:sldMkLst>
        <pc:spChg chg="mod">
          <ac:chgData name="Schmidt, Alix (A)" userId="1e864bc9-0e29-4271-8485-4708aa53f096" providerId="ADAL" clId="{D0476FB7-BD20-458B-B0D9-D0DAD1F61865}" dt="2026-08-17T12:38:00.872" v="141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8:19.445" v="161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 ord modNotesTx">
        <pc:chgData name="Schmidt, Alix (A)" userId="1e864bc9-0e29-4271-8485-4708aa53f096" providerId="ADAL" clId="{D0476FB7-BD20-458B-B0D9-D0DAD1F61865}" dt="2026-08-17T12:47:06.760" v="299"/>
        <pc:sldMkLst>
          <pc:docMk/>
          <pc:sldMk cId="0" sldId="260"/>
        </pc:sldMkLst>
        <pc:spChg chg="mod">
          <ac:chgData name="Schmidt, Alix (A)" userId="1e864bc9-0e29-4271-8485-4708aa53f096" providerId="ADAL" clId="{D0476FB7-BD20-458B-B0D9-D0DAD1F61865}" dt="2026-08-17T12:38:54.435" v="176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8:36.152" v="165" actId="403"/>
          <ac:spMkLst>
            <pc:docMk/>
            <pc:sldMk cId="0" sldId="260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8:36.152" v="165" actId="403"/>
          <ac:spMkLst>
            <pc:docMk/>
            <pc:sldMk cId="0" sldId="260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8:36.152" v="165" actId="403"/>
          <ac:spMkLst>
            <pc:docMk/>
            <pc:sldMk cId="0" sldId="260"/>
            <ac:spMk id="8" creationId="{00000000-0000-0000-0000-000000000000}"/>
          </ac:spMkLst>
        </pc:spChg>
      </pc:sldChg>
      <pc:sldChg chg="modSp mod ord modNotesTx">
        <pc:chgData name="Schmidt, Alix (A)" userId="1e864bc9-0e29-4271-8485-4708aa53f096" providerId="ADAL" clId="{D0476FB7-BD20-458B-B0D9-D0DAD1F61865}" dt="2026-08-17T14:59:22.588" v="2185" actId="20577"/>
        <pc:sldMkLst>
          <pc:docMk/>
          <pc:sldMk cId="0" sldId="261"/>
        </pc:sldMkLst>
        <pc:spChg chg="mod">
          <ac:chgData name="Schmidt, Alix (A)" userId="1e864bc9-0e29-4271-8485-4708aa53f096" providerId="ADAL" clId="{D0476FB7-BD20-458B-B0D9-D0DAD1F61865}" dt="2026-08-17T12:39:12.359" v="181" actId="6549"/>
          <ac:spMkLst>
            <pc:docMk/>
            <pc:sldMk cId="0" sldId="261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2:39:59.746" v="219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9:22.588" v="2185" actId="20577"/>
          <ac:spMkLst>
            <pc:docMk/>
            <pc:sldMk cId="0" sldId="261"/>
            <ac:spMk id="5" creationId="{00000000-0000-0000-0000-000000000000}"/>
          </ac:spMkLst>
        </pc:spChg>
        <pc:picChg chg="mod modCrop">
          <ac:chgData name="Schmidt, Alix (A)" userId="1e864bc9-0e29-4271-8485-4708aa53f096" providerId="ADAL" clId="{D0476FB7-BD20-458B-B0D9-D0DAD1F61865}" dt="2026-08-17T12:39:57.763" v="218" actId="1076"/>
          <ac:picMkLst>
            <pc:docMk/>
            <pc:sldMk cId="0" sldId="261"/>
            <ac:picMk id="3" creationId="{00000000-0000-0000-0000-000000000000}"/>
          </ac:picMkLst>
        </pc:picChg>
      </pc:sldChg>
      <pc:sldChg chg="modSp mod ord modNotesTx">
        <pc:chgData name="Schmidt, Alix (A)" userId="1e864bc9-0e29-4271-8485-4708aa53f096" providerId="ADAL" clId="{D0476FB7-BD20-458B-B0D9-D0DAD1F61865}" dt="2026-08-17T15:12:19.415" v="2601" actId="26606"/>
        <pc:sldMkLst>
          <pc:docMk/>
          <pc:sldMk cId="0" sldId="262"/>
        </pc:sldMkLst>
        <pc:spChg chg="mod">
          <ac:chgData name="Schmidt, Alix (A)" userId="1e864bc9-0e29-4271-8485-4708aa53f096" providerId="ADAL" clId="{D0476FB7-BD20-458B-B0D9-D0DAD1F61865}" dt="2026-08-17T13:18:27.362" v="1449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2:26.162" v="973" actId="20577"/>
          <ac:spMkLst>
            <pc:docMk/>
            <pc:sldMk cId="0" sldId="262"/>
            <ac:spMk id="5" creationId="{00000000-0000-0000-0000-000000000000}"/>
          </ac:spMkLst>
        </pc:spChg>
        <pc:picChg chg="mod">
          <ac:chgData name="Schmidt, Alix (A)" userId="1e864bc9-0e29-4271-8485-4708aa53f096" providerId="ADAL" clId="{D0476FB7-BD20-458B-B0D9-D0DAD1F61865}" dt="2026-08-17T15:12:19.415" v="2601" actId="26606"/>
          <ac:picMkLst>
            <pc:docMk/>
            <pc:sldMk cId="0" sldId="262"/>
            <ac:picMk id="3" creationId="{00000000-0000-0000-0000-000000000000}"/>
          </ac:picMkLst>
        </pc:picChg>
      </pc:sldChg>
      <pc:sldChg chg="addSp delSp modSp mod modNotesTx">
        <pc:chgData name="Schmidt, Alix (A)" userId="1e864bc9-0e29-4271-8485-4708aa53f096" providerId="ADAL" clId="{D0476FB7-BD20-458B-B0D9-D0DAD1F61865}" dt="2026-08-17T13:13:21.843" v="1282" actId="478"/>
        <pc:sldMkLst>
          <pc:docMk/>
          <pc:sldMk cId="0" sldId="263"/>
        </pc:sldMkLst>
        <pc:spChg chg="mod">
          <ac:chgData name="Schmidt, Alix (A)" userId="1e864bc9-0e29-4271-8485-4708aa53f096" providerId="ADAL" clId="{D0476FB7-BD20-458B-B0D9-D0DAD1F61865}" dt="2026-08-17T12:57:00.050" v="928" actId="20577"/>
          <ac:spMkLst>
            <pc:docMk/>
            <pc:sldMk cId="0" sldId="263"/>
            <ac:spMk id="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3:13:21.843" v="1282" actId="478"/>
          <ac:spMkLst>
            <pc:docMk/>
            <pc:sldMk cId="0" sldId="263"/>
            <ac:spMk id="4" creationId="{00000000-0000-0000-0000-000000000000}"/>
          </ac:spMkLst>
        </pc:spChg>
        <pc:picChg chg="del">
          <ac:chgData name="Schmidt, Alix (A)" userId="1e864bc9-0e29-4271-8485-4708aa53f096" providerId="ADAL" clId="{D0476FB7-BD20-458B-B0D9-D0DAD1F61865}" dt="2026-08-17T12:49:52.623" v="303" actId="478"/>
          <ac:picMkLst>
            <pc:docMk/>
            <pc:sldMk cId="0" sldId="263"/>
            <ac:picMk id="3" creationId="{00000000-0000-0000-0000-000000000000}"/>
          </ac:picMkLst>
        </pc:picChg>
        <pc:picChg chg="add mod modCrop">
          <ac:chgData name="Schmidt, Alix (A)" userId="1e864bc9-0e29-4271-8485-4708aa53f096" providerId="ADAL" clId="{D0476FB7-BD20-458B-B0D9-D0DAD1F61865}" dt="2026-08-17T13:12:48.521" v="1279" actId="732"/>
          <ac:picMkLst>
            <pc:docMk/>
            <pc:sldMk cId="0" sldId="263"/>
            <ac:picMk id="6" creationId="{01B58109-C9C6-8AE2-F0F5-5D81A0E35BED}"/>
          </ac:picMkLst>
        </pc:picChg>
      </pc:sldChg>
      <pc:sldChg chg="addSp delSp modSp mod ord modNotesTx">
        <pc:chgData name="Schmidt, Alix (A)" userId="1e864bc9-0e29-4271-8485-4708aa53f096" providerId="ADAL" clId="{D0476FB7-BD20-458B-B0D9-D0DAD1F61865}" dt="2026-08-17T14:52:00.724" v="2171" actId="1035"/>
        <pc:sldMkLst>
          <pc:docMk/>
          <pc:sldMk cId="0" sldId="264"/>
        </pc:sldMkLst>
        <pc:spChg chg="mod">
          <ac:chgData name="Schmidt, Alix (A)" userId="1e864bc9-0e29-4271-8485-4708aa53f096" providerId="ADAL" clId="{D0476FB7-BD20-458B-B0D9-D0DAD1F61865}" dt="2026-08-17T13:20:07.094" v="1560" actId="6549"/>
          <ac:spMkLst>
            <pc:docMk/>
            <pc:sldMk cId="0" sldId="264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16:00.527" v="1394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6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2:53:06.936" v="602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11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2:53:06.936" v="602" actId="478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2:00.724" v="2171" actId="1035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15:52.060" v="1393" actId="1036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2:53:06.936" v="602" actId="478"/>
          <ac:spMkLst>
            <pc:docMk/>
            <pc:sldMk cId="0" sldId="264"/>
            <ac:spMk id="17" creationId="{00000000-0000-0000-0000-000000000000}"/>
          </ac:spMkLst>
        </pc:spChg>
        <pc:spChg chg="add mod">
          <ac:chgData name="Schmidt, Alix (A)" userId="1e864bc9-0e29-4271-8485-4708aa53f096" providerId="ADAL" clId="{D0476FB7-BD20-458B-B0D9-D0DAD1F61865}" dt="2026-08-17T13:20:26.083" v="1586" actId="1076"/>
          <ac:spMkLst>
            <pc:docMk/>
            <pc:sldMk cId="0" sldId="264"/>
            <ac:spMk id="19" creationId="{52B9ADFC-F05C-B3AC-8716-FA6AC254B456}"/>
          </ac:spMkLst>
        </pc:spChg>
      </pc:sldChg>
      <pc:sldChg chg="del">
        <pc:chgData name="Schmidt, Alix (A)" userId="1e864bc9-0e29-4271-8485-4708aa53f096" providerId="ADAL" clId="{D0476FB7-BD20-458B-B0D9-D0DAD1F61865}" dt="2026-08-17T13:00:16.656" v="935" actId="47"/>
        <pc:sldMkLst>
          <pc:docMk/>
          <pc:sldMk cId="0" sldId="265"/>
        </pc:sldMkLst>
      </pc:sldChg>
      <pc:sldChg chg="addSp delSp modSp mod ord modNotesTx">
        <pc:chgData name="Schmidt, Alix (A)" userId="1e864bc9-0e29-4271-8485-4708aa53f096" providerId="ADAL" clId="{D0476FB7-BD20-458B-B0D9-D0DAD1F61865}" dt="2026-08-17T13:21:34.337" v="1666" actId="1076"/>
        <pc:sldMkLst>
          <pc:docMk/>
          <pc:sldMk cId="0" sldId="266"/>
        </pc:sldMkLst>
        <pc:spChg chg="mod">
          <ac:chgData name="Schmidt, Alix (A)" userId="1e864bc9-0e29-4271-8485-4708aa53f096" providerId="ADAL" clId="{D0476FB7-BD20-458B-B0D9-D0DAD1F61865}" dt="2026-08-17T13:19:38.669" v="1534" actId="20577"/>
          <ac:spMkLst>
            <pc:docMk/>
            <pc:sldMk cId="0" sldId="266"/>
            <ac:spMk id="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14:34.310" v="1330" actId="403"/>
          <ac:spMkLst>
            <pc:docMk/>
            <pc:sldMk cId="0" sldId="266"/>
            <ac:spMk id="9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14:20.056" v="1309" actId="1036"/>
          <ac:spMkLst>
            <pc:docMk/>
            <pc:sldMk cId="0" sldId="266"/>
            <ac:spMk id="11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12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14:25.739" v="1327" actId="10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14:25.739" v="1327" actId="103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14:25.739" v="1327" actId="1036"/>
          <ac:spMkLst>
            <pc:docMk/>
            <pc:sldMk cId="0" sldId="266"/>
            <ac:spMk id="18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19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20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1:13.066" v="1660" actId="478"/>
          <ac:spMkLst>
            <pc:docMk/>
            <pc:sldMk cId="0" sldId="266"/>
            <ac:spMk id="21" creationId="{00000000-0000-0000-0000-000000000000}"/>
          </ac:spMkLst>
        </pc:spChg>
        <pc:spChg chg="add mod">
          <ac:chgData name="Schmidt, Alix (A)" userId="1e864bc9-0e29-4271-8485-4708aa53f096" providerId="ADAL" clId="{D0476FB7-BD20-458B-B0D9-D0DAD1F61865}" dt="2026-08-17T13:21:34.337" v="1666" actId="1076"/>
          <ac:spMkLst>
            <pc:docMk/>
            <pc:sldMk cId="0" sldId="266"/>
            <ac:spMk id="25" creationId="{61522730-0FAC-6979-1CB2-2C5E206A34ED}"/>
          </ac:spMkLst>
        </pc:spChg>
        <pc:picChg chg="add mod">
          <ac:chgData name="Schmidt, Alix (A)" userId="1e864bc9-0e29-4271-8485-4708aa53f096" providerId="ADAL" clId="{D0476FB7-BD20-458B-B0D9-D0DAD1F61865}" dt="2026-08-17T13:21:24.632" v="1662" actId="1076"/>
          <ac:picMkLst>
            <pc:docMk/>
            <pc:sldMk cId="0" sldId="266"/>
            <ac:picMk id="23" creationId="{1A41D52A-7C13-9B1C-56ED-49A1E6B99E61}"/>
          </ac:picMkLst>
        </pc:picChg>
      </pc:sldChg>
      <pc:sldChg chg="del">
        <pc:chgData name="Schmidt, Alix (A)" userId="1e864bc9-0e29-4271-8485-4708aa53f096" providerId="ADAL" clId="{D0476FB7-BD20-458B-B0D9-D0DAD1F61865}" dt="2026-08-17T13:00:45.142" v="936" actId="47"/>
        <pc:sldMkLst>
          <pc:docMk/>
          <pc:sldMk cId="0" sldId="267"/>
        </pc:sldMkLst>
      </pc:sldChg>
      <pc:sldChg chg="addSp delSp modSp mod ord modNotesTx">
        <pc:chgData name="Schmidt, Alix (A)" userId="1e864bc9-0e29-4271-8485-4708aa53f096" providerId="ADAL" clId="{D0476FB7-BD20-458B-B0D9-D0DAD1F61865}" dt="2026-08-17T17:58:24.601" v="5745"/>
        <pc:sldMkLst>
          <pc:docMk/>
          <pc:sldMk cId="0" sldId="268"/>
        </pc:sldMkLst>
        <pc:spChg chg="add del">
          <ac:chgData name="Schmidt, Alix (A)" userId="1e864bc9-0e29-4271-8485-4708aa53f096" providerId="ADAL" clId="{D0476FB7-BD20-458B-B0D9-D0DAD1F61865}" dt="2026-08-17T15:10:47.463" v="2596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22:23" v="3252" actId="20577"/>
          <ac:spMkLst>
            <pc:docMk/>
            <pc:sldMk cId="0" sldId="268"/>
            <ac:spMk id="4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5" creationId="{00000000-0000-0000-0000-000000000000}"/>
          </ac:spMkLst>
        </pc:spChg>
        <pc:spChg chg="add del">
          <ac:chgData name="Schmidt, Alix (A)" userId="1e864bc9-0e29-4271-8485-4708aa53f096" providerId="ADAL" clId="{D0476FB7-BD20-458B-B0D9-D0DAD1F61865}" dt="2026-08-17T15:10:48.683" v="2597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7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8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0:49.922" v="2598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10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11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0:51.447" v="2599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13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14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0:53.404" v="2600" actId="478"/>
          <ac:spMkLst>
            <pc:docMk/>
            <pc:sldMk cId="0" sldId="268"/>
            <ac:spMk id="15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16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5:12:19.415" v="2601" actId="26606"/>
          <ac:spMkLst>
            <pc:docMk/>
            <pc:sldMk cId="0" sldId="268"/>
            <ac:spMk id="17" creationId="{00000000-0000-0000-0000-000000000000}"/>
          </ac:spMkLst>
        </pc:spChg>
        <pc:spChg chg="add mod">
          <ac:chgData name="Schmidt, Alix (A)" userId="1e864bc9-0e29-4271-8485-4708aa53f096" providerId="ADAL" clId="{D0476FB7-BD20-458B-B0D9-D0DAD1F61865}" dt="2026-08-17T16:20:17.836" v="3065" actId="20577"/>
          <ac:spMkLst>
            <pc:docMk/>
            <pc:sldMk cId="0" sldId="268"/>
            <ac:spMk id="19" creationId="{C44D848C-D514-7BCC-86D8-D9C5758D2688}"/>
          </ac:spMkLst>
        </pc:spChg>
      </pc:sldChg>
      <pc:sldChg chg="addSp delSp modSp mod ord modNotesTx">
        <pc:chgData name="Schmidt, Alix (A)" userId="1e864bc9-0e29-4271-8485-4708aa53f096" providerId="ADAL" clId="{D0476FB7-BD20-458B-B0D9-D0DAD1F61865}" dt="2026-08-17T14:53:58.776" v="2173" actId="1076"/>
        <pc:sldMkLst>
          <pc:docMk/>
          <pc:sldMk cId="0" sldId="269"/>
        </pc:sldMkLst>
        <pc:spChg chg="mod">
          <ac:chgData name="Schmidt, Alix (A)" userId="1e864bc9-0e29-4271-8485-4708aa53f096" providerId="ADAL" clId="{D0476FB7-BD20-458B-B0D9-D0DAD1F61865}" dt="2026-08-17T14:53:55.860" v="2172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0:56.671" v="1658" actId="6549"/>
          <ac:spMkLst>
            <pc:docMk/>
            <pc:sldMk cId="0" sldId="269"/>
            <ac:spMk id="3" creationId="{00000000-0000-0000-0000-000000000000}"/>
          </ac:spMkLst>
        </pc:spChg>
        <pc:spChg chg="add del mod">
          <ac:chgData name="Schmidt, Alix (A)" userId="1e864bc9-0e29-4271-8485-4708aa53f096" providerId="ADAL" clId="{D0476FB7-BD20-458B-B0D9-D0DAD1F61865}" dt="2026-08-17T13:19:07.258" v="1500" actId="478"/>
          <ac:spMkLst>
            <pc:docMk/>
            <pc:sldMk cId="0" sldId="269"/>
            <ac:spMk id="5" creationId="{1E281CC5-3380-274F-239F-1B787F992B6E}"/>
          </ac:spMkLst>
        </pc:spChg>
        <pc:spChg chg="add mod">
          <ac:chgData name="Schmidt, Alix (A)" userId="1e864bc9-0e29-4271-8485-4708aa53f096" providerId="ADAL" clId="{D0476FB7-BD20-458B-B0D9-D0DAD1F61865}" dt="2026-08-17T13:21:01.898" v="1659" actId="1076"/>
          <ac:spMkLst>
            <pc:docMk/>
            <pc:sldMk cId="0" sldId="269"/>
            <ac:spMk id="9" creationId="{B10555AE-29E3-B70C-4868-3729FD2FD74B}"/>
          </ac:spMkLst>
        </pc:spChg>
        <pc:picChg chg="add mod">
          <ac:chgData name="Schmidt, Alix (A)" userId="1e864bc9-0e29-4271-8485-4708aa53f096" providerId="ADAL" clId="{D0476FB7-BD20-458B-B0D9-D0DAD1F61865}" dt="2026-08-17T14:53:58.776" v="2173" actId="1076"/>
          <ac:picMkLst>
            <pc:docMk/>
            <pc:sldMk cId="0" sldId="269"/>
            <ac:picMk id="7" creationId="{5DF39C5B-F8A2-44D2-BE53-A47764A71F30}"/>
          </ac:picMkLst>
        </pc:picChg>
      </pc:sldChg>
      <pc:sldChg chg="del modNotesTx">
        <pc:chgData name="Schmidt, Alix (A)" userId="1e864bc9-0e29-4271-8485-4708aa53f096" providerId="ADAL" clId="{D0476FB7-BD20-458B-B0D9-D0DAD1F61865}" dt="2026-08-17T13:10:43.032" v="1271" actId="47"/>
        <pc:sldMkLst>
          <pc:docMk/>
          <pc:sldMk cId="0" sldId="270"/>
        </pc:sldMkLst>
      </pc:sldChg>
      <pc:sldChg chg="delSp modSp mod modNotesTx">
        <pc:chgData name="Schmidt, Alix (A)" userId="1e864bc9-0e29-4271-8485-4708aa53f096" providerId="ADAL" clId="{D0476FB7-BD20-458B-B0D9-D0DAD1F61865}" dt="2026-08-17T13:12:04.152" v="1276" actId="6549"/>
        <pc:sldMkLst>
          <pc:docMk/>
          <pc:sldMk cId="0" sldId="271"/>
        </pc:sldMkLst>
        <pc:spChg chg="del">
          <ac:chgData name="Schmidt, Alix (A)" userId="1e864bc9-0e29-4271-8485-4708aa53f096" providerId="ADAL" clId="{D0476FB7-BD20-458B-B0D9-D0DAD1F61865}" dt="2026-08-17T13:05:13.421" v="1005" actId="478"/>
          <ac:spMkLst>
            <pc:docMk/>
            <pc:sldMk cId="0" sldId="271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10:55.146" v="1273" actId="255"/>
          <ac:spMkLst>
            <pc:docMk/>
            <pc:sldMk cId="0" sldId="271"/>
            <ac:spMk id="5" creationId="{00000000-0000-0000-0000-000000000000}"/>
          </ac:spMkLst>
        </pc:spChg>
        <pc:picChg chg="mod modCrop">
          <ac:chgData name="Schmidt, Alix (A)" userId="1e864bc9-0e29-4271-8485-4708aa53f096" providerId="ADAL" clId="{D0476FB7-BD20-458B-B0D9-D0DAD1F61865}" dt="2026-08-17T13:05:47.841" v="1016" actId="1076"/>
          <ac:picMkLst>
            <pc:docMk/>
            <pc:sldMk cId="0" sldId="271"/>
            <ac:picMk id="3" creationId="{00000000-0000-0000-0000-000000000000}"/>
          </ac:picMkLst>
        </pc:picChg>
      </pc:sldChg>
      <pc:sldChg chg="modSp mod modNotesTx">
        <pc:chgData name="Schmidt, Alix (A)" userId="1e864bc9-0e29-4271-8485-4708aa53f096" providerId="ADAL" clId="{D0476FB7-BD20-458B-B0D9-D0DAD1F61865}" dt="2026-08-17T13:11:05.797" v="1274" actId="6549"/>
        <pc:sldMkLst>
          <pc:docMk/>
          <pc:sldMk cId="0" sldId="272"/>
        </pc:sldMkLst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7:55.819" v="1202" actId="103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08:01.172" v="1205" actId="403"/>
          <ac:spMkLst>
            <pc:docMk/>
            <pc:sldMk cId="0" sldId="272"/>
            <ac:spMk id="14" creationId="{00000000-0000-0000-0000-000000000000}"/>
          </ac:spMkLst>
        </pc:spChg>
      </pc:sldChg>
      <pc:sldChg chg="del">
        <pc:chgData name="Schmidt, Alix (A)" userId="1e864bc9-0e29-4271-8485-4708aa53f096" providerId="ADAL" clId="{D0476FB7-BD20-458B-B0D9-D0DAD1F61865}" dt="2026-08-17T13:22:06.335" v="1671" actId="47"/>
        <pc:sldMkLst>
          <pc:docMk/>
          <pc:sldMk cId="0" sldId="273"/>
        </pc:sldMkLst>
      </pc:sldChg>
      <pc:sldChg chg="modSp mod modNotesTx">
        <pc:chgData name="Schmidt, Alix (A)" userId="1e864bc9-0e29-4271-8485-4708aa53f096" providerId="ADAL" clId="{D0476FB7-BD20-458B-B0D9-D0DAD1F61865}" dt="2026-08-17T13:23:51.643" v="1872" actId="6549"/>
        <pc:sldMkLst>
          <pc:docMk/>
          <pc:sldMk cId="0" sldId="274"/>
        </pc:sldMkLst>
        <pc:spChg chg="mod">
          <ac:chgData name="Schmidt, Alix (A)" userId="1e864bc9-0e29-4271-8485-4708aa53f096" providerId="ADAL" clId="{D0476FB7-BD20-458B-B0D9-D0DAD1F61865}" dt="2026-08-17T13:22:16.282" v="1672" actId="403"/>
          <ac:spMkLst>
            <pc:docMk/>
            <pc:sldMk cId="0" sldId="274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2:37.082" v="1673" actId="113"/>
          <ac:spMkLst>
            <pc:docMk/>
            <pc:sldMk cId="0" sldId="274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2:56.065" v="1697" actId="1035"/>
          <ac:spMkLst>
            <pc:docMk/>
            <pc:sldMk cId="0" sldId="274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2:56.065" v="1697" actId="1035"/>
          <ac:spMkLst>
            <pc:docMk/>
            <pc:sldMk cId="0" sldId="274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3:48.798" v="1871" actId="20577"/>
          <ac:spMkLst>
            <pc:docMk/>
            <pc:sldMk cId="0" sldId="274"/>
            <ac:spMk id="8" creationId="{00000000-0000-0000-0000-000000000000}"/>
          </ac:spMkLst>
        </pc:spChg>
      </pc:sldChg>
      <pc:sldChg chg="del">
        <pc:chgData name="Schmidt, Alix (A)" userId="1e864bc9-0e29-4271-8485-4708aa53f096" providerId="ADAL" clId="{D0476FB7-BD20-458B-B0D9-D0DAD1F61865}" dt="2026-08-17T13:11:34.112" v="1275" actId="47"/>
        <pc:sldMkLst>
          <pc:docMk/>
          <pc:sldMk cId="0" sldId="275"/>
        </pc:sldMkLst>
      </pc:sldChg>
      <pc:sldChg chg="modSp mod modNotesTx">
        <pc:chgData name="Schmidt, Alix (A)" userId="1e864bc9-0e29-4271-8485-4708aa53f096" providerId="ADAL" clId="{D0476FB7-BD20-458B-B0D9-D0DAD1F61865}" dt="2026-08-17T14:56:18.318" v="2183" actId="20577"/>
        <pc:sldMkLst>
          <pc:docMk/>
          <pc:sldMk cId="0" sldId="276"/>
        </pc:sldMkLst>
        <pc:spChg chg="mod">
          <ac:chgData name="Schmidt, Alix (A)" userId="1e864bc9-0e29-4271-8485-4708aa53f096" providerId="ADAL" clId="{D0476FB7-BD20-458B-B0D9-D0DAD1F61865}" dt="2026-08-17T13:24:18.215" v="1875" actId="20577"/>
          <ac:spMkLst>
            <pc:docMk/>
            <pc:sldMk cId="0" sldId="276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4:56:18.318" v="2183" actId="20577"/>
          <ac:spMkLst>
            <pc:docMk/>
            <pc:sldMk cId="0" sldId="276"/>
            <ac:spMk id="4" creationId="{00000000-0000-0000-0000-000000000000}"/>
          </ac:spMkLst>
        </pc:spChg>
      </pc:sldChg>
      <pc:sldChg chg="addSp delSp modSp mod ord modNotesTx">
        <pc:chgData name="Schmidt, Alix (A)" userId="1e864bc9-0e29-4271-8485-4708aa53f096" providerId="ADAL" clId="{D0476FB7-BD20-458B-B0D9-D0DAD1F61865}" dt="2026-08-17T12:58:50.193" v="934" actId="1076"/>
        <pc:sldMkLst>
          <pc:docMk/>
          <pc:sldMk cId="0" sldId="277"/>
        </pc:sldMkLst>
        <pc:spChg chg="mod">
          <ac:chgData name="Schmidt, Alix (A)" userId="1e864bc9-0e29-4271-8485-4708aa53f096" providerId="ADAL" clId="{D0476FB7-BD20-458B-B0D9-D0DAD1F61865}" dt="2026-08-17T12:46:25.075" v="294" actId="20577"/>
          <ac:spMkLst>
            <pc:docMk/>
            <pc:sldMk cId="0" sldId="277"/>
            <ac:spMk id="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2:47:41.202" v="300" actId="478"/>
          <ac:spMkLst>
            <pc:docMk/>
            <pc:sldMk cId="0" sldId="277"/>
            <ac:spMk id="4" creationId="{00000000-0000-0000-0000-000000000000}"/>
          </ac:spMkLst>
        </pc:spChg>
        <pc:spChg chg="add mod">
          <ac:chgData name="Schmidt, Alix (A)" userId="1e864bc9-0e29-4271-8485-4708aa53f096" providerId="ADAL" clId="{D0476FB7-BD20-458B-B0D9-D0DAD1F61865}" dt="2026-08-17T12:46:03.871" v="250" actId="1076"/>
          <ac:spMkLst>
            <pc:docMk/>
            <pc:sldMk cId="0" sldId="277"/>
            <ac:spMk id="6" creationId="{C69D51F4-A682-78BC-A3BC-8AF8D3597E48}"/>
          </ac:spMkLst>
        </pc:spChg>
        <pc:spChg chg="add mod">
          <ac:chgData name="Schmidt, Alix (A)" userId="1e864bc9-0e29-4271-8485-4708aa53f096" providerId="ADAL" clId="{D0476FB7-BD20-458B-B0D9-D0DAD1F61865}" dt="2026-08-17T12:46:05.487" v="252"/>
          <ac:spMkLst>
            <pc:docMk/>
            <pc:sldMk cId="0" sldId="277"/>
            <ac:spMk id="8" creationId="{6592364C-5A2C-6031-A74E-58503107578B}"/>
          </ac:spMkLst>
        </pc:spChg>
        <pc:spChg chg="add mod">
          <ac:chgData name="Schmidt, Alix (A)" userId="1e864bc9-0e29-4271-8485-4708aa53f096" providerId="ADAL" clId="{D0476FB7-BD20-458B-B0D9-D0DAD1F61865}" dt="2026-08-17T12:46:09.882" v="255" actId="1076"/>
          <ac:spMkLst>
            <pc:docMk/>
            <pc:sldMk cId="0" sldId="277"/>
            <ac:spMk id="10" creationId="{3D0F0A32-DD1D-B2D9-BD01-B14E618A00D1}"/>
          </ac:spMkLst>
        </pc:spChg>
        <pc:picChg chg="del">
          <ac:chgData name="Schmidt, Alix (A)" userId="1e864bc9-0e29-4271-8485-4708aa53f096" providerId="ADAL" clId="{D0476FB7-BD20-458B-B0D9-D0DAD1F61865}" dt="2026-08-17T12:45:55.525" v="247" actId="478"/>
          <ac:picMkLst>
            <pc:docMk/>
            <pc:sldMk cId="0" sldId="277"/>
            <ac:picMk id="3" creationId="{00000000-0000-0000-0000-000000000000}"/>
          </ac:picMkLst>
        </pc:picChg>
        <pc:picChg chg="add mod">
          <ac:chgData name="Schmidt, Alix (A)" userId="1e864bc9-0e29-4271-8485-4708aa53f096" providerId="ADAL" clId="{D0476FB7-BD20-458B-B0D9-D0DAD1F61865}" dt="2026-08-17T12:46:04.728" v="251"/>
          <ac:picMkLst>
            <pc:docMk/>
            <pc:sldMk cId="0" sldId="277"/>
            <ac:picMk id="5" creationId="{C68A037E-7567-5EB6-F6CE-8AB3DF1196B3}"/>
          </ac:picMkLst>
        </pc:picChg>
        <pc:picChg chg="add mod">
          <ac:chgData name="Schmidt, Alix (A)" userId="1e864bc9-0e29-4271-8485-4708aa53f096" providerId="ADAL" clId="{D0476FB7-BD20-458B-B0D9-D0DAD1F61865}" dt="2026-08-17T12:46:07.684" v="253"/>
          <ac:picMkLst>
            <pc:docMk/>
            <pc:sldMk cId="0" sldId="277"/>
            <ac:picMk id="7" creationId="{04FFF455-2B3F-2A78-1DF9-192109287E78}"/>
          </ac:picMkLst>
        </pc:picChg>
        <pc:picChg chg="add mod">
          <ac:chgData name="Schmidt, Alix (A)" userId="1e864bc9-0e29-4271-8485-4708aa53f096" providerId="ADAL" clId="{D0476FB7-BD20-458B-B0D9-D0DAD1F61865}" dt="2026-08-17T12:58:50.193" v="934" actId="1076"/>
          <ac:picMkLst>
            <pc:docMk/>
            <pc:sldMk cId="0" sldId="277"/>
            <ac:picMk id="9" creationId="{1F260C74-3D95-9C6B-67F4-CB9FAE7B3763}"/>
          </ac:picMkLst>
        </pc:picChg>
      </pc:sldChg>
      <pc:sldChg chg="modSp mod modNotesTx">
        <pc:chgData name="Schmidt, Alix (A)" userId="1e864bc9-0e29-4271-8485-4708aa53f096" providerId="ADAL" clId="{D0476FB7-BD20-458B-B0D9-D0DAD1F61865}" dt="2026-08-17T15:03:25.960" v="2238" actId="20577"/>
        <pc:sldMkLst>
          <pc:docMk/>
          <pc:sldMk cId="0" sldId="278"/>
        </pc:sldMkLst>
        <pc:spChg chg="mod">
          <ac:chgData name="Schmidt, Alix (A)" userId="1e864bc9-0e29-4271-8485-4708aa53f096" providerId="ADAL" clId="{D0476FB7-BD20-458B-B0D9-D0DAD1F61865}" dt="2026-08-17T15:01:59.206" v="2215" actId="5793"/>
          <ac:spMkLst>
            <pc:docMk/>
            <pc:sldMk cId="0" sldId="278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2:52.330" v="2227" actId="403"/>
          <ac:spMkLst>
            <pc:docMk/>
            <pc:sldMk cId="0" sldId="278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2:52.330" v="2227" actId="403"/>
          <ac:spMkLst>
            <pc:docMk/>
            <pc:sldMk cId="0" sldId="278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2:52.330" v="2227" actId="403"/>
          <ac:spMkLst>
            <pc:docMk/>
            <pc:sldMk cId="0" sldId="278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2:52.330" v="2227" actId="403"/>
          <ac:spMkLst>
            <pc:docMk/>
            <pc:sldMk cId="0" sldId="278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2:52.330" v="2227" actId="403"/>
          <ac:spMkLst>
            <pc:docMk/>
            <pc:sldMk cId="0" sldId="278"/>
            <ac:spMk id="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2:52.330" v="2227" actId="403"/>
          <ac:spMkLst>
            <pc:docMk/>
            <pc:sldMk cId="0" sldId="278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2:52.330" v="2227" actId="403"/>
          <ac:spMkLst>
            <pc:docMk/>
            <pc:sldMk cId="0" sldId="278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2:52.330" v="2227" actId="403"/>
          <ac:spMkLst>
            <pc:docMk/>
            <pc:sldMk cId="0" sldId="278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3:25.960" v="2238" actId="20577"/>
          <ac:spMkLst>
            <pc:docMk/>
            <pc:sldMk cId="0" sldId="278"/>
            <ac:spMk id="13" creationId="{00000000-0000-0000-0000-000000000000}"/>
          </ac:spMkLst>
        </pc:spChg>
      </pc:sldChg>
      <pc:sldChg chg="del">
        <pc:chgData name="Schmidt, Alix (A)" userId="1e864bc9-0e29-4271-8485-4708aa53f096" providerId="ADAL" clId="{D0476FB7-BD20-458B-B0D9-D0DAD1F61865}" dt="2026-08-17T13:25:09.984" v="1876" actId="47"/>
        <pc:sldMkLst>
          <pc:docMk/>
          <pc:sldMk cId="0" sldId="279"/>
        </pc:sldMkLst>
      </pc:sldChg>
      <pc:sldChg chg="addSp delSp modSp mod ord modAnim modNotesTx">
        <pc:chgData name="Schmidt, Alix (A)" userId="1e864bc9-0e29-4271-8485-4708aa53f096" providerId="ADAL" clId="{D0476FB7-BD20-458B-B0D9-D0DAD1F61865}" dt="2026-08-17T15:00:38.779" v="2186" actId="14100"/>
        <pc:sldMkLst>
          <pc:docMk/>
          <pc:sldMk cId="0" sldId="280"/>
        </pc:sldMkLst>
        <pc:spChg chg="mod">
          <ac:chgData name="Schmidt, Alix (A)" userId="1e864bc9-0e29-4271-8485-4708aa53f096" providerId="ADAL" clId="{D0476FB7-BD20-458B-B0D9-D0DAD1F61865}" dt="2026-08-17T13:28:32.143" v="1963" actId="164"/>
          <ac:spMkLst>
            <pc:docMk/>
            <pc:sldMk cId="0" sldId="280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32.143" v="1963" actId="164"/>
          <ac:spMkLst>
            <pc:docMk/>
            <pc:sldMk cId="0" sldId="280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6:38.086" v="1946" actId="1036"/>
          <ac:spMkLst>
            <pc:docMk/>
            <pc:sldMk cId="0" sldId="280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6:26.799" v="1936" actId="1036"/>
          <ac:spMkLst>
            <pc:docMk/>
            <pc:sldMk cId="0" sldId="280"/>
            <ac:spMk id="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1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0:38.779" v="2186" actId="14100"/>
          <ac:spMkLst>
            <pc:docMk/>
            <pc:sldMk cId="0" sldId="280"/>
            <ac:spMk id="1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1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1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6:26.799" v="1936" actId="1036"/>
          <ac:spMkLst>
            <pc:docMk/>
            <pc:sldMk cId="0" sldId="280"/>
            <ac:spMk id="1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3:28:43.748" v="2002" actId="1035"/>
          <ac:spMkLst>
            <pc:docMk/>
            <pc:sldMk cId="0" sldId="280"/>
            <ac:spMk id="18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3:29:00.697" v="2006" actId="478"/>
          <ac:spMkLst>
            <pc:docMk/>
            <pc:sldMk cId="0" sldId="280"/>
            <ac:spMk id="19" creationId="{00000000-0000-0000-0000-000000000000}"/>
          </ac:spMkLst>
        </pc:spChg>
        <pc:spChg chg="add mod">
          <ac:chgData name="Schmidt, Alix (A)" userId="1e864bc9-0e29-4271-8485-4708aa53f096" providerId="ADAL" clId="{D0476FB7-BD20-458B-B0D9-D0DAD1F61865}" dt="2026-08-17T13:30:39.418" v="2118" actId="20577"/>
          <ac:spMkLst>
            <pc:docMk/>
            <pc:sldMk cId="0" sldId="280"/>
            <ac:spMk id="22" creationId="{866C749F-222A-A005-5B74-E06D9DC95710}"/>
          </ac:spMkLst>
        </pc:spChg>
        <pc:grpChg chg="add mod">
          <ac:chgData name="Schmidt, Alix (A)" userId="1e864bc9-0e29-4271-8485-4708aa53f096" providerId="ADAL" clId="{D0476FB7-BD20-458B-B0D9-D0DAD1F61865}" dt="2026-08-17T13:28:36.106" v="1979" actId="1035"/>
          <ac:grpSpMkLst>
            <pc:docMk/>
            <pc:sldMk cId="0" sldId="280"/>
            <ac:grpSpMk id="20" creationId="{FD09C1E3-6B9C-5DAE-8EF8-1156BD43248E}"/>
          </ac:grpSpMkLst>
        </pc:grpChg>
      </pc:sldChg>
      <pc:sldChg chg="addSp delSp modSp mod ord modNotesTx">
        <pc:chgData name="Schmidt, Alix (A)" userId="1e864bc9-0e29-4271-8485-4708aa53f096" providerId="ADAL" clId="{D0476FB7-BD20-458B-B0D9-D0DAD1F61865}" dt="2026-08-17T18:26:40.817" v="6486"/>
        <pc:sldMkLst>
          <pc:docMk/>
          <pc:sldMk cId="0" sldId="281"/>
        </pc:sldMkLst>
        <pc:spChg chg="mod">
          <ac:chgData name="Schmidt, Alix (A)" userId="1e864bc9-0e29-4271-8485-4708aa53f096" providerId="ADAL" clId="{D0476FB7-BD20-458B-B0D9-D0DAD1F61865}" dt="2026-08-17T15:05:05.223" v="2257" actId="20577"/>
          <ac:spMkLst>
            <pc:docMk/>
            <pc:sldMk cId="0" sldId="281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5:50.583" v="2291" actId="5793"/>
          <ac:spMkLst>
            <pc:docMk/>
            <pc:sldMk cId="0" sldId="281"/>
            <ac:spMk id="4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5:57.803" v="2304" actId="1035"/>
          <ac:spMkLst>
            <pc:docMk/>
            <pc:sldMk cId="0" sldId="281"/>
            <ac:spMk id="7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8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9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6:05.131" v="2317" actId="1035"/>
          <ac:spMkLst>
            <pc:docMk/>
            <pc:sldMk cId="0" sldId="281"/>
            <ac:spMk id="11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6:51.079" v="2404" actId="20577"/>
          <ac:spMkLst>
            <pc:docMk/>
            <pc:sldMk cId="0" sldId="281"/>
            <ac:spMk id="13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1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7:04.206" v="2421" actId="1035"/>
          <ac:spMkLst>
            <pc:docMk/>
            <pc:sldMk cId="0" sldId="281"/>
            <ac:spMk id="1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7:04.206" v="2421" actId="1035"/>
          <ac:spMkLst>
            <pc:docMk/>
            <pc:sldMk cId="0" sldId="281"/>
            <ac:spMk id="1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7:23.288" v="2432" actId="20577"/>
          <ac:spMkLst>
            <pc:docMk/>
            <pc:sldMk cId="0" sldId="281"/>
            <ac:spMk id="1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7:29.093" v="2438" actId="1035"/>
          <ac:spMkLst>
            <pc:docMk/>
            <pc:sldMk cId="0" sldId="281"/>
            <ac:spMk id="1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7:29.093" v="2438" actId="1035"/>
          <ac:spMkLst>
            <pc:docMk/>
            <pc:sldMk cId="0" sldId="281"/>
            <ac:spMk id="1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7:29.093" v="2438" actId="1035"/>
          <ac:spMkLst>
            <pc:docMk/>
            <pc:sldMk cId="0" sldId="281"/>
            <ac:spMk id="20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2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9:04.234" v="2589" actId="20577"/>
          <ac:spMkLst>
            <pc:docMk/>
            <pc:sldMk cId="0" sldId="281"/>
            <ac:spMk id="2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2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5:57.803" v="2304" actId="1035"/>
          <ac:spMkLst>
            <pc:docMk/>
            <pc:sldMk cId="0" sldId="281"/>
            <ac:spMk id="2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5:57.803" v="2304" actId="1035"/>
          <ac:spMkLst>
            <pc:docMk/>
            <pc:sldMk cId="0" sldId="281"/>
            <ac:spMk id="2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8:11.852" v="2512" actId="20577"/>
          <ac:spMkLst>
            <pc:docMk/>
            <pc:sldMk cId="0" sldId="281"/>
            <ac:spMk id="2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8:19.682" v="2523" actId="1035"/>
          <ac:spMkLst>
            <pc:docMk/>
            <pc:sldMk cId="0" sldId="281"/>
            <ac:spMk id="2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8:19.682" v="2523" actId="1035"/>
          <ac:spMkLst>
            <pc:docMk/>
            <pc:sldMk cId="0" sldId="281"/>
            <ac:spMk id="2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8:19.682" v="2523" actId="1035"/>
          <ac:spMkLst>
            <pc:docMk/>
            <pc:sldMk cId="0" sldId="281"/>
            <ac:spMk id="2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8:33.519" v="2532" actId="1035"/>
          <ac:spMkLst>
            <pc:docMk/>
            <pc:sldMk cId="0" sldId="281"/>
            <ac:spMk id="3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9:22.861" v="2595" actId="20577"/>
          <ac:spMkLst>
            <pc:docMk/>
            <pc:sldMk cId="0" sldId="281"/>
            <ac:spMk id="3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08:46.530" v="2577" actId="20577"/>
          <ac:spMkLst>
            <pc:docMk/>
            <pc:sldMk cId="0" sldId="281"/>
            <ac:spMk id="32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34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8:00:56.386" v="5767" actId="478"/>
          <ac:spMkLst>
            <pc:docMk/>
            <pc:sldMk cId="0" sldId="281"/>
            <ac:spMk id="35" creationId="{00000000-0000-0000-0000-000000000000}"/>
          </ac:spMkLst>
        </pc:spChg>
        <pc:picChg chg="add mod">
          <ac:chgData name="Schmidt, Alix (A)" userId="1e864bc9-0e29-4271-8485-4708aa53f096" providerId="ADAL" clId="{D0476FB7-BD20-458B-B0D9-D0DAD1F61865}" dt="2026-08-17T18:01:17.692" v="5769" actId="1076"/>
          <ac:picMkLst>
            <pc:docMk/>
            <pc:sldMk cId="0" sldId="281"/>
            <ac:picMk id="36" creationId="{E878DA69-B733-D88C-A4AF-95566E88870A}"/>
          </ac:picMkLst>
        </pc:picChg>
      </pc:sldChg>
      <pc:sldChg chg="modSp mod ord modNotesTx">
        <pc:chgData name="Schmidt, Alix (A)" userId="1e864bc9-0e29-4271-8485-4708aa53f096" providerId="ADAL" clId="{D0476FB7-BD20-458B-B0D9-D0DAD1F61865}" dt="2026-08-17T17:58:24.601" v="5745"/>
        <pc:sldMkLst>
          <pc:docMk/>
          <pc:sldMk cId="0" sldId="282"/>
        </pc:sldMkLst>
        <pc:spChg chg="mod">
          <ac:chgData name="Schmidt, Alix (A)" userId="1e864bc9-0e29-4271-8485-4708aa53f096" providerId="ADAL" clId="{D0476FB7-BD20-458B-B0D9-D0DAD1F61865}" dt="2026-08-17T16:24:25.903" v="3420" actId="404"/>
          <ac:spMkLst>
            <pc:docMk/>
            <pc:sldMk cId="0" sldId="282"/>
            <ac:spMk id="3" creationId="{00000000-0000-0000-0000-000000000000}"/>
          </ac:spMkLst>
        </pc:spChg>
      </pc:sldChg>
      <pc:sldChg chg="addSp modSp mod modNotesTx">
        <pc:chgData name="Schmidt, Alix (A)" userId="1e864bc9-0e29-4271-8485-4708aa53f096" providerId="ADAL" clId="{D0476FB7-BD20-458B-B0D9-D0DAD1F61865}" dt="2026-08-17T16:31:29.511" v="3509" actId="20577"/>
        <pc:sldMkLst>
          <pc:docMk/>
          <pc:sldMk cId="0" sldId="283"/>
        </pc:sldMkLst>
        <pc:spChg chg="mod">
          <ac:chgData name="Schmidt, Alix (A)" userId="1e864bc9-0e29-4271-8485-4708aa53f096" providerId="ADAL" clId="{D0476FB7-BD20-458B-B0D9-D0DAD1F61865}" dt="2026-08-17T15:20:53.054" v="2989" actId="164"/>
          <ac:spMkLst>
            <pc:docMk/>
            <pc:sldMk cId="0" sldId="283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21:22.915" v="3025" actId="20577"/>
          <ac:spMkLst>
            <pc:docMk/>
            <pc:sldMk cId="0" sldId="283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20:53.054" v="2989" actId="164"/>
          <ac:spMkLst>
            <pc:docMk/>
            <pc:sldMk cId="0" sldId="283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21:02.417" v="2991" actId="1076"/>
          <ac:spMkLst>
            <pc:docMk/>
            <pc:sldMk cId="0" sldId="283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21:02.417" v="2991" actId="1076"/>
          <ac:spMkLst>
            <pc:docMk/>
            <pc:sldMk cId="0" sldId="283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5:21:02.417" v="2991" actId="1076"/>
          <ac:spMkLst>
            <pc:docMk/>
            <pc:sldMk cId="0" sldId="283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27:48.046" v="3440"/>
          <ac:spMkLst>
            <pc:docMk/>
            <pc:sldMk cId="0" sldId="283"/>
            <ac:spMk id="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27:48.046" v="3440"/>
          <ac:spMkLst>
            <pc:docMk/>
            <pc:sldMk cId="0" sldId="283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31:29.511" v="3509" actId="20577"/>
          <ac:spMkLst>
            <pc:docMk/>
            <pc:sldMk cId="0" sldId="283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26:40.017" v="3423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26:40.017" v="3423" actId="1076"/>
          <ac:spMkLst>
            <pc:docMk/>
            <pc:sldMk cId="0" sldId="283"/>
            <ac:spMk id="1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26:40.017" v="3423" actId="1076"/>
          <ac:spMkLst>
            <pc:docMk/>
            <pc:sldMk cId="0" sldId="283"/>
            <ac:spMk id="14" creationId="{00000000-0000-0000-0000-000000000000}"/>
          </ac:spMkLst>
        </pc:spChg>
        <pc:grpChg chg="add mod">
          <ac:chgData name="Schmidt, Alix (A)" userId="1e864bc9-0e29-4271-8485-4708aa53f096" providerId="ADAL" clId="{D0476FB7-BD20-458B-B0D9-D0DAD1F61865}" dt="2026-08-17T15:21:09.470" v="2992" actId="1076"/>
          <ac:grpSpMkLst>
            <pc:docMk/>
            <pc:sldMk cId="0" sldId="283"/>
            <ac:grpSpMk id="15" creationId="{12326191-3DAD-B71B-0299-4F89F65350DF}"/>
          </ac:grpSpMkLst>
        </pc:grpChg>
        <pc:grpChg chg="add mod">
          <ac:chgData name="Schmidt, Alix (A)" userId="1e864bc9-0e29-4271-8485-4708aa53f096" providerId="ADAL" clId="{D0476FB7-BD20-458B-B0D9-D0DAD1F61865}" dt="2026-08-17T16:27:48.046" v="3440"/>
          <ac:grpSpMkLst>
            <pc:docMk/>
            <pc:sldMk cId="0" sldId="283"/>
            <ac:grpSpMk id="16" creationId="{EF2A0BBA-CD81-CFF8-EA41-42EE780D614B}"/>
          </ac:grpSpMkLst>
        </pc:grpChg>
      </pc:sldChg>
      <pc:sldChg chg="modSp mod modNotesTx">
        <pc:chgData name="Schmidt, Alix (A)" userId="1e864bc9-0e29-4271-8485-4708aa53f096" providerId="ADAL" clId="{D0476FB7-BD20-458B-B0D9-D0DAD1F61865}" dt="2026-08-17T16:33:58.675" v="3587" actId="20577"/>
        <pc:sldMkLst>
          <pc:docMk/>
          <pc:sldMk cId="0" sldId="284"/>
        </pc:sldMkLst>
        <pc:spChg chg="mod">
          <ac:chgData name="Schmidt, Alix (A)" userId="1e864bc9-0e29-4271-8485-4708aa53f096" providerId="ADAL" clId="{D0476FB7-BD20-458B-B0D9-D0DAD1F61865}" dt="2026-08-17T16:32:10.732" v="3555" actId="20577"/>
          <ac:spMkLst>
            <pc:docMk/>
            <pc:sldMk cId="0" sldId="284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32:16.661" v="3557" actId="403"/>
          <ac:spMkLst>
            <pc:docMk/>
            <pc:sldMk cId="0" sldId="284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33:47.081" v="3586" actId="6549"/>
          <ac:spMkLst>
            <pc:docMk/>
            <pc:sldMk cId="0" sldId="284"/>
            <ac:spMk id="5" creationId="{00000000-0000-0000-0000-000000000000}"/>
          </ac:spMkLst>
        </pc:spChg>
        <pc:picChg chg="mod">
          <ac:chgData name="Schmidt, Alix (A)" userId="1e864bc9-0e29-4271-8485-4708aa53f096" providerId="ADAL" clId="{D0476FB7-BD20-458B-B0D9-D0DAD1F61865}" dt="2026-08-17T15:12:19.415" v="2601" actId="26606"/>
          <ac:picMkLst>
            <pc:docMk/>
            <pc:sldMk cId="0" sldId="284"/>
            <ac:picMk id="3" creationId="{00000000-0000-0000-0000-000000000000}"/>
          </ac:picMkLst>
        </pc:picChg>
      </pc:sldChg>
      <pc:sldChg chg="del modNotesTx">
        <pc:chgData name="Schmidt, Alix (A)" userId="1e864bc9-0e29-4271-8485-4708aa53f096" providerId="ADAL" clId="{D0476FB7-BD20-458B-B0D9-D0DAD1F61865}" dt="2026-08-17T16:42:17.805" v="3956" actId="47"/>
        <pc:sldMkLst>
          <pc:docMk/>
          <pc:sldMk cId="0" sldId="285"/>
        </pc:sldMkLst>
      </pc:sldChg>
      <pc:sldChg chg="modSp mod modNotesTx">
        <pc:chgData name="Schmidt, Alix (A)" userId="1e864bc9-0e29-4271-8485-4708aa53f096" providerId="ADAL" clId="{D0476FB7-BD20-458B-B0D9-D0DAD1F61865}" dt="2026-08-17T16:43:20.378" v="4005" actId="6549"/>
        <pc:sldMkLst>
          <pc:docMk/>
          <pc:sldMk cId="0" sldId="286"/>
        </pc:sldMkLst>
        <pc:spChg chg="mod">
          <ac:chgData name="Schmidt, Alix (A)" userId="1e864bc9-0e29-4271-8485-4708aa53f096" providerId="ADAL" clId="{D0476FB7-BD20-458B-B0D9-D0DAD1F61865}" dt="2026-08-17T16:42:27.464" v="3983" actId="20577"/>
          <ac:spMkLst>
            <pc:docMk/>
            <pc:sldMk cId="0" sldId="286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43:20.378" v="4005" actId="6549"/>
          <ac:spMkLst>
            <pc:docMk/>
            <pc:sldMk cId="0" sldId="286"/>
            <ac:spMk id="5" creationId="{00000000-0000-0000-0000-000000000000}"/>
          </ac:spMkLst>
        </pc:spChg>
        <pc:picChg chg="mod">
          <ac:chgData name="Schmidt, Alix (A)" userId="1e864bc9-0e29-4271-8485-4708aa53f096" providerId="ADAL" clId="{D0476FB7-BD20-458B-B0D9-D0DAD1F61865}" dt="2026-08-17T15:12:19.415" v="2601" actId="26606"/>
          <ac:picMkLst>
            <pc:docMk/>
            <pc:sldMk cId="0" sldId="286"/>
            <ac:picMk id="3" creationId="{00000000-0000-0000-0000-000000000000}"/>
          </ac:picMkLst>
        </pc:picChg>
      </pc:sldChg>
      <pc:sldChg chg="del">
        <pc:chgData name="Schmidt, Alix (A)" userId="1e864bc9-0e29-4271-8485-4708aa53f096" providerId="ADAL" clId="{D0476FB7-BD20-458B-B0D9-D0DAD1F61865}" dt="2026-08-17T15:21:59.855" v="3044" actId="47"/>
        <pc:sldMkLst>
          <pc:docMk/>
          <pc:sldMk cId="0" sldId="287"/>
        </pc:sldMkLst>
      </pc:sldChg>
      <pc:sldChg chg="addSp delSp modSp mod ord modNotesTx">
        <pc:chgData name="Schmidt, Alix (A)" userId="1e864bc9-0e29-4271-8485-4708aa53f096" providerId="ADAL" clId="{D0476FB7-BD20-458B-B0D9-D0DAD1F61865}" dt="2026-08-17T17:58:37.865" v="5748" actId="478"/>
        <pc:sldMkLst>
          <pc:docMk/>
          <pc:sldMk cId="0" sldId="288"/>
        </pc:sldMkLst>
        <pc:spChg chg="mod">
          <ac:chgData name="Schmidt, Alix (A)" userId="1e864bc9-0e29-4271-8485-4708aa53f096" providerId="ADAL" clId="{D0476FB7-BD20-458B-B0D9-D0DAD1F61865}" dt="2026-08-17T16:36:28.413" v="3613" actId="20577"/>
          <ac:spMkLst>
            <pc:docMk/>
            <pc:sldMk cId="0" sldId="288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37:06.382" v="3620" actId="20577"/>
          <ac:spMkLst>
            <pc:docMk/>
            <pc:sldMk cId="0" sldId="288"/>
            <ac:spMk id="4" creationId="{00000000-0000-0000-0000-000000000000}"/>
          </ac:spMkLst>
        </pc:spChg>
        <pc:spChg chg="add mod">
          <ac:chgData name="Schmidt, Alix (A)" userId="1e864bc9-0e29-4271-8485-4708aa53f096" providerId="ADAL" clId="{D0476FB7-BD20-458B-B0D9-D0DAD1F61865}" dt="2026-08-17T16:45:41.060" v="4045" actId="164"/>
          <ac:spMkLst>
            <pc:docMk/>
            <pc:sldMk cId="0" sldId="288"/>
            <ac:spMk id="5" creationId="{71BE2DB5-164A-E226-7A8F-8B67F65D9C6B}"/>
          </ac:spMkLst>
        </pc:spChg>
        <pc:grpChg chg="add mod">
          <ac:chgData name="Schmidt, Alix (A)" userId="1e864bc9-0e29-4271-8485-4708aa53f096" providerId="ADAL" clId="{D0476FB7-BD20-458B-B0D9-D0DAD1F61865}" dt="2026-08-17T16:45:41.060" v="4045" actId="164"/>
          <ac:grpSpMkLst>
            <pc:docMk/>
            <pc:sldMk cId="0" sldId="288"/>
            <ac:grpSpMk id="6" creationId="{C0B76163-F8F6-5D4F-1B86-CDF9F7E8E2FA}"/>
          </ac:grpSpMkLst>
        </pc:grpChg>
        <pc:picChg chg="mod">
          <ac:chgData name="Schmidt, Alix (A)" userId="1e864bc9-0e29-4271-8485-4708aa53f096" providerId="ADAL" clId="{D0476FB7-BD20-458B-B0D9-D0DAD1F61865}" dt="2026-08-17T16:45:41.060" v="4045" actId="164"/>
          <ac:picMkLst>
            <pc:docMk/>
            <pc:sldMk cId="0" sldId="288"/>
            <ac:picMk id="3" creationId="{00000000-0000-0000-0000-000000000000}"/>
          </ac:picMkLst>
        </pc:picChg>
        <pc:picChg chg="add del mod">
          <ac:chgData name="Schmidt, Alix (A)" userId="1e864bc9-0e29-4271-8485-4708aa53f096" providerId="ADAL" clId="{D0476FB7-BD20-458B-B0D9-D0DAD1F61865}" dt="2026-08-17T17:58:37.865" v="5748" actId="478"/>
          <ac:picMkLst>
            <pc:docMk/>
            <pc:sldMk cId="0" sldId="288"/>
            <ac:picMk id="7" creationId="{6489848B-4963-07CC-BF99-19298D20DD73}"/>
          </ac:picMkLst>
        </pc:picChg>
      </pc:sldChg>
      <pc:sldChg chg="addSp delSp modSp mod modNotesTx">
        <pc:chgData name="Schmidt, Alix (A)" userId="1e864bc9-0e29-4271-8485-4708aa53f096" providerId="ADAL" clId="{D0476FB7-BD20-458B-B0D9-D0DAD1F61865}" dt="2026-08-17T17:11:35.936" v="5030" actId="164"/>
        <pc:sldMkLst>
          <pc:docMk/>
          <pc:sldMk cId="0" sldId="289"/>
        </pc:sldMkLst>
        <pc:spChg chg="mod">
          <ac:chgData name="Schmidt, Alix (A)" userId="1e864bc9-0e29-4271-8485-4708aa53f096" providerId="ADAL" clId="{D0476FB7-BD20-458B-B0D9-D0DAD1F61865}" dt="2026-08-17T16:44:18.386" v="4034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0:24.072" v="5018" actId="1035"/>
          <ac:spMkLst>
            <pc:docMk/>
            <pc:sldMk cId="0" sldId="289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6:46:06.798" v="4049" actId="403"/>
          <ac:spMkLst>
            <pc:docMk/>
            <pc:sldMk cId="0" sldId="289"/>
            <ac:spMk id="5" creationId="{00000000-0000-0000-0000-000000000000}"/>
          </ac:spMkLst>
        </pc:spChg>
        <pc:grpChg chg="add mod">
          <ac:chgData name="Schmidt, Alix (A)" userId="1e864bc9-0e29-4271-8485-4708aa53f096" providerId="ADAL" clId="{D0476FB7-BD20-458B-B0D9-D0DAD1F61865}" dt="2026-08-17T17:11:35.936" v="5030" actId="164"/>
          <ac:grpSpMkLst>
            <pc:docMk/>
            <pc:sldMk cId="0" sldId="289"/>
            <ac:grpSpMk id="10" creationId="{98BEEB64-BE11-C5A6-1CDE-0FA3417A0AFF}"/>
          </ac:grpSpMkLst>
        </pc:grpChg>
        <pc:picChg chg="mod modCrop">
          <ac:chgData name="Schmidt, Alix (A)" userId="1e864bc9-0e29-4271-8485-4708aa53f096" providerId="ADAL" clId="{D0476FB7-BD20-458B-B0D9-D0DAD1F61865}" dt="2026-08-17T17:11:35.936" v="5030" actId="164"/>
          <ac:picMkLst>
            <pc:docMk/>
            <pc:sldMk cId="0" sldId="289"/>
            <ac:picMk id="3" creationId="{00000000-0000-0000-0000-000000000000}"/>
          </ac:picMkLst>
        </pc:picChg>
        <pc:picChg chg="add del mod">
          <ac:chgData name="Schmidt, Alix (A)" userId="1e864bc9-0e29-4271-8485-4708aa53f096" providerId="ADAL" clId="{D0476FB7-BD20-458B-B0D9-D0DAD1F61865}" dt="2026-08-17T17:10:07.356" v="5002" actId="478"/>
          <ac:picMkLst>
            <pc:docMk/>
            <pc:sldMk cId="0" sldId="289"/>
            <ac:picMk id="7" creationId="{25726140-5E22-E072-F139-272CE621E453}"/>
          </ac:picMkLst>
        </pc:picChg>
        <pc:picChg chg="add mod modCrop">
          <ac:chgData name="Schmidt, Alix (A)" userId="1e864bc9-0e29-4271-8485-4708aa53f096" providerId="ADAL" clId="{D0476FB7-BD20-458B-B0D9-D0DAD1F61865}" dt="2026-08-17T17:11:35.936" v="5030" actId="164"/>
          <ac:picMkLst>
            <pc:docMk/>
            <pc:sldMk cId="0" sldId="289"/>
            <ac:picMk id="9" creationId="{0CE880FC-B67F-C250-70E0-C3F069D47C8B}"/>
          </ac:picMkLst>
        </pc:picChg>
      </pc:sldChg>
      <pc:sldChg chg="addSp delSp modSp mod ord modNotesTx">
        <pc:chgData name="Schmidt, Alix (A)" userId="1e864bc9-0e29-4271-8485-4708aa53f096" providerId="ADAL" clId="{D0476FB7-BD20-458B-B0D9-D0DAD1F61865}" dt="2026-08-17T17:46:47.372" v="5651" actId="1076"/>
        <pc:sldMkLst>
          <pc:docMk/>
          <pc:sldMk cId="0" sldId="290"/>
        </pc:sldMkLst>
        <pc:spChg chg="mod">
          <ac:chgData name="Schmidt, Alix (A)" userId="1e864bc9-0e29-4271-8485-4708aa53f096" providerId="ADAL" clId="{D0476FB7-BD20-458B-B0D9-D0DAD1F61865}" dt="2026-08-17T17:01:57.983" v="4874" actId="255"/>
          <ac:spMkLst>
            <pc:docMk/>
            <pc:sldMk cId="0" sldId="290"/>
            <ac:spMk id="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5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6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7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1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13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3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35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37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38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7.377" v="4851" actId="478"/>
          <ac:spMkLst>
            <pc:docMk/>
            <pc:sldMk cId="0" sldId="290"/>
            <ac:spMk id="39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6:59:39.749" v="4852" actId="478"/>
          <ac:spMkLst>
            <pc:docMk/>
            <pc:sldMk cId="0" sldId="290"/>
            <ac:spMk id="44" creationId="{00000000-0000-0000-0000-000000000000}"/>
          </ac:spMkLst>
        </pc:spChg>
        <pc:spChg chg="add mod">
          <ac:chgData name="Schmidt, Alix (A)" userId="1e864bc9-0e29-4271-8485-4708aa53f096" providerId="ADAL" clId="{D0476FB7-BD20-458B-B0D9-D0DAD1F61865}" dt="2026-08-17T17:01:18.985" v="4864" actId="1076"/>
          <ac:spMkLst>
            <pc:docMk/>
            <pc:sldMk cId="0" sldId="290"/>
            <ac:spMk id="51" creationId="{673D3AAF-DB44-E478-BB89-90E547887CF0}"/>
          </ac:spMkLst>
        </pc:spChg>
        <pc:spChg chg="add del mod">
          <ac:chgData name="Schmidt, Alix (A)" userId="1e864bc9-0e29-4271-8485-4708aa53f096" providerId="ADAL" clId="{D0476FB7-BD20-458B-B0D9-D0DAD1F61865}" dt="2026-08-17T17:12:07.723" v="5032" actId="478"/>
          <ac:spMkLst>
            <pc:docMk/>
            <pc:sldMk cId="0" sldId="290"/>
            <ac:spMk id="53" creationId="{E72F137B-22E2-DE22-0BA7-75D41D8051EE}"/>
          </ac:spMkLst>
        </pc:spChg>
        <pc:spChg chg="add mod">
          <ac:chgData name="Schmidt, Alix (A)" userId="1e864bc9-0e29-4271-8485-4708aa53f096" providerId="ADAL" clId="{D0476FB7-BD20-458B-B0D9-D0DAD1F61865}" dt="2026-08-17T17:01:18.985" v="4864" actId="1076"/>
          <ac:spMkLst>
            <pc:docMk/>
            <pc:sldMk cId="0" sldId="290"/>
            <ac:spMk id="55" creationId="{1900DFF7-090D-E20F-57A8-7ABD9D73FB4E}"/>
          </ac:spMkLst>
        </pc:spChg>
        <pc:spChg chg="add mod">
          <ac:chgData name="Schmidt, Alix (A)" userId="1e864bc9-0e29-4271-8485-4708aa53f096" providerId="ADAL" clId="{D0476FB7-BD20-458B-B0D9-D0DAD1F61865}" dt="2026-08-17T17:46:47.372" v="5651" actId="1076"/>
          <ac:spMkLst>
            <pc:docMk/>
            <pc:sldMk cId="0" sldId="290"/>
            <ac:spMk id="57" creationId="{13EE309C-C2CB-FD5E-19FC-0D0EB0161899}"/>
          </ac:spMkLst>
        </pc:spChg>
        <pc:graphicFrameChg chg="add mod modGraphic">
          <ac:chgData name="Schmidt, Alix (A)" userId="1e864bc9-0e29-4271-8485-4708aa53f096" providerId="ADAL" clId="{D0476FB7-BD20-458B-B0D9-D0DAD1F61865}" dt="2026-08-17T17:07:57.414" v="4996" actId="1076"/>
          <ac:graphicFrameMkLst>
            <pc:docMk/>
            <pc:sldMk cId="0" sldId="290"/>
            <ac:graphicFrameMk id="45" creationId="{46F04E9F-6293-6AEC-0F79-6FB1CA7E94B8}"/>
          </ac:graphicFrameMkLst>
        </pc:graphicFrameChg>
        <pc:picChg chg="add mod">
          <ac:chgData name="Schmidt, Alix (A)" userId="1e864bc9-0e29-4271-8485-4708aa53f096" providerId="ADAL" clId="{D0476FB7-BD20-458B-B0D9-D0DAD1F61865}" dt="2026-08-17T17:01:18.985" v="4864" actId="1076"/>
          <ac:picMkLst>
            <pc:docMk/>
            <pc:sldMk cId="0" sldId="290"/>
            <ac:picMk id="47" creationId="{6BBC41CC-15B0-2784-32E6-0802895BD3FA}"/>
          </ac:picMkLst>
        </pc:picChg>
        <pc:picChg chg="add mod">
          <ac:chgData name="Schmidt, Alix (A)" userId="1e864bc9-0e29-4271-8485-4708aa53f096" providerId="ADAL" clId="{D0476FB7-BD20-458B-B0D9-D0DAD1F61865}" dt="2026-08-17T17:01:27.780" v="4866" actId="1076"/>
          <ac:picMkLst>
            <pc:docMk/>
            <pc:sldMk cId="0" sldId="290"/>
            <ac:picMk id="49" creationId="{11B4D77A-C4DD-3A3D-D96B-D058D4536206}"/>
          </ac:picMkLst>
        </pc:picChg>
        <pc:picChg chg="add mod">
          <ac:chgData name="Schmidt, Alix (A)" userId="1e864bc9-0e29-4271-8485-4708aa53f096" providerId="ADAL" clId="{D0476FB7-BD20-458B-B0D9-D0DAD1F61865}" dt="2026-08-17T17:01:18.985" v="4864" actId="1076"/>
          <ac:picMkLst>
            <pc:docMk/>
            <pc:sldMk cId="0" sldId="290"/>
            <ac:picMk id="59" creationId="{F2816A37-EABC-7ACA-2C47-6F92258A96AC}"/>
          </ac:picMkLst>
        </pc:picChg>
      </pc:sldChg>
      <pc:sldChg chg="delSp modSp mod ord modNotesTx">
        <pc:chgData name="Schmidt, Alix (A)" userId="1e864bc9-0e29-4271-8485-4708aa53f096" providerId="ADAL" clId="{D0476FB7-BD20-458B-B0D9-D0DAD1F61865}" dt="2026-08-17T17:46:27.719" v="5650" actId="1076"/>
        <pc:sldMkLst>
          <pc:docMk/>
          <pc:sldMk cId="0" sldId="291"/>
        </pc:sldMkLst>
        <pc:spChg chg="mod">
          <ac:chgData name="Schmidt, Alix (A)" userId="1e864bc9-0e29-4271-8485-4708aa53f096" providerId="ADAL" clId="{D0476FB7-BD20-458B-B0D9-D0DAD1F61865}" dt="2026-08-17T17:05:35.078" v="4994" actId="20577"/>
          <ac:spMkLst>
            <pc:docMk/>
            <pc:sldMk cId="0" sldId="291"/>
            <ac:spMk id="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08:52.702" v="4999" actId="478"/>
          <ac:spMkLst>
            <pc:docMk/>
            <pc:sldMk cId="0" sldId="291"/>
            <ac:spMk id="4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08:52.702" v="4999" actId="478"/>
          <ac:spMkLst>
            <pc:docMk/>
            <pc:sldMk cId="0" sldId="291"/>
            <ac:spMk id="5" creationId="{00000000-0000-0000-0000-000000000000}"/>
          </ac:spMkLst>
        </pc:spChg>
        <pc:picChg chg="mod">
          <ac:chgData name="Schmidt, Alix (A)" userId="1e864bc9-0e29-4271-8485-4708aa53f096" providerId="ADAL" clId="{D0476FB7-BD20-458B-B0D9-D0DAD1F61865}" dt="2026-08-17T17:46:27.719" v="5650" actId="1076"/>
          <ac:picMkLst>
            <pc:docMk/>
            <pc:sldMk cId="0" sldId="291"/>
            <ac:picMk id="3" creationId="{00000000-0000-0000-0000-000000000000}"/>
          </ac:picMkLst>
        </pc:picChg>
      </pc:sldChg>
      <pc:sldChg chg="modSp mod ord modNotesTx">
        <pc:chgData name="Schmidt, Alix (A)" userId="1e864bc9-0e29-4271-8485-4708aa53f096" providerId="ADAL" clId="{D0476FB7-BD20-458B-B0D9-D0DAD1F61865}" dt="2026-08-17T17:42:51.273" v="5485"/>
        <pc:sldMkLst>
          <pc:docMk/>
          <pc:sldMk cId="0" sldId="292"/>
        </pc:sldMkLst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4:22.084" v="5052" actId="20577"/>
          <ac:spMkLst>
            <pc:docMk/>
            <pc:sldMk cId="0" sldId="292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53.052" v="5042" actId="20577"/>
          <ac:spMkLst>
            <pc:docMk/>
            <pc:sldMk cId="0" sldId="292"/>
            <ac:spMk id="1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1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2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2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2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2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3:39.351" v="5037" actId="404"/>
          <ac:spMkLst>
            <pc:docMk/>
            <pc:sldMk cId="0" sldId="292"/>
            <ac:spMk id="30" creationId="{00000000-0000-0000-0000-000000000000}"/>
          </ac:spMkLst>
        </pc:spChg>
      </pc:sldChg>
      <pc:sldChg chg="modSp mod">
        <pc:chgData name="Schmidt, Alix (A)" userId="1e864bc9-0e29-4271-8485-4708aa53f096" providerId="ADAL" clId="{D0476FB7-BD20-458B-B0D9-D0DAD1F61865}" dt="2026-08-17T13:32:06.150" v="2121" actId="20577"/>
        <pc:sldMkLst>
          <pc:docMk/>
          <pc:sldMk cId="0" sldId="293"/>
        </pc:sldMkLst>
        <pc:spChg chg="mod">
          <ac:chgData name="Schmidt, Alix (A)" userId="1e864bc9-0e29-4271-8485-4708aa53f096" providerId="ADAL" clId="{D0476FB7-BD20-458B-B0D9-D0DAD1F61865}" dt="2026-08-17T13:32:06.150" v="2121" actId="20577"/>
          <ac:spMkLst>
            <pc:docMk/>
            <pc:sldMk cId="0" sldId="293"/>
            <ac:spMk id="3" creationId="{00000000-0000-0000-0000-000000000000}"/>
          </ac:spMkLst>
        </pc:spChg>
      </pc:sldChg>
      <pc:sldChg chg="delSp modSp mod modNotesTx">
        <pc:chgData name="Schmidt, Alix (A)" userId="1e864bc9-0e29-4271-8485-4708aa53f096" providerId="ADAL" clId="{D0476FB7-BD20-458B-B0D9-D0DAD1F61865}" dt="2026-08-17T17:17:11.516" v="5115" actId="20577"/>
        <pc:sldMkLst>
          <pc:docMk/>
          <pc:sldMk cId="0" sldId="294"/>
        </pc:sldMkLst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42.162" v="5113" actId="20577"/>
          <ac:spMkLst>
            <pc:docMk/>
            <pc:sldMk cId="0" sldId="294"/>
            <ac:spMk id="1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05.173" v="5093" actId="1036"/>
          <ac:spMkLst>
            <pc:docMk/>
            <pc:sldMk cId="0" sldId="294"/>
            <ac:spMk id="1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05.173" v="5093" actId="1036"/>
          <ac:spMkLst>
            <pc:docMk/>
            <pc:sldMk cId="0" sldId="294"/>
            <ac:spMk id="2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2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2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2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05.173" v="5093" actId="1036"/>
          <ac:spMkLst>
            <pc:docMk/>
            <pc:sldMk cId="0" sldId="294"/>
            <ac:spMk id="2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2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16:24.140" v="5095" actId="403"/>
          <ac:spMkLst>
            <pc:docMk/>
            <pc:sldMk cId="0" sldId="294"/>
            <ac:spMk id="31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16:56.267" v="5114" actId="478"/>
          <ac:spMkLst>
            <pc:docMk/>
            <pc:sldMk cId="0" sldId="294"/>
            <ac:spMk id="34" creationId="{00000000-0000-0000-0000-000000000000}"/>
          </ac:spMkLst>
        </pc:spChg>
      </pc:sldChg>
      <pc:sldChg chg="addSp modSp mod modNotesTx">
        <pc:chgData name="Schmidt, Alix (A)" userId="1e864bc9-0e29-4271-8485-4708aa53f096" providerId="ADAL" clId="{D0476FB7-BD20-458B-B0D9-D0DAD1F61865}" dt="2026-08-17T17:28:17.177" v="5229" actId="12788"/>
        <pc:sldMkLst>
          <pc:docMk/>
          <pc:sldMk cId="0" sldId="295"/>
        </pc:sldMkLst>
        <pc:spChg chg="mod">
          <ac:chgData name="Schmidt, Alix (A)" userId="1e864bc9-0e29-4271-8485-4708aa53f096" providerId="ADAL" clId="{D0476FB7-BD20-458B-B0D9-D0DAD1F61865}" dt="2026-08-17T17:20:19.274" v="5141" actId="403"/>
          <ac:spMkLst>
            <pc:docMk/>
            <pc:sldMk cId="0" sldId="295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20:19.274" v="5141" actId="403"/>
          <ac:spMkLst>
            <pc:docMk/>
            <pc:sldMk cId="0" sldId="295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21:19.963" v="5218" actId="20577"/>
          <ac:spMkLst>
            <pc:docMk/>
            <pc:sldMk cId="0" sldId="295"/>
            <ac:spMk id="8" creationId="{00000000-0000-0000-0000-000000000000}"/>
          </ac:spMkLst>
        </pc:spChg>
        <pc:spChg chg="add mod">
          <ac:chgData name="Schmidt, Alix (A)" userId="1e864bc9-0e29-4271-8485-4708aa53f096" providerId="ADAL" clId="{D0476FB7-BD20-458B-B0D9-D0DAD1F61865}" dt="2026-08-17T17:28:17.177" v="5229" actId="12788"/>
          <ac:spMkLst>
            <pc:docMk/>
            <pc:sldMk cId="0" sldId="295"/>
            <ac:spMk id="9" creationId="{B8EC2F1E-D2A9-A5FD-3F1D-E174BE1D0649}"/>
          </ac:spMkLst>
        </pc:spChg>
      </pc:sldChg>
      <pc:sldChg chg="addSp delSp modSp mod modNotesTx">
        <pc:chgData name="Schmidt, Alix (A)" userId="1e864bc9-0e29-4271-8485-4708aa53f096" providerId="ADAL" clId="{D0476FB7-BD20-458B-B0D9-D0DAD1F61865}" dt="2026-08-17T17:29:07.867" v="5245" actId="1036"/>
        <pc:sldMkLst>
          <pc:docMk/>
          <pc:sldMk cId="0" sldId="296"/>
        </pc:sldMkLst>
        <pc:spChg chg="mod">
          <ac:chgData name="Schmidt, Alix (A)" userId="1e864bc9-0e29-4271-8485-4708aa53f096" providerId="ADAL" clId="{D0476FB7-BD20-458B-B0D9-D0DAD1F61865}" dt="2026-08-17T17:29:00.223" v="5233" actId="14100"/>
          <ac:spMkLst>
            <pc:docMk/>
            <pc:sldMk cId="0" sldId="296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29:07.867" v="5245" actId="1036"/>
          <ac:spMkLst>
            <pc:docMk/>
            <pc:sldMk cId="0" sldId="296"/>
            <ac:spMk id="5" creationId="{00000000-0000-0000-0000-000000000000}"/>
          </ac:spMkLst>
        </pc:spChg>
        <pc:picChg chg="del">
          <ac:chgData name="Schmidt, Alix (A)" userId="1e864bc9-0e29-4271-8485-4708aa53f096" providerId="ADAL" clId="{D0476FB7-BD20-458B-B0D9-D0DAD1F61865}" dt="2026-08-17T13:33:17.942" v="2122" actId="478"/>
          <ac:picMkLst>
            <pc:docMk/>
            <pc:sldMk cId="0" sldId="296"/>
            <ac:picMk id="3" creationId="{00000000-0000-0000-0000-000000000000}"/>
          </ac:picMkLst>
        </pc:picChg>
        <pc:picChg chg="add mod modCrop">
          <ac:chgData name="Schmidt, Alix (A)" userId="1e864bc9-0e29-4271-8485-4708aa53f096" providerId="ADAL" clId="{D0476FB7-BD20-458B-B0D9-D0DAD1F61865}" dt="2026-08-17T13:34:05.373" v="2127" actId="732"/>
          <ac:picMkLst>
            <pc:docMk/>
            <pc:sldMk cId="0" sldId="296"/>
            <ac:picMk id="7" creationId="{B97EEACC-BFDF-5469-C13D-8724340A0910}"/>
          </ac:picMkLst>
        </pc:picChg>
      </pc:sldChg>
      <pc:sldChg chg="modSp mod modNotesTx">
        <pc:chgData name="Schmidt, Alix (A)" userId="1e864bc9-0e29-4271-8485-4708aa53f096" providerId="ADAL" clId="{D0476FB7-BD20-458B-B0D9-D0DAD1F61865}" dt="2026-08-17T17:32:08.230" v="5364" actId="20577"/>
        <pc:sldMkLst>
          <pc:docMk/>
          <pc:sldMk cId="0" sldId="297"/>
        </pc:sldMkLst>
        <pc:spChg chg="mod">
          <ac:chgData name="Schmidt, Alix (A)" userId="1e864bc9-0e29-4271-8485-4708aa53f096" providerId="ADAL" clId="{D0476FB7-BD20-458B-B0D9-D0DAD1F61865}" dt="2026-08-17T17:29:40.867" v="5278" actId="403"/>
          <ac:spMkLst>
            <pc:docMk/>
            <pc:sldMk cId="0" sldId="297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29:40.867" v="5278" actId="403"/>
          <ac:spMkLst>
            <pc:docMk/>
            <pc:sldMk cId="0" sldId="297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29:40.867" v="5278" actId="403"/>
          <ac:spMkLst>
            <pc:docMk/>
            <pc:sldMk cId="0" sldId="297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32:08.230" v="5364" actId="20577"/>
          <ac:spMkLst>
            <pc:docMk/>
            <pc:sldMk cId="0" sldId="297"/>
            <ac:spMk id="6" creationId="{00000000-0000-0000-0000-000000000000}"/>
          </ac:spMkLst>
        </pc:spChg>
      </pc:sldChg>
      <pc:sldChg chg="modSp mod ord modNotesTx">
        <pc:chgData name="Schmidt, Alix (A)" userId="1e864bc9-0e29-4271-8485-4708aa53f096" providerId="ADAL" clId="{D0476FB7-BD20-458B-B0D9-D0DAD1F61865}" dt="2026-08-17T17:46:03.028" v="5648"/>
        <pc:sldMkLst>
          <pc:docMk/>
          <pc:sldMk cId="0" sldId="298"/>
        </pc:sldMkLst>
        <pc:spChg chg="mod">
          <ac:chgData name="Schmidt, Alix (A)" userId="1e864bc9-0e29-4271-8485-4708aa53f096" providerId="ADAL" clId="{D0476FB7-BD20-458B-B0D9-D0DAD1F61865}" dt="2026-08-17T17:33:54.094" v="5418" actId="113"/>
          <ac:spMkLst>
            <pc:docMk/>
            <pc:sldMk cId="0" sldId="298"/>
            <ac:spMk id="3" creationId="{00000000-0000-0000-0000-000000000000}"/>
          </ac:spMkLst>
        </pc:spChg>
      </pc:sldChg>
      <pc:sldChg chg="del">
        <pc:chgData name="Schmidt, Alix (A)" userId="1e864bc9-0e29-4271-8485-4708aa53f096" providerId="ADAL" clId="{D0476FB7-BD20-458B-B0D9-D0DAD1F61865}" dt="2026-08-17T13:34:19.683" v="2128" actId="47"/>
        <pc:sldMkLst>
          <pc:docMk/>
          <pc:sldMk cId="0" sldId="299"/>
        </pc:sldMkLst>
      </pc:sldChg>
      <pc:sldChg chg="del">
        <pc:chgData name="Schmidt, Alix (A)" userId="1e864bc9-0e29-4271-8485-4708aa53f096" providerId="ADAL" clId="{D0476FB7-BD20-458B-B0D9-D0DAD1F61865}" dt="2026-08-17T17:34:00.133" v="5419" actId="47"/>
        <pc:sldMkLst>
          <pc:docMk/>
          <pc:sldMk cId="0" sldId="300"/>
        </pc:sldMkLst>
      </pc:sldChg>
      <pc:sldChg chg="modSp del mod">
        <pc:chgData name="Schmidt, Alix (A)" userId="1e864bc9-0e29-4271-8485-4708aa53f096" providerId="ADAL" clId="{D0476FB7-BD20-458B-B0D9-D0DAD1F61865}" dt="2026-08-17T17:34:02.525" v="5420" actId="47"/>
        <pc:sldMkLst>
          <pc:docMk/>
          <pc:sldMk cId="0" sldId="301"/>
        </pc:sldMkLst>
        <pc:picChg chg="mod">
          <ac:chgData name="Schmidt, Alix (A)" userId="1e864bc9-0e29-4271-8485-4708aa53f096" providerId="ADAL" clId="{D0476FB7-BD20-458B-B0D9-D0DAD1F61865}" dt="2026-08-17T15:12:19.415" v="2601" actId="26606"/>
          <ac:picMkLst>
            <pc:docMk/>
            <pc:sldMk cId="0" sldId="301"/>
            <ac:picMk id="3" creationId="{00000000-0000-0000-0000-000000000000}"/>
          </ac:picMkLst>
        </pc:picChg>
      </pc:sldChg>
      <pc:sldChg chg="del">
        <pc:chgData name="Schmidt, Alix (A)" userId="1e864bc9-0e29-4271-8485-4708aa53f096" providerId="ADAL" clId="{D0476FB7-BD20-458B-B0D9-D0DAD1F61865}" dt="2026-08-17T13:34:38.031" v="2129" actId="47"/>
        <pc:sldMkLst>
          <pc:docMk/>
          <pc:sldMk cId="0" sldId="302"/>
        </pc:sldMkLst>
      </pc:sldChg>
      <pc:sldChg chg="delSp modSp mod ord modNotesTx">
        <pc:chgData name="Schmidt, Alix (A)" userId="1e864bc9-0e29-4271-8485-4708aa53f096" providerId="ADAL" clId="{D0476FB7-BD20-458B-B0D9-D0DAD1F61865}" dt="2026-08-17T17:39:09.331" v="5483" actId="20577"/>
        <pc:sldMkLst>
          <pc:docMk/>
          <pc:sldMk cId="0" sldId="303"/>
        </pc:sldMkLst>
        <pc:spChg chg="del">
          <ac:chgData name="Schmidt, Alix (A)" userId="1e864bc9-0e29-4271-8485-4708aa53f096" providerId="ADAL" clId="{D0476FB7-BD20-458B-B0D9-D0DAD1F61865}" dt="2026-08-17T17:34:21.380" v="5423" actId="478"/>
          <ac:spMkLst>
            <pc:docMk/>
            <pc:sldMk cId="0" sldId="303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39:09.331" v="5483" actId="20577"/>
          <ac:spMkLst>
            <pc:docMk/>
            <pc:sldMk cId="0" sldId="303"/>
            <ac:spMk id="4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5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4:22.771" v="5424" actId="478"/>
          <ac:spMkLst>
            <pc:docMk/>
            <pc:sldMk cId="0" sldId="303"/>
            <ac:spMk id="6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7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8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4:24.172" v="5425" actId="478"/>
          <ac:spMkLst>
            <pc:docMk/>
            <pc:sldMk cId="0" sldId="303"/>
            <ac:spMk id="9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10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11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4:25.551" v="5426" actId="478"/>
          <ac:spMkLst>
            <pc:docMk/>
            <pc:sldMk cId="0" sldId="303"/>
            <ac:spMk id="12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13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14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4:27.364" v="5427" actId="478"/>
          <ac:spMkLst>
            <pc:docMk/>
            <pc:sldMk cId="0" sldId="303"/>
            <ac:spMk id="15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16" creationId="{00000000-0000-0000-0000-000000000000}"/>
          </ac:spMkLst>
        </pc:spChg>
        <pc:spChg chg="del">
          <ac:chgData name="Schmidt, Alix (A)" userId="1e864bc9-0e29-4271-8485-4708aa53f096" providerId="ADAL" clId="{D0476FB7-BD20-458B-B0D9-D0DAD1F61865}" dt="2026-08-17T17:35:54.865" v="5429" actId="26606"/>
          <ac:spMkLst>
            <pc:docMk/>
            <pc:sldMk cId="0" sldId="303"/>
            <ac:spMk id="17" creationId="{00000000-0000-0000-0000-000000000000}"/>
          </ac:spMkLst>
        </pc:spChg>
      </pc:sldChg>
      <pc:sldChg chg="del">
        <pc:chgData name="Schmidt, Alix (A)" userId="1e864bc9-0e29-4271-8485-4708aa53f096" providerId="ADAL" clId="{D0476FB7-BD20-458B-B0D9-D0DAD1F61865}" dt="2026-08-17T17:43:25.087" v="5486" actId="47"/>
        <pc:sldMkLst>
          <pc:docMk/>
          <pc:sldMk cId="0" sldId="304"/>
        </pc:sldMkLst>
      </pc:sldChg>
      <pc:sldChg chg="modSp mod ord modNotesTx">
        <pc:chgData name="Schmidt, Alix (A)" userId="1e864bc9-0e29-4271-8485-4708aa53f096" providerId="ADAL" clId="{D0476FB7-BD20-458B-B0D9-D0DAD1F61865}" dt="2026-08-17T17:47:23.802" v="5714" actId="20577"/>
        <pc:sldMkLst>
          <pc:docMk/>
          <pc:sldMk cId="0" sldId="305"/>
        </pc:sldMkLst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5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4:03.816" v="5488" actId="403"/>
          <ac:spMkLst>
            <pc:docMk/>
            <pc:sldMk cId="0" sldId="305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4:03.816" v="5488" actId="403"/>
          <ac:spMkLst>
            <pc:docMk/>
            <pc:sldMk cId="0" sldId="305"/>
            <ac:spMk id="10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23.802" v="5714" actId="20577"/>
          <ac:spMkLst>
            <pc:docMk/>
            <pc:sldMk cId="0" sldId="305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1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7:05.802" v="5662" actId="1035"/>
          <ac:spMkLst>
            <pc:docMk/>
            <pc:sldMk cId="0" sldId="305"/>
            <ac:spMk id="14" creationId="{00000000-0000-0000-0000-000000000000}"/>
          </ac:spMkLst>
        </pc:spChg>
      </pc:sldChg>
      <pc:sldChg chg="delSp mod modNotesTx">
        <pc:chgData name="Schmidt, Alix (A)" userId="1e864bc9-0e29-4271-8485-4708aa53f096" providerId="ADAL" clId="{D0476FB7-BD20-458B-B0D9-D0DAD1F61865}" dt="2026-08-17T17:49:01.852" v="5741" actId="20577"/>
        <pc:sldMkLst>
          <pc:docMk/>
          <pc:sldMk cId="0" sldId="306"/>
        </pc:sldMkLst>
        <pc:spChg chg="del">
          <ac:chgData name="Schmidt, Alix (A)" userId="1e864bc9-0e29-4271-8485-4708aa53f096" providerId="ADAL" clId="{D0476FB7-BD20-458B-B0D9-D0DAD1F61865}" dt="2026-08-17T13:35:08.382" v="2130" actId="478"/>
          <ac:spMkLst>
            <pc:docMk/>
            <pc:sldMk cId="0" sldId="306"/>
            <ac:spMk id="5" creationId="{00000000-0000-0000-0000-000000000000}"/>
          </ac:spMkLst>
        </pc:spChg>
      </pc:sldChg>
      <pc:sldChg chg="delSp modSp mod modNotesTx">
        <pc:chgData name="Schmidt, Alix (A)" userId="1e864bc9-0e29-4271-8485-4708aa53f096" providerId="ADAL" clId="{D0476FB7-BD20-458B-B0D9-D0DAD1F61865}" dt="2026-08-17T17:48:52.448" v="5740" actId="1035"/>
        <pc:sldMkLst>
          <pc:docMk/>
          <pc:sldMk cId="0" sldId="307"/>
        </pc:sldMkLst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3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4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47.809" v="5723" actId="403"/>
          <ac:spMkLst>
            <pc:docMk/>
            <pc:sldMk cId="0" sldId="307"/>
            <ac:spMk id="6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7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1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1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18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19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21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52.448" v="5740" actId="1035"/>
          <ac:spMkLst>
            <pc:docMk/>
            <pc:sldMk cId="0" sldId="307"/>
            <ac:spMk id="22" creationId="{00000000-0000-0000-0000-000000000000}"/>
          </ac:spMkLst>
        </pc:spChg>
        <pc:spChg chg="mod">
          <ac:chgData name="Schmidt, Alix (A)" userId="1e864bc9-0e29-4271-8485-4708aa53f096" providerId="ADAL" clId="{D0476FB7-BD20-458B-B0D9-D0DAD1F61865}" dt="2026-08-17T17:48:47.809" v="5723" actId="403"/>
          <ac:spMkLst>
            <pc:docMk/>
            <pc:sldMk cId="0" sldId="307"/>
            <ac:spMk id="23" creationId="{00000000-0000-0000-0000-000000000000}"/>
          </ac:spMkLst>
        </pc:spChg>
        <pc:spChg chg="del mod">
          <ac:chgData name="Schmidt, Alix (A)" userId="1e864bc9-0e29-4271-8485-4708aa53f096" providerId="ADAL" clId="{D0476FB7-BD20-458B-B0D9-D0DAD1F61865}" dt="2026-08-17T17:48:34.853" v="5718" actId="478"/>
          <ac:spMkLst>
            <pc:docMk/>
            <pc:sldMk cId="0" sldId="307"/>
            <ac:spMk id="24" creationId="{00000000-0000-0000-0000-000000000000}"/>
          </ac:spMkLst>
        </pc:spChg>
      </pc:sldChg>
      <pc:sldChg chg="modSp mod modNotesTx">
        <pc:chgData name="Schmidt, Alix (A)" userId="1e864bc9-0e29-4271-8485-4708aa53f096" providerId="ADAL" clId="{D0476FB7-BD20-458B-B0D9-D0DAD1F61865}" dt="2026-08-17T18:24:16.922" v="6411" actId="20577"/>
        <pc:sldMkLst>
          <pc:docMk/>
          <pc:sldMk cId="0" sldId="308"/>
        </pc:sldMkLst>
        <pc:spChg chg="mod">
          <ac:chgData name="Schmidt, Alix (A)" userId="1e864bc9-0e29-4271-8485-4708aa53f096" providerId="ADAL" clId="{D0476FB7-BD20-458B-B0D9-D0DAD1F61865}" dt="2026-08-17T18:24:16.922" v="6411" actId="20577"/>
          <ac:spMkLst>
            <pc:docMk/>
            <pc:sldMk cId="0" sldId="308"/>
            <ac:spMk id="3" creationId="{00000000-0000-0000-0000-000000000000}"/>
          </ac:spMkLst>
        </pc:spChg>
      </pc:sldChg>
      <pc:sldChg chg="modSp add mod">
        <pc:chgData name="Schmidt, Alix (A)" userId="1e864bc9-0e29-4271-8485-4708aa53f096" providerId="ADAL" clId="{D0476FB7-BD20-458B-B0D9-D0DAD1F61865}" dt="2026-08-17T13:13:18.271" v="1281" actId="1076"/>
        <pc:sldMkLst>
          <pc:docMk/>
          <pc:sldMk cId="3279771633" sldId="309"/>
        </pc:sldMkLst>
        <pc:spChg chg="mod">
          <ac:chgData name="Schmidt, Alix (A)" userId="1e864bc9-0e29-4271-8485-4708aa53f096" providerId="ADAL" clId="{D0476FB7-BD20-458B-B0D9-D0DAD1F61865}" dt="2026-08-17T13:13:18.271" v="1281" actId="1076"/>
          <ac:spMkLst>
            <pc:docMk/>
            <pc:sldMk cId="3279771633" sldId="309"/>
            <ac:spMk id="4" creationId="{22619B43-732E-B2A4-DDD8-668274449DC7}"/>
          </ac:spMkLst>
        </pc:spChg>
        <pc:picChg chg="mod modCrop">
          <ac:chgData name="Schmidt, Alix (A)" userId="1e864bc9-0e29-4271-8485-4708aa53f096" providerId="ADAL" clId="{D0476FB7-BD20-458B-B0D9-D0DAD1F61865}" dt="2026-08-17T13:13:13.245" v="1280" actId="732"/>
          <ac:picMkLst>
            <pc:docMk/>
            <pc:sldMk cId="3279771633" sldId="309"/>
            <ac:picMk id="6" creationId="{A7CA37D2-8F5D-D423-3A09-507F9775E610}"/>
          </ac:picMkLst>
        </pc:picChg>
      </pc:sldChg>
      <pc:sldChg chg="modSp add mod">
        <pc:chgData name="Schmidt, Alix (A)" userId="1e864bc9-0e29-4271-8485-4708aa53f096" providerId="ADAL" clId="{D0476FB7-BD20-458B-B0D9-D0DAD1F61865}" dt="2026-08-17T13:13:42.843" v="1283" actId="1076"/>
        <pc:sldMkLst>
          <pc:docMk/>
          <pc:sldMk cId="2180944470" sldId="310"/>
        </pc:sldMkLst>
        <pc:spChg chg="mod">
          <ac:chgData name="Schmidt, Alix (A)" userId="1e864bc9-0e29-4271-8485-4708aa53f096" providerId="ADAL" clId="{D0476FB7-BD20-458B-B0D9-D0DAD1F61865}" dt="2026-08-17T13:13:42.843" v="1283" actId="1076"/>
          <ac:spMkLst>
            <pc:docMk/>
            <pc:sldMk cId="2180944470" sldId="310"/>
            <ac:spMk id="4" creationId="{2EF07914-D9C5-D974-0830-166D544C60BE}"/>
          </ac:spMkLst>
        </pc:spChg>
      </pc:sldChg>
      <pc:sldChg chg="modSp add mod">
        <pc:chgData name="Schmidt, Alix (A)" userId="1e864bc9-0e29-4271-8485-4708aa53f096" providerId="ADAL" clId="{D0476FB7-BD20-458B-B0D9-D0DAD1F61865}" dt="2026-08-17T18:25:48.956" v="6482" actId="20577"/>
        <pc:sldMkLst>
          <pc:docMk/>
          <pc:sldMk cId="3770208062" sldId="311"/>
        </pc:sldMkLst>
        <pc:spChg chg="mod">
          <ac:chgData name="Schmidt, Alix (A)" userId="1e864bc9-0e29-4271-8485-4708aa53f096" providerId="ADAL" clId="{D0476FB7-BD20-458B-B0D9-D0DAD1F61865}" dt="2026-08-17T18:25:48.956" v="6482" actId="20577"/>
          <ac:spMkLst>
            <pc:docMk/>
            <pc:sldMk cId="3770208062" sldId="311"/>
            <ac:spMk id="2" creationId="{F01128C5-9E0D-AF6E-6C52-2B7A4A49D515}"/>
          </ac:spMkLst>
        </pc:spChg>
        <pc:spChg chg="mod">
          <ac:chgData name="Schmidt, Alix (A)" userId="1e864bc9-0e29-4271-8485-4708aa53f096" providerId="ADAL" clId="{D0476FB7-BD20-458B-B0D9-D0DAD1F61865}" dt="2026-08-17T13:21:45.553" v="1668" actId="403"/>
          <ac:spMkLst>
            <pc:docMk/>
            <pc:sldMk cId="3770208062" sldId="311"/>
            <ac:spMk id="3" creationId="{6A6A4ABF-AE91-CC70-8A36-D5F42636AEF2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4" creationId="{808DF322-12E8-DFDE-7287-EEC78780B6E0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6" creationId="{AA509EA1-5602-C869-26E5-D8FA30FD20E1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8" creationId="{30FE68F5-396F-1156-20D6-E3FBEBACFD80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9" creationId="{41281112-689B-B8A0-6282-AA0216C4388E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10" creationId="{33015F0C-CD5C-066B-E9A5-B93CC043890C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11" creationId="{B7FFF96E-E2BA-F374-2CA6-1402E3B54B2E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12" creationId="{9EF186DC-7447-FD91-436A-C93A53F8E7BF}"/>
          </ac:spMkLst>
        </pc:spChg>
        <pc:spChg chg="mod">
          <ac:chgData name="Schmidt, Alix (A)" userId="1e864bc9-0e29-4271-8485-4708aa53f096" providerId="ADAL" clId="{D0476FB7-BD20-458B-B0D9-D0DAD1F61865}" dt="2026-08-17T14:55:46.285" v="2176" actId="20577"/>
          <ac:spMkLst>
            <pc:docMk/>
            <pc:sldMk cId="3770208062" sldId="311"/>
            <ac:spMk id="17" creationId="{B81D7A58-5CFB-588A-0A28-F253029B382E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18" creationId="{1274E82A-C79D-A1C7-D813-3B556AE9E562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19" creationId="{015BE098-0693-3C33-5E30-6D0114C05594}"/>
          </ac:spMkLst>
        </pc:spChg>
        <pc:spChg chg="mod">
          <ac:chgData name="Schmidt, Alix (A)" userId="1e864bc9-0e29-4271-8485-4708aa53f096" providerId="ADAL" clId="{D0476FB7-BD20-458B-B0D9-D0DAD1F61865}" dt="2026-08-17T13:21:54.232" v="1670" actId="403"/>
          <ac:spMkLst>
            <pc:docMk/>
            <pc:sldMk cId="3770208062" sldId="311"/>
            <ac:spMk id="20" creationId="{7D692B2B-0AAE-2111-7D4F-D95405630EC5}"/>
          </ac:spMkLst>
        </pc:spChg>
      </pc:sldChg>
      <pc:sldChg chg="delSp modSp add mod ord">
        <pc:chgData name="Schmidt, Alix (A)" userId="1e864bc9-0e29-4271-8485-4708aa53f096" providerId="ADAL" clId="{D0476FB7-BD20-458B-B0D9-D0DAD1F61865}" dt="2026-08-17T16:42:15.292" v="3955" actId="20577"/>
        <pc:sldMkLst>
          <pc:docMk/>
          <pc:sldMk cId="2199913673" sldId="312"/>
        </pc:sldMkLst>
        <pc:spChg chg="mod">
          <ac:chgData name="Schmidt, Alix (A)" userId="1e864bc9-0e29-4271-8485-4708aa53f096" providerId="ADAL" clId="{D0476FB7-BD20-458B-B0D9-D0DAD1F61865}" dt="2026-08-17T16:41:04.632" v="3922" actId="20577"/>
          <ac:spMkLst>
            <pc:docMk/>
            <pc:sldMk cId="2199913673" sldId="312"/>
            <ac:spMk id="2" creationId="{C7FCB1DC-85C4-D2AF-28F6-4E064F6F21F2}"/>
          </ac:spMkLst>
        </pc:spChg>
        <pc:spChg chg="del">
          <ac:chgData name="Schmidt, Alix (A)" userId="1e864bc9-0e29-4271-8485-4708aa53f096" providerId="ADAL" clId="{D0476FB7-BD20-458B-B0D9-D0DAD1F61865}" dt="2026-08-17T16:35:09.142" v="3602" actId="478"/>
          <ac:spMkLst>
            <pc:docMk/>
            <pc:sldMk cId="2199913673" sldId="312"/>
            <ac:spMk id="4" creationId="{7E380B0E-8CAD-31D7-CD20-7B6533455635}"/>
          </ac:spMkLst>
        </pc:spChg>
        <pc:spChg chg="mod">
          <ac:chgData name="Schmidt, Alix (A)" userId="1e864bc9-0e29-4271-8485-4708aa53f096" providerId="ADAL" clId="{D0476FB7-BD20-458B-B0D9-D0DAD1F61865}" dt="2026-08-17T16:42:15.292" v="3955" actId="20577"/>
          <ac:spMkLst>
            <pc:docMk/>
            <pc:sldMk cId="2199913673" sldId="312"/>
            <ac:spMk id="5" creationId="{083FF8AA-EE14-315C-1897-F00B7F10566B}"/>
          </ac:spMkLst>
        </pc:spChg>
        <pc:picChg chg="mod modCrop">
          <ac:chgData name="Schmidt, Alix (A)" userId="1e864bc9-0e29-4271-8485-4708aa53f096" providerId="ADAL" clId="{D0476FB7-BD20-458B-B0D9-D0DAD1F61865}" dt="2026-08-17T16:35:24.225" v="3606" actId="1076"/>
          <ac:picMkLst>
            <pc:docMk/>
            <pc:sldMk cId="2199913673" sldId="312"/>
            <ac:picMk id="3" creationId="{9C8AAE79-C42D-2679-749F-B14FE64E4D0A}"/>
          </ac:picMkLst>
        </pc:picChg>
      </pc:sldChg>
      <pc:sldChg chg="addSp delSp modSp add mod ord modNotesTx">
        <pc:chgData name="Schmidt, Alix (A)" userId="1e864bc9-0e29-4271-8485-4708aa53f096" providerId="ADAL" clId="{D0476FB7-BD20-458B-B0D9-D0DAD1F61865}" dt="2026-08-17T17:42:51.273" v="5485"/>
        <pc:sldMkLst>
          <pc:docMk/>
          <pc:sldMk cId="1609380509" sldId="313"/>
        </pc:sldMkLst>
        <pc:spChg chg="mod">
          <ac:chgData name="Schmidt, Alix (A)" userId="1e864bc9-0e29-4271-8485-4708aa53f096" providerId="ADAL" clId="{D0476FB7-BD20-458B-B0D9-D0DAD1F61865}" dt="2026-08-17T17:05:07.361" v="4947" actId="20577"/>
          <ac:spMkLst>
            <pc:docMk/>
            <pc:sldMk cId="1609380509" sldId="313"/>
            <ac:spMk id="2" creationId="{CED78CE4-E2F8-1D2C-432B-69E64EF93566}"/>
          </ac:spMkLst>
        </pc:spChg>
        <pc:spChg chg="add mod">
          <ac:chgData name="Schmidt, Alix (A)" userId="1e864bc9-0e29-4271-8485-4708aa53f096" providerId="ADAL" clId="{D0476FB7-BD20-458B-B0D9-D0DAD1F61865}" dt="2026-08-17T17:04:56.010" v="4946" actId="1076"/>
          <ac:spMkLst>
            <pc:docMk/>
            <pc:sldMk cId="1609380509" sldId="313"/>
            <ac:spMk id="3" creationId="{577A6BFB-FFF2-E648-0509-75198241DD6C}"/>
          </ac:spMkLst>
        </pc:spChg>
        <pc:spChg chg="add mod">
          <ac:chgData name="Schmidt, Alix (A)" userId="1e864bc9-0e29-4271-8485-4708aa53f096" providerId="ADAL" clId="{D0476FB7-BD20-458B-B0D9-D0DAD1F61865}" dt="2026-08-17T17:03:35.055" v="4902" actId="403"/>
          <ac:spMkLst>
            <pc:docMk/>
            <pc:sldMk cId="1609380509" sldId="313"/>
            <ac:spMk id="4" creationId="{2B23A034-9C66-BA94-D844-6B6C87844723}"/>
          </ac:spMkLst>
        </pc:spChg>
        <pc:spChg chg="add mod">
          <ac:chgData name="Schmidt, Alix (A)" userId="1e864bc9-0e29-4271-8485-4708aa53f096" providerId="ADAL" clId="{D0476FB7-BD20-458B-B0D9-D0DAD1F61865}" dt="2026-08-17T17:03:23.023" v="4900" actId="948"/>
          <ac:spMkLst>
            <pc:docMk/>
            <pc:sldMk cId="1609380509" sldId="313"/>
            <ac:spMk id="5" creationId="{E84CFF22-9B3C-8893-08A6-ED259A3CE102}"/>
          </ac:spMkLst>
        </pc:spChg>
        <pc:spChg chg="mod">
          <ac:chgData name="Schmidt, Alix (A)" userId="1e864bc9-0e29-4271-8485-4708aa53f096" providerId="ADAL" clId="{D0476FB7-BD20-458B-B0D9-D0DAD1F61865}" dt="2026-08-17T17:03:04.150" v="4883"/>
          <ac:spMkLst>
            <pc:docMk/>
            <pc:sldMk cId="1609380509" sldId="313"/>
            <ac:spMk id="8" creationId="{9157D7AC-EAFA-07B7-4AC5-CA6A0033DBDD}"/>
          </ac:spMkLst>
        </pc:spChg>
        <pc:spChg chg="mod">
          <ac:chgData name="Schmidt, Alix (A)" userId="1e864bc9-0e29-4271-8485-4708aa53f096" providerId="ADAL" clId="{D0476FB7-BD20-458B-B0D9-D0DAD1F61865}" dt="2026-08-17T17:03:04.150" v="4883"/>
          <ac:spMkLst>
            <pc:docMk/>
            <pc:sldMk cId="1609380509" sldId="313"/>
            <ac:spMk id="9" creationId="{4CB2F3C6-B1F2-0737-19D8-FFFBCDE327D3}"/>
          </ac:spMkLst>
        </pc:spChg>
        <pc:spChg chg="mod">
          <ac:chgData name="Schmidt, Alix (A)" userId="1e864bc9-0e29-4271-8485-4708aa53f096" providerId="ADAL" clId="{D0476FB7-BD20-458B-B0D9-D0DAD1F61865}" dt="2026-08-17T17:03:04.150" v="4883"/>
          <ac:spMkLst>
            <pc:docMk/>
            <pc:sldMk cId="1609380509" sldId="313"/>
            <ac:spMk id="12" creationId="{8CE8D586-7556-515F-6A6F-D2C4C85E9C3D}"/>
          </ac:spMkLst>
        </pc:spChg>
        <pc:spChg chg="mod">
          <ac:chgData name="Schmidt, Alix (A)" userId="1e864bc9-0e29-4271-8485-4708aa53f096" providerId="ADAL" clId="{D0476FB7-BD20-458B-B0D9-D0DAD1F61865}" dt="2026-08-17T17:03:04.150" v="4883"/>
          <ac:spMkLst>
            <pc:docMk/>
            <pc:sldMk cId="1609380509" sldId="313"/>
            <ac:spMk id="13" creationId="{D1A19A94-E3EF-811F-6981-A34680CB75A9}"/>
          </ac:spMkLst>
        </pc:spChg>
        <pc:spChg chg="del">
          <ac:chgData name="Schmidt, Alix (A)" userId="1e864bc9-0e29-4271-8485-4708aa53f096" providerId="ADAL" clId="{D0476FB7-BD20-458B-B0D9-D0DAD1F61865}" dt="2026-08-17T17:02:15.244" v="4877" actId="478"/>
          <ac:spMkLst>
            <pc:docMk/>
            <pc:sldMk cId="1609380509" sldId="313"/>
            <ac:spMk id="51" creationId="{1B4D0AC4-1623-9F3B-D2BD-DF1F12F90F1A}"/>
          </ac:spMkLst>
        </pc:spChg>
        <pc:spChg chg="del">
          <ac:chgData name="Schmidt, Alix (A)" userId="1e864bc9-0e29-4271-8485-4708aa53f096" providerId="ADAL" clId="{D0476FB7-BD20-458B-B0D9-D0DAD1F61865}" dt="2026-08-17T17:02:15.244" v="4877" actId="478"/>
          <ac:spMkLst>
            <pc:docMk/>
            <pc:sldMk cId="1609380509" sldId="313"/>
            <ac:spMk id="53" creationId="{453D43BB-D657-1CA7-9C08-57356D3723EB}"/>
          </ac:spMkLst>
        </pc:spChg>
        <pc:spChg chg="del">
          <ac:chgData name="Schmidt, Alix (A)" userId="1e864bc9-0e29-4271-8485-4708aa53f096" providerId="ADAL" clId="{D0476FB7-BD20-458B-B0D9-D0DAD1F61865}" dt="2026-08-17T17:02:15.244" v="4877" actId="478"/>
          <ac:spMkLst>
            <pc:docMk/>
            <pc:sldMk cId="1609380509" sldId="313"/>
            <ac:spMk id="55" creationId="{2856341E-FF8E-64FA-B1F0-F47035176AE9}"/>
          </ac:spMkLst>
        </pc:spChg>
        <pc:spChg chg="del">
          <ac:chgData name="Schmidt, Alix (A)" userId="1e864bc9-0e29-4271-8485-4708aa53f096" providerId="ADAL" clId="{D0476FB7-BD20-458B-B0D9-D0DAD1F61865}" dt="2026-08-17T17:02:09.499" v="4876" actId="478"/>
          <ac:spMkLst>
            <pc:docMk/>
            <pc:sldMk cId="1609380509" sldId="313"/>
            <ac:spMk id="57" creationId="{C06E8932-FD2F-AE47-8A40-0FB76F959A5E}"/>
          </ac:spMkLst>
        </pc:spChg>
        <pc:grpChg chg="add mod">
          <ac:chgData name="Schmidt, Alix (A)" userId="1e864bc9-0e29-4271-8485-4708aa53f096" providerId="ADAL" clId="{D0476FB7-BD20-458B-B0D9-D0DAD1F61865}" dt="2026-08-17T17:03:08.259" v="4897" actId="1036"/>
          <ac:grpSpMkLst>
            <pc:docMk/>
            <pc:sldMk cId="1609380509" sldId="313"/>
            <ac:grpSpMk id="6" creationId="{BC9E72B7-D28B-85CD-FB51-1E7A96D4B52B}"/>
          </ac:grpSpMkLst>
        </pc:grpChg>
        <pc:grpChg chg="mod">
          <ac:chgData name="Schmidt, Alix (A)" userId="1e864bc9-0e29-4271-8485-4708aa53f096" providerId="ADAL" clId="{D0476FB7-BD20-458B-B0D9-D0DAD1F61865}" dt="2026-08-17T17:03:08.259" v="4897" actId="1036"/>
          <ac:grpSpMkLst>
            <pc:docMk/>
            <pc:sldMk cId="1609380509" sldId="313"/>
            <ac:grpSpMk id="10" creationId="{21BADE24-B1D5-CA62-410E-6FA171837EC8}"/>
          </ac:grpSpMkLst>
        </pc:grpChg>
        <pc:graphicFrameChg chg="del">
          <ac:chgData name="Schmidt, Alix (A)" userId="1e864bc9-0e29-4271-8485-4708aa53f096" providerId="ADAL" clId="{D0476FB7-BD20-458B-B0D9-D0DAD1F61865}" dt="2026-08-17T17:02:09.499" v="4876" actId="478"/>
          <ac:graphicFrameMkLst>
            <pc:docMk/>
            <pc:sldMk cId="1609380509" sldId="313"/>
            <ac:graphicFrameMk id="45" creationId="{DD65476E-616E-3310-E8BD-B6D7DB2499BF}"/>
          </ac:graphicFrameMkLst>
        </pc:graphicFrameChg>
        <pc:picChg chg="mod">
          <ac:chgData name="Schmidt, Alix (A)" userId="1e864bc9-0e29-4271-8485-4708aa53f096" providerId="ADAL" clId="{D0476FB7-BD20-458B-B0D9-D0DAD1F61865}" dt="2026-08-17T17:03:04.150" v="4883"/>
          <ac:picMkLst>
            <pc:docMk/>
            <pc:sldMk cId="1609380509" sldId="313"/>
            <ac:picMk id="7" creationId="{7C5BD9EE-9A5A-3138-C9AA-AFFFCF9E13CD}"/>
          </ac:picMkLst>
        </pc:picChg>
        <pc:picChg chg="mod">
          <ac:chgData name="Schmidt, Alix (A)" userId="1e864bc9-0e29-4271-8485-4708aa53f096" providerId="ADAL" clId="{D0476FB7-BD20-458B-B0D9-D0DAD1F61865}" dt="2026-08-17T17:03:04.150" v="4883"/>
          <ac:picMkLst>
            <pc:docMk/>
            <pc:sldMk cId="1609380509" sldId="313"/>
            <ac:picMk id="11" creationId="{CC3CC921-9267-84E6-185B-4177D4A44E61}"/>
          </ac:picMkLst>
        </pc:picChg>
        <pc:picChg chg="del">
          <ac:chgData name="Schmidt, Alix (A)" userId="1e864bc9-0e29-4271-8485-4708aa53f096" providerId="ADAL" clId="{D0476FB7-BD20-458B-B0D9-D0DAD1F61865}" dt="2026-08-17T17:02:09.499" v="4876" actId="478"/>
          <ac:picMkLst>
            <pc:docMk/>
            <pc:sldMk cId="1609380509" sldId="313"/>
            <ac:picMk id="47" creationId="{F4EF2AFF-5BC1-0295-D23A-FBE4C665C401}"/>
          </ac:picMkLst>
        </pc:picChg>
        <pc:picChg chg="del">
          <ac:chgData name="Schmidt, Alix (A)" userId="1e864bc9-0e29-4271-8485-4708aa53f096" providerId="ADAL" clId="{D0476FB7-BD20-458B-B0D9-D0DAD1F61865}" dt="2026-08-17T17:02:09.499" v="4876" actId="478"/>
          <ac:picMkLst>
            <pc:docMk/>
            <pc:sldMk cId="1609380509" sldId="313"/>
            <ac:picMk id="49" creationId="{3655A33C-CD9F-ECCE-B09D-EF667CE0263C}"/>
          </ac:picMkLst>
        </pc:picChg>
        <pc:picChg chg="del">
          <ac:chgData name="Schmidt, Alix (A)" userId="1e864bc9-0e29-4271-8485-4708aa53f096" providerId="ADAL" clId="{D0476FB7-BD20-458B-B0D9-D0DAD1F61865}" dt="2026-08-17T17:02:09.499" v="4876" actId="478"/>
          <ac:picMkLst>
            <pc:docMk/>
            <pc:sldMk cId="1609380509" sldId="313"/>
            <ac:picMk id="59" creationId="{8DE36F40-12ED-E726-FDF5-8E517DDCE306}"/>
          </ac:picMkLst>
        </pc:picChg>
      </pc:sldChg>
      <pc:sldChg chg="modSp add mod">
        <pc:chgData name="Schmidt, Alix (A)" userId="1e864bc9-0e29-4271-8485-4708aa53f096" providerId="ADAL" clId="{D0476FB7-BD20-458B-B0D9-D0DAD1F61865}" dt="2026-08-17T17:45:40.151" v="5646" actId="20577"/>
        <pc:sldMkLst>
          <pc:docMk/>
          <pc:sldMk cId="505500839" sldId="314"/>
        </pc:sldMkLst>
        <pc:spChg chg="mod">
          <ac:chgData name="Schmidt, Alix (A)" userId="1e864bc9-0e29-4271-8485-4708aa53f096" providerId="ADAL" clId="{D0476FB7-BD20-458B-B0D9-D0DAD1F61865}" dt="2026-08-17T17:45:22.145" v="5588" actId="20577"/>
          <ac:spMkLst>
            <pc:docMk/>
            <pc:sldMk cId="505500839" sldId="314"/>
            <ac:spMk id="3" creationId="{4C3F7246-4774-881A-2ABE-CA7ABBC6CE64}"/>
          </ac:spMkLst>
        </pc:spChg>
        <pc:spChg chg="mod">
          <ac:chgData name="Schmidt, Alix (A)" userId="1e864bc9-0e29-4271-8485-4708aa53f096" providerId="ADAL" clId="{D0476FB7-BD20-458B-B0D9-D0DAD1F61865}" dt="2026-08-17T17:45:32.077" v="5623" actId="20577"/>
          <ac:spMkLst>
            <pc:docMk/>
            <pc:sldMk cId="505500839" sldId="314"/>
            <ac:spMk id="4" creationId="{ACEC04C7-45A2-6E0F-9D6F-FD5CB63CC598}"/>
          </ac:spMkLst>
        </pc:spChg>
        <pc:spChg chg="mod">
          <ac:chgData name="Schmidt, Alix (A)" userId="1e864bc9-0e29-4271-8485-4708aa53f096" providerId="ADAL" clId="{D0476FB7-BD20-458B-B0D9-D0DAD1F61865}" dt="2026-08-17T17:45:40.151" v="5646" actId="20577"/>
          <ac:spMkLst>
            <pc:docMk/>
            <pc:sldMk cId="505500839" sldId="314"/>
            <ac:spMk id="5" creationId="{29943907-8328-D1D4-9008-8E33E84BCF32}"/>
          </ac:spMkLst>
        </pc:spChg>
      </pc:sldChg>
      <pc:sldChg chg="delSp modSp add mod">
        <pc:chgData name="Schmidt, Alix (A)" userId="1e864bc9-0e29-4271-8485-4708aa53f096" providerId="ADAL" clId="{D0476FB7-BD20-458B-B0D9-D0DAD1F61865}" dt="2026-08-17T17:59:36.523" v="5765" actId="1076"/>
        <pc:sldMkLst>
          <pc:docMk/>
          <pc:sldMk cId="1664784122" sldId="315"/>
        </pc:sldMkLst>
        <pc:spChg chg="mod">
          <ac:chgData name="Schmidt, Alix (A)" userId="1e864bc9-0e29-4271-8485-4708aa53f096" providerId="ADAL" clId="{D0476FB7-BD20-458B-B0D9-D0DAD1F61865}" dt="2026-08-17T17:59:17.891" v="5759" actId="20577"/>
          <ac:spMkLst>
            <pc:docMk/>
            <pc:sldMk cId="1664784122" sldId="315"/>
            <ac:spMk id="2" creationId="{09AAFF6C-0CAA-E26D-735A-EC35D6337AF3}"/>
          </ac:spMkLst>
        </pc:spChg>
        <pc:spChg chg="del">
          <ac:chgData name="Schmidt, Alix (A)" userId="1e864bc9-0e29-4271-8485-4708aa53f096" providerId="ADAL" clId="{D0476FB7-BD20-458B-B0D9-D0DAD1F61865}" dt="2026-08-17T17:59:26.120" v="5762" actId="478"/>
          <ac:spMkLst>
            <pc:docMk/>
            <pc:sldMk cId="1664784122" sldId="315"/>
            <ac:spMk id="4" creationId="{7BDF3E96-527A-B470-B12C-4676E4B7FE8F}"/>
          </ac:spMkLst>
        </pc:spChg>
        <pc:grpChg chg="del">
          <ac:chgData name="Schmidt, Alix (A)" userId="1e864bc9-0e29-4271-8485-4708aa53f096" providerId="ADAL" clId="{D0476FB7-BD20-458B-B0D9-D0DAD1F61865}" dt="2026-08-17T17:59:20.681" v="5760" actId="478"/>
          <ac:grpSpMkLst>
            <pc:docMk/>
            <pc:sldMk cId="1664784122" sldId="315"/>
            <ac:grpSpMk id="6" creationId="{0E81ED43-B970-AB17-BA09-5129957E0014}"/>
          </ac:grpSpMkLst>
        </pc:grpChg>
        <pc:picChg chg="mod">
          <ac:chgData name="Schmidt, Alix (A)" userId="1e864bc9-0e29-4271-8485-4708aa53f096" providerId="ADAL" clId="{D0476FB7-BD20-458B-B0D9-D0DAD1F61865}" dt="2026-08-17T17:59:36.523" v="5765" actId="1076"/>
          <ac:picMkLst>
            <pc:docMk/>
            <pc:sldMk cId="1664784122" sldId="315"/>
            <ac:picMk id="7" creationId="{284B454F-4224-D6E2-388A-DBCAC2E1C2DA}"/>
          </ac:picMkLst>
        </pc:picChg>
      </pc:sldChg>
      <pc:sldChg chg="modSp add mod ord">
        <pc:chgData name="Schmidt, Alix (A)" userId="1e864bc9-0e29-4271-8485-4708aa53f096" providerId="ADAL" clId="{D0476FB7-BD20-458B-B0D9-D0DAD1F61865}" dt="2026-08-17T18:26:25.638" v="6484" actId="20577"/>
        <pc:sldMkLst>
          <pc:docMk/>
          <pc:sldMk cId="3261410528" sldId="316"/>
        </pc:sldMkLst>
        <pc:spChg chg="mod">
          <ac:chgData name="Schmidt, Alix (A)" userId="1e864bc9-0e29-4271-8485-4708aa53f096" providerId="ADAL" clId="{D0476FB7-BD20-458B-B0D9-D0DAD1F61865}" dt="2026-08-17T18:26:25.638" v="6484" actId="20577"/>
          <ac:spMkLst>
            <pc:docMk/>
            <pc:sldMk cId="3261410528" sldId="316"/>
            <ac:spMk id="13" creationId="{6DCB99F9-9B1B-4315-7C8D-F3451AFA2B9D}"/>
          </ac:spMkLst>
        </pc:spChg>
      </pc:sldChg>
      <pc:sldChg chg="addSp delSp modSp add mod ord">
        <pc:chgData name="Schmidt, Alix (A)" userId="1e864bc9-0e29-4271-8485-4708aa53f096" providerId="ADAL" clId="{D0476FB7-BD20-458B-B0D9-D0DAD1F61865}" dt="2026-08-17T18:22:33.873" v="6407" actId="1076"/>
        <pc:sldMkLst>
          <pc:docMk/>
          <pc:sldMk cId="3572005564" sldId="317"/>
        </pc:sldMkLst>
        <pc:spChg chg="mod">
          <ac:chgData name="Schmidt, Alix (A)" userId="1e864bc9-0e29-4271-8485-4708aa53f096" providerId="ADAL" clId="{D0476FB7-BD20-458B-B0D9-D0DAD1F61865}" dt="2026-08-17T18:12:10.039" v="5929" actId="20577"/>
          <ac:spMkLst>
            <pc:docMk/>
            <pc:sldMk cId="3572005564" sldId="317"/>
            <ac:spMk id="2" creationId="{07301074-89CA-4C87-C410-E2BA3A7547E9}"/>
          </ac:spMkLst>
        </pc:spChg>
        <pc:spChg chg="mod">
          <ac:chgData name="Schmidt, Alix (A)" userId="1e864bc9-0e29-4271-8485-4708aa53f096" providerId="ADAL" clId="{D0476FB7-BD20-458B-B0D9-D0DAD1F61865}" dt="2026-08-17T18:21:01.908" v="6398" actId="1076"/>
          <ac:spMkLst>
            <pc:docMk/>
            <pc:sldMk cId="3572005564" sldId="317"/>
            <ac:spMk id="4" creationId="{87D6B996-C67E-58E3-2EAA-5F76BA250132}"/>
          </ac:spMkLst>
        </pc:spChg>
        <pc:spChg chg="add del mod">
          <ac:chgData name="Schmidt, Alix (A)" userId="1e864bc9-0e29-4271-8485-4708aa53f096" providerId="ADAL" clId="{D0476FB7-BD20-458B-B0D9-D0DAD1F61865}" dt="2026-08-17T18:20:48.929" v="6392" actId="478"/>
          <ac:spMkLst>
            <pc:docMk/>
            <pc:sldMk cId="3572005564" sldId="317"/>
            <ac:spMk id="8" creationId="{F32E9E0F-6C37-FDD1-854C-DD8BD154D67A}"/>
          </ac:spMkLst>
        </pc:spChg>
        <pc:spChg chg="add del mod">
          <ac:chgData name="Schmidt, Alix (A)" userId="1e864bc9-0e29-4271-8485-4708aa53f096" providerId="ADAL" clId="{D0476FB7-BD20-458B-B0D9-D0DAD1F61865}" dt="2026-08-17T18:22:24.417" v="6402" actId="478"/>
          <ac:spMkLst>
            <pc:docMk/>
            <pc:sldMk cId="3572005564" sldId="317"/>
            <ac:spMk id="11" creationId="{2312F92F-E2B2-B0BB-04D5-94180E5F3EFE}"/>
          </ac:spMkLst>
        </pc:spChg>
        <pc:spChg chg="add mod">
          <ac:chgData name="Schmidt, Alix (A)" userId="1e864bc9-0e29-4271-8485-4708aa53f096" providerId="ADAL" clId="{D0476FB7-BD20-458B-B0D9-D0DAD1F61865}" dt="2026-08-17T18:22:33.873" v="6407" actId="1076"/>
          <ac:spMkLst>
            <pc:docMk/>
            <pc:sldMk cId="3572005564" sldId="317"/>
            <ac:spMk id="13" creationId="{98557CB7-EAF7-0ADD-D20A-FF01A8942910}"/>
          </ac:spMkLst>
        </pc:spChg>
        <pc:picChg chg="add del">
          <ac:chgData name="Schmidt, Alix (A)" userId="1e864bc9-0e29-4271-8485-4708aa53f096" providerId="ADAL" clId="{D0476FB7-BD20-458B-B0D9-D0DAD1F61865}" dt="2026-08-17T18:18:21.115" v="6319" actId="478"/>
          <ac:picMkLst>
            <pc:docMk/>
            <pc:sldMk cId="3572005564" sldId="317"/>
            <ac:picMk id="5" creationId="{86746952-31F9-7F02-5832-0D0EEC83CFE4}"/>
          </ac:picMkLst>
        </pc:picChg>
        <pc:picChg chg="add del mod">
          <ac:chgData name="Schmidt, Alix (A)" userId="1e864bc9-0e29-4271-8485-4708aa53f096" providerId="ADAL" clId="{D0476FB7-BD20-458B-B0D9-D0DAD1F61865}" dt="2026-08-17T18:20:48.929" v="6392" actId="478"/>
          <ac:picMkLst>
            <pc:docMk/>
            <pc:sldMk cId="3572005564" sldId="317"/>
            <ac:picMk id="7" creationId="{1AFD3984-73B5-A03E-7CDA-6DF909BAADC7}"/>
          </ac:picMkLst>
        </pc:picChg>
        <pc:picChg chg="add mod">
          <ac:chgData name="Schmidt, Alix (A)" userId="1e864bc9-0e29-4271-8485-4708aa53f096" providerId="ADAL" clId="{D0476FB7-BD20-458B-B0D9-D0DAD1F61865}" dt="2026-08-17T18:21:06.041" v="6399" actId="1076"/>
          <ac:picMkLst>
            <pc:docMk/>
            <pc:sldMk cId="3572005564" sldId="317"/>
            <ac:picMk id="9" creationId="{9ADF8FCD-6591-A123-658F-86EF5EBE80FC}"/>
          </ac:picMkLst>
        </pc:picChg>
      </pc:sldChg>
      <pc:sldMasterChg chg="addSp mod">
        <pc:chgData name="Schmidt, Alix (A)" userId="1e864bc9-0e29-4271-8485-4708aa53f096" providerId="ADAL" clId="{D0476FB7-BD20-458B-B0D9-D0DAD1F61865}" dt="2026-08-16T13:52:43.479" v="7" actId="33475"/>
        <pc:sldMasterMkLst>
          <pc:docMk/>
          <pc:sldMasterMk cId="2209977519" sldId="2147483648"/>
        </pc:sldMasterMkLst>
        <pc:spChg chg="add">
          <ac:chgData name="Schmidt, Alix (A)" userId="1e864bc9-0e29-4271-8485-4708aa53f096" providerId="ADAL" clId="{D0476FB7-BD20-458B-B0D9-D0DAD1F61865}" dt="2026-08-16T13:52:43.479" v="7" actId="33475"/>
          <ac:spMkLst>
            <pc:docMk/>
            <pc:sldMasterMk cId="2209977519" sldId="2147483648"/>
            <ac:spMk id="8" creationId="{DAC02DCB-5613-7C0C-75BF-50A318C783D5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5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2A2B-A614-897C-DD86-681F184F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60B10-8F48-FBAF-CAB8-90931F37E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CE8CA-F840-6A64-6C3C-3FF2FF4A3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92F8F-92AD-FA1B-4A9E-F1A4B3262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1586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0485-BEEF-E0F3-F1F8-6975BF16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6EC98-CF52-274C-38B4-98B33BFD0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FB71E-6321-530A-C8C7-BC743FEB8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B8C8A-EC23-4A70-0CD8-FB58A49D2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04433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B8F9-8E56-9A5C-9156-AA5DF0592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ACAF7-83A3-BBBC-BA48-1F9623F28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8FACD-B2D7-EBCA-04E0-0C62A2806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5D2B3-917A-BD4F-C7CD-085C0E3DB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41493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45 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1A99-2B66-41F7-D37D-9D880A27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EC901-4D36-5CD0-598B-2F34A67BD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85B01-F9EC-936E-4CE2-CBA401684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EA534-663D-984E-0A7A-3A24E91B1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324359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5F256-3007-52B9-6167-AC5CEAE6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708CC-F735-19BD-9AED-C3CCF6C5A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8E6C3-E926-16F9-457A-B9D9AA524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A0D62-8B44-6C63-CCCA-3106F9DBF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076831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627EC-E26B-919E-49B7-6DDE17B6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9F36B-1ED5-A406-86BD-D4168CD65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89AA5-F431-D771-7E4C-FFACB72D3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BC7FF-6406-05F9-3FB8-384528AA0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584082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s section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9871-0571-9FB0-1368-BA73CA58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DFD06-35B6-B7EC-7153-23B592FB8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5FBC9-27DA-E707-ECAB-D9A0CE8FB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75F83-7815-21B2-C803-256443EF9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495556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0F4C2-51EF-D90C-6B9D-81DCBD68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7ABDD-01EE-7226-271E-2E052AC7D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70217-3245-8F34-5003-47508E20B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s section transition.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45F70-8681-7483-0F02-C7E808052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50875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0DB95-95CB-DE39-4264-DD09FA729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784B7-839E-409D-EEE0-18533ED73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35929-A820-5018-B8B5-43294A209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529F-43D0-E349-18E8-B12F57B86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01950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02DCB-5613-7C0C-75BF-50A318C783D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4162" y="6642100"/>
            <a:ext cx="9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log.revolutionanalytics.com/2017/05/the-datasaurus-dozen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l.nist.gov/div898/handbook/pri/section4/pri4.htm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blog.minitab.com/en/blog/applying-statistics-in-quality-projects/a-doe-in-a-manufacturing-environment-part-2" TargetMode="External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learn/statistical-thinking-applied-statistics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itl.nist.gov/div898/handbook/pri/pri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Design of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15568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 dirty="0">
                <a:solidFill>
                  <a:srgbClr val="B5BDC8"/>
                </a:solidFill>
                <a:latin typeface="Calibri"/>
              </a:rPr>
              <a:t>How to decide what data to collect </a:t>
            </a:r>
            <a:r>
              <a:rPr lang="en-US" sz="2200" b="0" i="0" dirty="0">
                <a:solidFill>
                  <a:srgbClr val="B5BDC8"/>
                </a:solidFill>
                <a:latin typeface="Calibri"/>
              </a:rPr>
              <a:t>to </a:t>
            </a:r>
            <a:r>
              <a:rPr sz="2200" b="0" i="0" dirty="0">
                <a:solidFill>
                  <a:srgbClr val="B5BDC8"/>
                </a:solidFill>
                <a:latin typeface="Calibri"/>
              </a:rPr>
              <a:t>answer your </a:t>
            </a:r>
            <a:r>
              <a:rPr lang="en-US" sz="2200" b="0" i="0" dirty="0">
                <a:solidFill>
                  <a:srgbClr val="B5BDC8"/>
                </a:solidFill>
                <a:latin typeface="Calibri"/>
              </a:rPr>
              <a:t>research </a:t>
            </a:r>
            <a:r>
              <a:rPr sz="2200" b="0" i="0" dirty="0">
                <a:solidFill>
                  <a:srgbClr val="B5BDC8"/>
                </a:solidFill>
                <a:latin typeface="Calibri"/>
              </a:rPr>
              <a:t>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15172"/>
            <a:ext cx="11155680" cy="19082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000" b="1" dirty="0">
                <a:solidFill>
                  <a:srgbClr val="B5BDC8"/>
                </a:solidFill>
              </a:rPr>
              <a:t>Alix Schmidt, Dow  ·  Presenter</a:t>
            </a:r>
          </a:p>
          <a:p>
            <a:r>
              <a:rPr lang="en-US" sz="1400" dirty="0">
                <a:solidFill>
                  <a:srgbClr val="B5BDC8"/>
                </a:solidFill>
              </a:rPr>
              <a:t>With content contributions from Matthew Malloure, Kaiwen Ma</a:t>
            </a:r>
          </a:p>
          <a:p>
            <a:r>
              <a:rPr lang="en-US" sz="1400" dirty="0">
                <a:solidFill>
                  <a:srgbClr val="B5BDC8"/>
                </a:solidFill>
              </a:rPr>
              <a:t>Created using Claude Code</a:t>
            </a:r>
          </a:p>
          <a:p>
            <a:pPr algn="l"/>
            <a:endParaRPr lang="en-US" sz="1400" b="0" i="0" dirty="0">
              <a:solidFill>
                <a:srgbClr val="B5BDC8"/>
              </a:solidFill>
              <a:latin typeface="Calibri"/>
            </a:endParaRPr>
          </a:p>
          <a:p>
            <a:pPr algn="l"/>
            <a:endParaRPr lang="en-US" sz="1400" dirty="0">
              <a:solidFill>
                <a:srgbClr val="B5BDC8"/>
              </a:solidFill>
              <a:latin typeface="Calibri"/>
            </a:endParaRPr>
          </a:p>
          <a:p>
            <a:pPr algn="l"/>
            <a:endParaRPr lang="en-US" sz="1400" b="0" i="0" dirty="0">
              <a:solidFill>
                <a:srgbClr val="B5BDC8"/>
              </a:solidFill>
              <a:latin typeface="Calibri"/>
            </a:endParaRPr>
          </a:p>
          <a:p>
            <a:pPr algn="l"/>
            <a:endParaRPr lang="en-US" sz="1400" dirty="0">
              <a:solidFill>
                <a:srgbClr val="B5BDC8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B5BDC8"/>
                </a:solidFill>
                <a:latin typeface="Calibri"/>
              </a:rPr>
              <a:t>Caltech AI-in-Chemistry Bootcamp · August 1</a:t>
            </a:r>
            <a:r>
              <a:rPr lang="en-US" sz="1400" b="0" i="0" dirty="0">
                <a:solidFill>
                  <a:srgbClr val="B5BDC8"/>
                </a:solidFill>
                <a:latin typeface="Calibri"/>
              </a:rPr>
              <a:t>8</a:t>
            </a:r>
            <a:r>
              <a:rPr sz="1400" b="0" i="0" dirty="0">
                <a:solidFill>
                  <a:srgbClr val="B5BDC8"/>
                </a:solidFill>
                <a:latin typeface="Calibri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Where you are in this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268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Yesterday afternoon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     how to preserve data — data stewardship</a:t>
            </a:r>
          </a:p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This morning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     how to generate data on purpose — design of experiments</a:t>
            </a:r>
          </a:p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Shared premise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     your data is more valuable than you think; plan for it up front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Introduction to Statistical Thinking fo</a:t>
            </a:r>
            <a:r>
              <a:rPr lang="en-US" sz="3200" b="1" dirty="0">
                <a:solidFill>
                  <a:srgbClr val="1E2761"/>
                </a:solidFill>
                <a:latin typeface="Cambria"/>
              </a:rPr>
              <a:t>r Science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35680" cy="493776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35680" cy="685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31520" y="1697325"/>
            <a:ext cx="3169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1. Statistical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078480" cy="17543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Signal, noise, factors, measurement. This is the language every DOE assumes you already speak. We'll build it up from EDA and the basic variance decomposition.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30784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1">
                <a:solidFill>
                  <a:srgbClr val="E67E22"/>
                </a:solidFill>
                <a:latin typeface="Calibri"/>
              </a:rPr>
              <a:t>the 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1554480"/>
            <a:ext cx="3535680" cy="493776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4358640" y="1554480"/>
            <a:ext cx="3535680" cy="685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541520" y="1697325"/>
            <a:ext cx="3169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2. The DOE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2423160"/>
            <a:ext cx="3078480" cy="17543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OFAT, factorial, fractional factorial, response surface, active learning. Different tools for different objectives — and what happens when you use the wrong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240" y="5943600"/>
            <a:ext cx="30784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1">
                <a:solidFill>
                  <a:srgbClr val="E67E22"/>
                </a:solidFill>
                <a:latin typeface="Calibri"/>
              </a:rPr>
              <a:t>the toolkit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554480"/>
            <a:ext cx="3535680" cy="493776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ounded Rectangle 13"/>
          <p:cNvSpPr/>
          <p:nvPr/>
        </p:nvSpPr>
        <p:spPr>
          <a:xfrm>
            <a:off x="8168640" y="1554480"/>
            <a:ext cx="3535680" cy="685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351520" y="1697325"/>
            <a:ext cx="3169920" cy="4001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3. Analyzing your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7240" y="2423160"/>
            <a:ext cx="3078480" cy="1477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Fit the model, check whether the effect is real, interpret interactions, verify. The steps that turn a table of numbers into a defensible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7240" y="5943600"/>
            <a:ext cx="30784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 i="1">
                <a:solidFill>
                  <a:srgbClr val="E67E22"/>
                </a:solidFill>
                <a:latin typeface="Calibri"/>
              </a:rPr>
              <a:t>closing the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1556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 dirty="0">
                <a:solidFill>
                  <a:srgbClr val="E67E22"/>
                </a:solidFill>
                <a:latin typeface="Calibri"/>
              </a:rPr>
              <a:t>PART 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155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 dirty="0">
                <a:solidFill>
                  <a:srgbClr val="FFFFFF"/>
                </a:solidFill>
                <a:latin typeface="Cambria"/>
              </a:rPr>
              <a:t>Statistical thinking —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15568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 dirty="0">
                <a:solidFill>
                  <a:srgbClr val="B5BDC8"/>
                </a:solidFill>
                <a:latin typeface="Calibri"/>
              </a:rPr>
              <a:t>Signal, noise, measurement, and what an experiment is </a:t>
            </a:r>
            <a:r>
              <a:rPr lang="en-US" sz="2000" b="0" i="0" dirty="0">
                <a:solidFill>
                  <a:srgbClr val="B5BDC8"/>
                </a:solidFill>
                <a:latin typeface="Calibri"/>
              </a:rPr>
              <a:t>trying to accomplish</a:t>
            </a:r>
            <a:endParaRPr sz="2000" b="0" i="0" dirty="0">
              <a:solidFill>
                <a:srgbClr val="B5BD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Cambria"/>
              </a:rPr>
              <a:t>The R&amp;D Problem Solving Toolkit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1F260C74-3D95-9C6B-67F4-CB9FAE7B3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7"/>
          <a:stretch>
            <a:fillRect/>
          </a:stretch>
        </p:blipFill>
        <p:spPr>
          <a:xfrm>
            <a:off x="157250" y="1466122"/>
            <a:ext cx="8523288" cy="4953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D0F0A32-DD1D-B2D9-BD01-B14E618A00D1}"/>
              </a:ext>
            </a:extLst>
          </p:cNvPr>
          <p:cNvSpPr/>
          <p:nvPr/>
        </p:nvSpPr>
        <p:spPr>
          <a:xfrm>
            <a:off x="8837788" y="2180885"/>
            <a:ext cx="2964909" cy="2968669"/>
          </a:xfrm>
          <a:prstGeom prst="rect">
            <a:avLst/>
          </a:prstGeom>
          <a:solidFill>
            <a:srgbClr val="00466F"/>
          </a:solidFill>
          <a:ln w="19050" cap="flat" cmpd="sng" algn="ctr">
            <a:solidFill>
              <a:srgbClr val="00466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Frame the question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Generate trustworthy evidence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 what matters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Decide what to do 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Foundation 1: Understanding data</a:t>
            </a:r>
          </a:p>
          <a:p>
            <a:pPr algn="l"/>
            <a:endParaRPr lang="en-US" sz="3200" b="1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2232579"/>
            <a:ext cx="3535680" cy="3520877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Rounded Rectangle 3"/>
          <p:cNvSpPr/>
          <p:nvPr/>
        </p:nvSpPr>
        <p:spPr>
          <a:xfrm>
            <a:off x="548640" y="2120512"/>
            <a:ext cx="3535680" cy="685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731520" y="2232580"/>
            <a:ext cx="316992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Cambria"/>
              </a:rPr>
              <a:t>Physical phenomenon</a:t>
            </a:r>
            <a:endParaRPr sz="2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989192"/>
            <a:ext cx="3078480" cy="224676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The underlying data-generating system that exists in the world. It responds to external conditions based on physics. This is usually what we’re trying to study. </a:t>
            </a:r>
            <a:endParaRPr sz="20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58640" y="2232579"/>
            <a:ext cx="3535680" cy="3520877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4358640" y="2120512"/>
            <a:ext cx="3535680" cy="685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541520" y="2232580"/>
            <a:ext cx="316992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Structural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2989192"/>
            <a:ext cx="3078480" cy="224676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On top of the physical phenomenon, we have “other things that happened in the world that we aren’t strictly interested in.” </a:t>
            </a:r>
            <a:r>
              <a:rPr sz="2000" b="0" i="0" dirty="0">
                <a:solidFill>
                  <a:srgbClr val="2C3E50"/>
                </a:solidFill>
                <a:latin typeface="Calibri"/>
              </a:rPr>
              <a:t>Batches, operators, days, instruments, seasons.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2232579"/>
            <a:ext cx="3535680" cy="3520877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8168640" y="2120512"/>
            <a:ext cx="3535680" cy="685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351520" y="2232580"/>
            <a:ext cx="316992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Random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7240" y="2989192"/>
            <a:ext cx="307848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 dirty="0">
                <a:solidFill>
                  <a:srgbClr val="2C3E50"/>
                </a:solidFill>
                <a:latin typeface="Calibri"/>
              </a:rPr>
              <a:t>Irreducible </a:t>
            </a:r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system, process, and </a:t>
            </a:r>
            <a:r>
              <a:rPr sz="2000" b="0" i="0" dirty="0">
                <a:solidFill>
                  <a:srgbClr val="2C3E50"/>
                </a:solidFill>
                <a:latin typeface="Calibri"/>
              </a:rPr>
              <a:t>measurement variability</a:t>
            </a:r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. </a:t>
            </a:r>
            <a:endParaRPr sz="20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B9ADFC-F05C-B3AC-8716-FA6AC254B456}"/>
              </a:ext>
            </a:extLst>
          </p:cNvPr>
          <p:cNvSpPr txBox="1"/>
          <p:nvPr/>
        </p:nvSpPr>
        <p:spPr>
          <a:xfrm>
            <a:off x="548640" y="1276418"/>
            <a:ext cx="1115568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000" b="1" dirty="0">
                <a:solidFill>
                  <a:srgbClr val="E67E22"/>
                </a:solidFill>
                <a:latin typeface="Calibri"/>
              </a:rPr>
              <a:t>HOW DATA IS BORN</a:t>
            </a:r>
            <a:endParaRPr sz="2000" b="1" i="0" dirty="0">
              <a:solidFill>
                <a:srgbClr val="E67E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Data – measured observations – are a combination of all 3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B58109-C9C6-8AE2-F0F5-5D81A0E35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478"/>
          <a:stretch>
            <a:fillRect/>
          </a:stretch>
        </p:blipFill>
        <p:spPr>
          <a:xfrm>
            <a:off x="0" y="1507446"/>
            <a:ext cx="2989780" cy="46203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87AA-D99B-39D2-DF2F-344AF058F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0BA953-B9A5-4C2F-0217-1E60A46BB839}"/>
              </a:ext>
            </a:extLst>
          </p:cNvPr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Data – measured observations – are a combination of all 3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19B43-732E-B2A4-DDD8-668274449DC7}"/>
              </a:ext>
            </a:extLst>
          </p:cNvPr>
          <p:cNvSpPr txBox="1"/>
          <p:nvPr/>
        </p:nvSpPr>
        <p:spPr>
          <a:xfrm>
            <a:off x="548640" y="628650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 dirty="0">
                <a:solidFill>
                  <a:srgbClr val="4A5B6E"/>
                </a:solidFill>
                <a:latin typeface="Calibri"/>
              </a:rPr>
              <a:t>Total variance = signal + structural + random. Design is how we keep the signal from getting mixed up with the other two.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A37D2-8F5D-D423-3A09-507F9775E6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66" r="31742"/>
          <a:stretch>
            <a:fillRect/>
          </a:stretch>
        </p:blipFill>
        <p:spPr>
          <a:xfrm>
            <a:off x="0" y="1787702"/>
            <a:ext cx="8322067" cy="434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71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7769-C87D-EF25-13C6-FEFB460E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BF0C2-2190-4386-15B8-1C515F7A10B2}"/>
              </a:ext>
            </a:extLst>
          </p:cNvPr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Data – measured observations – are a combination of all 3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07914-D9C5-D974-0830-166D544C60BE}"/>
              </a:ext>
            </a:extLst>
          </p:cNvPr>
          <p:cNvSpPr txBox="1"/>
          <p:nvPr/>
        </p:nvSpPr>
        <p:spPr>
          <a:xfrm>
            <a:off x="548640" y="6332220"/>
            <a:ext cx="11155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i="1" dirty="0">
                <a:solidFill>
                  <a:srgbClr val="4A5B6E"/>
                </a:solidFill>
                <a:latin typeface="Calibri"/>
              </a:rPr>
              <a:t>Total variance = signal + structural + random. Design is how we keep the signal from getting mixed up with the other two.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22B2F-46B7-D960-7CD4-93A55FFC3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7446"/>
            <a:ext cx="12192000" cy="462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4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Foundation 2: Separating 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signal from noise</a:t>
            </a:r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 is the goal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pic>
        <p:nvPicPr>
          <p:cNvPr id="3" name="Picture 2" descr="04-signal-vs-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341953"/>
            <a:ext cx="8869680" cy="353401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120640"/>
            <a:ext cx="11155680" cy="146304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2480" y="5211953"/>
            <a:ext cx="10607040" cy="13234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0" i="0" dirty="0">
                <a:solidFill>
                  <a:srgbClr val="2C3E50"/>
                </a:solidFill>
                <a:latin typeface="Calibri"/>
              </a:rPr>
              <a:t>Same real effect, two </a:t>
            </a:r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experimental </a:t>
            </a:r>
            <a:r>
              <a:rPr sz="2000" b="0" i="0" dirty="0">
                <a:solidFill>
                  <a:srgbClr val="2C3E50"/>
                </a:solidFill>
                <a:latin typeface="Calibri"/>
              </a:rPr>
              <a:t>systems. On the left, the effect is clear and easy to see. On the right, the same effect is drowned in variability.</a:t>
            </a:r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2C3E50"/>
                </a:solidFill>
                <a:latin typeface="Calibri"/>
              </a:rPr>
              <a:t>This is the central problem statistical thinking is designed to address: how do we tell what our factors</a:t>
            </a:r>
            <a:r>
              <a:rPr lang="en-US" sz="2000" dirty="0">
                <a:solidFill>
                  <a:srgbClr val="2C3E50"/>
                </a:solidFill>
                <a:latin typeface="Calibri"/>
              </a:rPr>
              <a:t>-of-interest </a:t>
            </a:r>
            <a:r>
              <a:rPr sz="2000" b="0" i="0" dirty="0">
                <a:solidFill>
                  <a:srgbClr val="2C3E50"/>
                </a:solidFill>
                <a:latin typeface="Calibri"/>
              </a:rPr>
              <a:t>did from what the day, the instrument, the operator, and the atmosphere did on top of it?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9435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Measurement systems analysis – Know your ruler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790783"/>
            <a:ext cx="11155680" cy="37856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lang="en-US" sz="2400" b="0" i="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400" b="0" i="0" dirty="0">
                <a:solidFill>
                  <a:srgbClr val="2C3E50"/>
                </a:solidFill>
                <a:latin typeface="Calibri"/>
              </a:rPr>
              <a:t>Same reagent lot. Same protocol. Same reaction, sampled at the same time. Operator A calls the endpoint at 3.15 </a:t>
            </a:r>
            <a:r>
              <a:rPr sz="2400" b="0" i="0" dirty="0" err="1">
                <a:solidFill>
                  <a:srgbClr val="2C3E50"/>
                </a:solidFill>
                <a:latin typeface="Calibri"/>
              </a:rPr>
              <a:t>mL.</a:t>
            </a:r>
            <a:r>
              <a:rPr sz="2400" b="0" i="0" dirty="0">
                <a:solidFill>
                  <a:srgbClr val="2C3E50"/>
                </a:solidFill>
                <a:latin typeface="Calibri"/>
              </a:rPr>
              <a:t> Operator B calls it at 3.28 </a:t>
            </a:r>
            <a:r>
              <a:rPr sz="2400" b="0" i="0" dirty="0" err="1">
                <a:solidFill>
                  <a:srgbClr val="2C3E50"/>
                </a:solidFill>
                <a:latin typeface="Calibri"/>
              </a:rPr>
              <a:t>mL.</a:t>
            </a:r>
            <a:endParaRPr sz="2400" b="0" i="0" dirty="0">
              <a:solidFill>
                <a:srgbClr val="2C3E50"/>
              </a:solidFill>
              <a:latin typeface="Calibri"/>
            </a:endParaRPr>
          </a:p>
          <a:p>
            <a:pPr algn="l"/>
            <a:endParaRPr sz="2400" b="0" i="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400" b="0" i="0" dirty="0">
                <a:solidFill>
                  <a:srgbClr val="2C3E50"/>
                </a:solidFill>
                <a:latin typeface="Calibri"/>
              </a:rPr>
              <a:t>Neither is wrong. Both numbers are the reactio</a:t>
            </a:r>
            <a:r>
              <a:rPr lang="en-US" sz="2400" b="0" i="0" dirty="0">
                <a:solidFill>
                  <a:srgbClr val="2C3E50"/>
                </a:solidFill>
                <a:latin typeface="Calibri"/>
              </a:rPr>
              <a:t>n</a:t>
            </a:r>
            <a:r>
              <a:rPr sz="2400" b="0" i="0" dirty="0">
                <a:solidFill>
                  <a:srgbClr val="2C3E50"/>
                </a:solidFill>
                <a:latin typeface="Calibri"/>
              </a:rPr>
              <a:t> PLUS the operator's variability PLUS whatever else happened on that bench that day — a slight tilt in the burette, a difference in what two eyes see, a slightly different reference standard.</a:t>
            </a:r>
          </a:p>
          <a:p>
            <a:pPr algn="l"/>
            <a:endParaRPr sz="2400" b="0" i="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400" b="0" i="0" dirty="0">
                <a:solidFill>
                  <a:srgbClr val="2C3E50"/>
                </a:solidFill>
                <a:latin typeface="Calibri"/>
              </a:rPr>
              <a:t>You cannot answer 'which is right?' until you've decomposed the variability into its sources. That is what a measurement systems analysis is for.</a:t>
            </a:r>
          </a:p>
        </p:txBody>
      </p:sp>
      <p:pic>
        <p:nvPicPr>
          <p:cNvPr id="7" name="Graphic 6" descr="Ruler with solid fill">
            <a:extLst>
              <a:ext uri="{FF2B5EF4-FFF2-40B4-BE49-F238E27FC236}">
                <a16:creationId xmlns:a16="http://schemas.microsoft.com/office/drawing/2014/main" id="{5DF39C5B-F8A2-44D2-BE53-A47764A71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1476" y="299645"/>
            <a:ext cx="1369031" cy="13690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0555AE-29E3-B70C-4868-3729FD2FD74B}"/>
              </a:ext>
            </a:extLst>
          </p:cNvPr>
          <p:cNvSpPr txBox="1"/>
          <p:nvPr/>
        </p:nvSpPr>
        <p:spPr>
          <a:xfrm>
            <a:off x="548640" y="1668676"/>
            <a:ext cx="1115568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000" b="1" i="0" dirty="0">
                <a:solidFill>
                  <a:srgbClr val="E67E22"/>
                </a:solidFill>
                <a:latin typeface="Calibri"/>
              </a:rPr>
              <a:t>TWO OPER</a:t>
            </a:r>
            <a:r>
              <a:rPr lang="en-US" sz="2000" b="1" dirty="0">
                <a:solidFill>
                  <a:srgbClr val="E67E22"/>
                </a:solidFill>
                <a:latin typeface="Calibri"/>
              </a:rPr>
              <a:t>ATORS TITRATE THE SAME REACTION. WHICH ONE IS RIGHT?</a:t>
            </a:r>
            <a:endParaRPr sz="2000" b="1" i="0" dirty="0">
              <a:solidFill>
                <a:srgbClr val="E67E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Precision vs accuracy</a:t>
            </a:r>
          </a:p>
        </p:txBody>
      </p:sp>
      <p:pic>
        <p:nvPicPr>
          <p:cNvPr id="3" name="Picture 2" descr="05-precision-vs-accuracy.png"/>
          <p:cNvPicPr>
            <a:picLocks noChangeAspect="1"/>
          </p:cNvPicPr>
          <p:nvPr/>
        </p:nvPicPr>
        <p:blipFill>
          <a:blip r:embed="rId3"/>
          <a:srcRect t="8198" r="4687"/>
          <a:stretch>
            <a:fillRect/>
          </a:stretch>
        </p:blipFill>
        <p:spPr>
          <a:xfrm>
            <a:off x="5512429" y="777240"/>
            <a:ext cx="6679571" cy="55245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3093" y="1783258"/>
            <a:ext cx="4572343" cy="41549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 i="0" dirty="0">
                <a:solidFill>
                  <a:srgbClr val="2C3E50"/>
                </a:solidFill>
                <a:latin typeface="Calibri"/>
              </a:rPr>
              <a:t>Precision is repeatability — the same person doing the same measurement gets a tight cluster around some value. Accuracy is whether that cluster is centered on the truth.</a:t>
            </a:r>
            <a:endParaRPr lang="en-US" sz="2200" b="0" i="0" dirty="0">
              <a:solidFill>
                <a:srgbClr val="2C3E50"/>
              </a:solidFill>
              <a:latin typeface="Calibri"/>
            </a:endParaRPr>
          </a:p>
          <a:p>
            <a:pPr algn="l"/>
            <a:endParaRPr sz="2200" b="0" i="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lang="en-US" sz="2200" dirty="0">
                <a:solidFill>
                  <a:srgbClr val="2C3E50"/>
                </a:solidFill>
                <a:latin typeface="Calibri"/>
              </a:rPr>
              <a:t>Imprecision can be addressed by replicates – the mean of 10 messy points is more accurate</a:t>
            </a:r>
            <a:r>
              <a:rPr sz="2200" b="0" i="0" dirty="0">
                <a:solidFill>
                  <a:srgbClr val="2C3E50"/>
                </a:solidFill>
                <a:latin typeface="Calibri"/>
              </a:rPr>
              <a:t>. You cannot replicate your way out of bias — biased means converge to the biased answer. Bias has to be detected and removed.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What MSA checks — four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Repeatability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21208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Same operator, same sample, same day — do you get the same number? If not, the process is noisy at the operator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24375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77240" y="3424375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Reproducibility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1575"/>
            <a:ext cx="521208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Different operators, different days — is the number stable? This is where the two-operator titration story lives.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08760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629400" y="1508760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52120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Is the average right, or shifted from the true value? Replication doesn't fix bias; a reference standard does.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24375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6629400" y="3424375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Linearity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881575"/>
            <a:ext cx="521208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Does the measurement error stay the same across the range? Instruments that drift with magnitude create trends that look like real effects.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Cambria"/>
              </a:rPr>
              <a:t>Foundation 3: Look at your data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1A41D52A-7C13-9B1C-56ED-49A1E6B99E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167" y="2282954"/>
            <a:ext cx="9083666" cy="364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1522730-0FAC-6979-1CB2-2C5E206A34ED}"/>
              </a:ext>
            </a:extLst>
          </p:cNvPr>
          <p:cNvSpPr txBox="1"/>
          <p:nvPr/>
        </p:nvSpPr>
        <p:spPr>
          <a:xfrm>
            <a:off x="1554167" y="1597630"/>
            <a:ext cx="9239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/>
              <a:t>The </a:t>
            </a:r>
            <a:r>
              <a:rPr lang="en-US" sz="2400" b="0" dirty="0" err="1">
                <a:hlinkClick r:id="rId4"/>
              </a:rPr>
              <a:t>datasaurus</a:t>
            </a:r>
            <a:r>
              <a:rPr lang="en-US" sz="2400" b="0" dirty="0">
                <a:hlinkClick r:id="rId4"/>
              </a:rPr>
              <a:t> dozen </a:t>
            </a:r>
            <a:r>
              <a:rPr lang="en-US" sz="2400" b="0" dirty="0"/>
              <a:t>– 12 datasets with the </a:t>
            </a:r>
            <a:r>
              <a:rPr lang="en-US" sz="2400" i="1" dirty="0">
                <a:solidFill>
                  <a:srgbClr val="FF0000"/>
                </a:solidFill>
              </a:rPr>
              <a:t>same</a:t>
            </a:r>
            <a:r>
              <a:rPr lang="en-US" sz="2400" b="0" dirty="0"/>
              <a:t> summary statistics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E8A9-5377-881E-CD06-76405E9D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128C5-9E0D-AF6E-6C52-2B7A4A49D515}"/>
              </a:ext>
            </a:extLst>
          </p:cNvPr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Exploratory Data Analysis (EDA) – a </a:t>
            </a:r>
            <a:r>
              <a:rPr lang="en-US" sz="3200" b="1" dirty="0">
                <a:solidFill>
                  <a:srgbClr val="1E2761"/>
                </a:solidFill>
                <a:latin typeface="Cambria"/>
              </a:rPr>
              <a:t>data scientist’s lab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A4ABF-AE91-CC70-8A36-D5F42636AEF2}"/>
              </a:ext>
            </a:extLst>
          </p:cNvPr>
          <p:cNvSpPr txBox="1"/>
          <p:nvPr/>
        </p:nvSpPr>
        <p:spPr>
          <a:xfrm>
            <a:off x="548640" y="1051560"/>
            <a:ext cx="111556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 dirty="0">
                <a:solidFill>
                  <a:srgbClr val="E67E22"/>
                </a:solidFill>
                <a:latin typeface="Calibri"/>
              </a:rPr>
              <a:t>LOOK AT THE DATA WITH EACH OF THESE LENSES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DF322-12E8-DFDE-7287-EEC78780B6E0}"/>
              </a:ext>
            </a:extLst>
          </p:cNvPr>
          <p:cNvSpPr/>
          <p:nvPr/>
        </p:nvSpPr>
        <p:spPr>
          <a:xfrm>
            <a:off x="548640" y="1645920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70336-D9C4-9AC1-AAC9-C0757BB93B7E}"/>
              </a:ext>
            </a:extLst>
          </p:cNvPr>
          <p:cNvSpPr txBox="1"/>
          <p:nvPr/>
        </p:nvSpPr>
        <p:spPr>
          <a:xfrm>
            <a:off x="777240" y="1645920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Histogram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09EA1-5602-C869-26E5-D8FA30FD20E1}"/>
              </a:ext>
            </a:extLst>
          </p:cNvPr>
          <p:cNvSpPr txBox="1"/>
          <p:nvPr/>
        </p:nvSpPr>
        <p:spPr>
          <a:xfrm>
            <a:off x="777240" y="2103120"/>
            <a:ext cx="52120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one variable at a time — is it symmetric, skewed, bimodal? Are there outliers?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758F53-FEA5-F7D2-A65A-31F7B6EDC6C7}"/>
              </a:ext>
            </a:extLst>
          </p:cNvPr>
          <p:cNvSpPr/>
          <p:nvPr/>
        </p:nvSpPr>
        <p:spPr>
          <a:xfrm>
            <a:off x="548640" y="3201939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E68F5-396F-1156-20D6-E3FBEBACFD80}"/>
              </a:ext>
            </a:extLst>
          </p:cNvPr>
          <p:cNvSpPr txBox="1"/>
          <p:nvPr/>
        </p:nvSpPr>
        <p:spPr>
          <a:xfrm>
            <a:off x="777240" y="3201939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Boxplot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81112-689B-B8A0-6282-AA0216C4388E}"/>
              </a:ext>
            </a:extLst>
          </p:cNvPr>
          <p:cNvSpPr txBox="1"/>
          <p:nvPr/>
        </p:nvSpPr>
        <p:spPr>
          <a:xfrm>
            <a:off x="777240" y="3659139"/>
            <a:ext cx="52120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compare distributions across groups — spread, median, and outliers side by side.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15F0C-CD5C-066B-E9A5-B93CC043890C}"/>
              </a:ext>
            </a:extLst>
          </p:cNvPr>
          <p:cNvSpPr/>
          <p:nvPr/>
        </p:nvSpPr>
        <p:spPr>
          <a:xfrm>
            <a:off x="548640" y="4686041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FFF96E-E2BA-F374-2CA6-1402E3B54B2E}"/>
              </a:ext>
            </a:extLst>
          </p:cNvPr>
          <p:cNvSpPr txBox="1"/>
          <p:nvPr/>
        </p:nvSpPr>
        <p:spPr>
          <a:xfrm>
            <a:off x="777240" y="4686041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Scatterplot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186DC-7447-FD91-436A-C93A53F8E7BF}"/>
              </a:ext>
            </a:extLst>
          </p:cNvPr>
          <p:cNvSpPr txBox="1"/>
          <p:nvPr/>
        </p:nvSpPr>
        <p:spPr>
          <a:xfrm>
            <a:off x="777240" y="5143241"/>
            <a:ext cx="52120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two variables together — is there a relationship? Is it linear, curved, or absent?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83FBE3-072B-89E8-EB3E-264880001464}"/>
              </a:ext>
            </a:extLst>
          </p:cNvPr>
          <p:cNvSpPr/>
          <p:nvPr/>
        </p:nvSpPr>
        <p:spPr>
          <a:xfrm>
            <a:off x="6400800" y="1645920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C515DB-8418-6C9E-A6F4-750B40FD5DD1}"/>
              </a:ext>
            </a:extLst>
          </p:cNvPr>
          <p:cNvSpPr txBox="1"/>
          <p:nvPr/>
        </p:nvSpPr>
        <p:spPr>
          <a:xfrm>
            <a:off x="6629400" y="1645920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Run chart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C9E0B2-2590-10D7-642E-F91D68D29AE3}"/>
              </a:ext>
            </a:extLst>
          </p:cNvPr>
          <p:cNvSpPr txBox="1"/>
          <p:nvPr/>
        </p:nvSpPr>
        <p:spPr>
          <a:xfrm>
            <a:off x="6629400" y="2103120"/>
            <a:ext cx="52120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the measurement in the order it was collected — time-drift, sudden jumps, seasonality.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004277-FC45-7DD9-F1B0-042652B822C2}"/>
              </a:ext>
            </a:extLst>
          </p:cNvPr>
          <p:cNvSpPr/>
          <p:nvPr/>
        </p:nvSpPr>
        <p:spPr>
          <a:xfrm>
            <a:off x="6400800" y="3201939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1D7A58-5CFB-588A-0A28-F253029B382E}"/>
              </a:ext>
            </a:extLst>
          </p:cNvPr>
          <p:cNvSpPr txBox="1"/>
          <p:nvPr/>
        </p:nvSpPr>
        <p:spPr>
          <a:xfrm>
            <a:off x="6629400" y="3201939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400" b="1" i="0" dirty="0">
                <a:solidFill>
                  <a:srgbClr val="1E2761"/>
                </a:solidFill>
                <a:latin typeface="Cambria"/>
              </a:rPr>
              <a:t>C</a:t>
            </a:r>
            <a:r>
              <a:rPr sz="2400" b="1" i="0" dirty="0">
                <a:solidFill>
                  <a:srgbClr val="1E2761"/>
                </a:solidFill>
                <a:latin typeface="Cambria"/>
              </a:rPr>
              <a:t>orrelation heatmap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74E82A-C79D-A1C7-D813-3B556AE9E562}"/>
              </a:ext>
            </a:extLst>
          </p:cNvPr>
          <p:cNvSpPr txBox="1"/>
          <p:nvPr/>
        </p:nvSpPr>
        <p:spPr>
          <a:xfrm>
            <a:off x="6629400" y="3659139"/>
            <a:ext cx="52120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many variables at once — quick screen for pairs that move together.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5BE098-0693-3C33-5E30-6D0114C05594}"/>
              </a:ext>
            </a:extLst>
          </p:cNvPr>
          <p:cNvSpPr/>
          <p:nvPr/>
        </p:nvSpPr>
        <p:spPr>
          <a:xfrm>
            <a:off x="6400800" y="4686041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692B2B-0AAE-2111-7D4F-D95405630EC5}"/>
              </a:ext>
            </a:extLst>
          </p:cNvPr>
          <p:cNvSpPr txBox="1"/>
          <p:nvPr/>
        </p:nvSpPr>
        <p:spPr>
          <a:xfrm>
            <a:off x="6629400" y="4686041"/>
            <a:ext cx="52120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Residuals vs fitted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510060-3EE3-5C63-41B1-2ACECEC773D3}"/>
              </a:ext>
            </a:extLst>
          </p:cNvPr>
          <p:cNvSpPr txBox="1"/>
          <p:nvPr/>
        </p:nvSpPr>
        <p:spPr>
          <a:xfrm>
            <a:off x="6629400" y="5143241"/>
            <a:ext cx="521208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after any model, plot what's left over against what you predicted. Patterns here mean the model is missing something.</a:t>
            </a:r>
          </a:p>
        </p:txBody>
      </p:sp>
    </p:spTree>
    <p:extLst>
      <p:ext uri="{BB962C8B-B14F-4D97-AF65-F5344CB8AC3E}">
        <p14:creationId xmlns:p14="http://schemas.microsoft.com/office/powerpoint/2010/main" val="3770208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1556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DISTINCTION THAT MATTERS AT ANALYSIS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 i="0">
                <a:solidFill>
                  <a:srgbClr val="1E2761"/>
                </a:solidFill>
                <a:latin typeface="Cambria"/>
              </a:rPr>
              <a:t>Statistical vs practical significance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280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155680" cy="11079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 dirty="0">
                <a:solidFill>
                  <a:srgbClr val="2C3E50"/>
                </a:solidFill>
                <a:latin typeface="Calibri"/>
              </a:rPr>
              <a:t>Statistical significance asks: is the effect big enough that noise could not plausibly have produced it by chance? Practical significance asks: </a:t>
            </a:r>
            <a:r>
              <a:rPr sz="2200" b="1" i="0" dirty="0">
                <a:solidFill>
                  <a:srgbClr val="2C3E50"/>
                </a:solidFill>
                <a:latin typeface="Calibri"/>
              </a:rPr>
              <a:t>is the effect big enough to matter </a:t>
            </a:r>
            <a:r>
              <a:rPr sz="2200" b="0" i="0" dirty="0">
                <a:solidFill>
                  <a:srgbClr val="2C3E50"/>
                </a:solidFill>
                <a:latin typeface="Calibri"/>
              </a:rPr>
              <a:t>for the decision I'm making?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42552"/>
            <a:ext cx="11155680" cy="14630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22960" y="4787246"/>
            <a:ext cx="27432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FOR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53006"/>
            <a:ext cx="1069848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1" dirty="0">
                <a:solidFill>
                  <a:srgbClr val="2C3E50"/>
                </a:solidFill>
                <a:latin typeface="Calibri"/>
              </a:rPr>
              <a:t>A 0.2% yield improvement, measured across 500 runs, can be statistically significant but practically useless. A 5% improvement measured on 6 runs can matter enormously even if the p-value is 0.09. Report both</a:t>
            </a:r>
            <a:r>
              <a:rPr lang="en-US" sz="2000" i="1" dirty="0">
                <a:solidFill>
                  <a:srgbClr val="2C3E50"/>
                </a:solidFill>
                <a:latin typeface="Calibri"/>
              </a:rPr>
              <a:t> cases, put your findings in their statistical context, and move forward with your decisions.</a:t>
            </a:r>
            <a:endParaRPr sz="2000" b="0" i="1" dirty="0">
              <a:solidFill>
                <a:srgbClr val="2C3E5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1556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 dirty="0">
                <a:solidFill>
                  <a:srgbClr val="E67E22"/>
                </a:solidFill>
                <a:latin typeface="Calibri"/>
              </a:rPr>
              <a:t>PART 2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15568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 dirty="0">
                <a:solidFill>
                  <a:srgbClr val="FFFFFF"/>
                </a:solidFill>
                <a:latin typeface="Cambria"/>
              </a:rPr>
              <a:t>The DOE </a:t>
            </a:r>
            <a:r>
              <a:rPr lang="en-US" sz="4400" b="1" i="0" dirty="0">
                <a:solidFill>
                  <a:srgbClr val="FFFFFF"/>
                </a:solidFill>
                <a:latin typeface="Cambria"/>
              </a:rPr>
              <a:t>toolkit</a:t>
            </a:r>
            <a:endParaRPr sz="4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15568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B5BDC8"/>
                </a:solidFill>
                <a:latin typeface="Calibri"/>
              </a:rPr>
              <a:t>Where designs fit in the scientific method, and how to choose 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155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 i="0">
                <a:solidFill>
                  <a:srgbClr val="1E2761"/>
                </a:solidFill>
                <a:latin typeface="Cambria"/>
              </a:rPr>
              <a:t>Design of Experiments (DOE)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280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155680" cy="12003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 i="0" dirty="0">
                <a:solidFill>
                  <a:srgbClr val="2C3E50"/>
                </a:solidFill>
                <a:latin typeface="Calibri"/>
              </a:rPr>
              <a:t>A structured approach to </a:t>
            </a:r>
            <a:r>
              <a:rPr sz="2400" b="1" i="0" dirty="0">
                <a:solidFill>
                  <a:srgbClr val="2C3E50"/>
                </a:solidFill>
                <a:latin typeface="Calibri"/>
              </a:rPr>
              <a:t>planning experiments </a:t>
            </a:r>
            <a:r>
              <a:rPr sz="2400" b="0" i="0" dirty="0">
                <a:solidFill>
                  <a:srgbClr val="2C3E50"/>
                </a:solidFill>
                <a:latin typeface="Calibri"/>
              </a:rPr>
              <a:t>so the resulting data can answer </a:t>
            </a:r>
            <a:r>
              <a:rPr sz="2400" b="1" i="0" dirty="0">
                <a:solidFill>
                  <a:srgbClr val="2C3E50"/>
                </a:solidFill>
                <a:latin typeface="Calibri"/>
              </a:rPr>
              <a:t>specific questions </a:t>
            </a:r>
            <a:r>
              <a:rPr sz="2400" b="0" i="0" dirty="0">
                <a:solidFill>
                  <a:srgbClr val="2C3E50"/>
                </a:solidFill>
                <a:latin typeface="Calibri"/>
              </a:rPr>
              <a:t>about a </a:t>
            </a:r>
            <a:r>
              <a:rPr lang="en-US" sz="2400" dirty="0">
                <a:solidFill>
                  <a:srgbClr val="2C3E50"/>
                </a:solidFill>
                <a:latin typeface="Calibri"/>
              </a:rPr>
              <a:t>system</a:t>
            </a:r>
            <a:r>
              <a:rPr sz="2400" b="0" i="0" dirty="0">
                <a:solidFill>
                  <a:srgbClr val="2C3E50"/>
                </a:solidFill>
                <a:latin typeface="Calibri"/>
              </a:rPr>
              <a:t> — while using the fewest runs and separating real effects from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37760"/>
            <a:ext cx="11155680" cy="14630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27432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FOR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1069848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1">
                <a:solidFill>
                  <a:srgbClr val="2C3E50"/>
                </a:solidFill>
                <a:latin typeface="Calibri"/>
              </a:rPr>
              <a:t>'What are the main effects of temperature, catalyst loading, and residence time on yield, and do any of them interact?' — with an experimental plan that will actually answer that.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Cambria"/>
              </a:rPr>
              <a:t>T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he language of DOE</a:t>
            </a:r>
          </a:p>
        </p:txBody>
      </p:sp>
      <p:pic>
        <p:nvPicPr>
          <p:cNvPr id="3" name="Picture 2" descr="03-y-equals-fx.png"/>
          <p:cNvPicPr>
            <a:picLocks noChangeAspect="1"/>
          </p:cNvPicPr>
          <p:nvPr/>
        </p:nvPicPr>
        <p:blipFill>
          <a:blip r:embed="rId3"/>
          <a:srcRect t="10226" b="10561"/>
          <a:stretch>
            <a:fillRect/>
          </a:stretch>
        </p:blipFill>
        <p:spPr>
          <a:xfrm>
            <a:off x="822960" y="1331875"/>
            <a:ext cx="10151377" cy="331598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4952144"/>
            <a:ext cx="11155680" cy="1540096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5428" y="5122027"/>
            <a:ext cx="10607040" cy="120032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0" i="0" dirty="0">
                <a:solidFill>
                  <a:srgbClr val="2C3E50"/>
                </a:solidFill>
                <a:latin typeface="Calibri"/>
              </a:rPr>
              <a:t>Factors (X)</a:t>
            </a:r>
            <a:r>
              <a:rPr lang="en-US" sz="2400" b="0" i="0" dirty="0">
                <a:solidFill>
                  <a:srgbClr val="2C3E50"/>
                </a:solidFill>
                <a:latin typeface="Calibri"/>
              </a:rPr>
              <a:t>, a.k.a. independent variables, </a:t>
            </a:r>
            <a:r>
              <a:rPr sz="2400" b="0" i="0" dirty="0">
                <a:solidFill>
                  <a:srgbClr val="2C3E50"/>
                </a:solidFill>
                <a:latin typeface="Calibri"/>
              </a:rPr>
              <a:t>are things you change on purpose. Responses (Y) are things you measure. The function f is the </a:t>
            </a:r>
            <a:r>
              <a:rPr lang="en-US" sz="2400" b="0" i="0" dirty="0">
                <a:solidFill>
                  <a:srgbClr val="2C3E50"/>
                </a:solidFill>
                <a:latin typeface="Calibri"/>
              </a:rPr>
              <a:t>underlying </a:t>
            </a:r>
            <a:r>
              <a:rPr sz="2400" b="0" i="0" dirty="0">
                <a:solidFill>
                  <a:srgbClr val="2C3E50"/>
                </a:solidFill>
                <a:latin typeface="Calibri"/>
              </a:rPr>
              <a:t>reality you're trying to learn.</a:t>
            </a:r>
            <a:r>
              <a:rPr lang="en-US" sz="24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400" b="0" i="0" dirty="0">
                <a:solidFill>
                  <a:srgbClr val="2C3E50"/>
                </a:solidFill>
                <a:latin typeface="Calibri"/>
              </a:rPr>
              <a:t>Every measurement you take is that reality plus a bit of noise.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Cambria"/>
              </a:rPr>
              <a:t>The empirical model most DOE aims to fit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09C1E3-6B9C-5DAE-8EF8-1156BD43248E}"/>
              </a:ext>
            </a:extLst>
          </p:cNvPr>
          <p:cNvGrpSpPr/>
          <p:nvPr/>
        </p:nvGrpSpPr>
        <p:grpSpPr>
          <a:xfrm>
            <a:off x="518160" y="1375850"/>
            <a:ext cx="11186160" cy="1188720"/>
            <a:chOff x="518160" y="1737360"/>
            <a:chExt cx="11186160" cy="11887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737360"/>
              <a:ext cx="11155680" cy="1188720"/>
            </a:xfrm>
            <a:prstGeom prst="roundRect">
              <a:avLst>
                <a:gd name="adj" fmla="val 3000"/>
              </a:avLst>
            </a:prstGeom>
            <a:solidFill>
              <a:srgbClr val="F7F8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18160" y="2052042"/>
              <a:ext cx="11155680" cy="553998"/>
            </a:xfrm>
            <a:prstGeom prst="rect">
              <a:avLst/>
            </a:prstGeom>
            <a:noFill/>
          </p:spPr>
          <p:txBody>
            <a:bodyPr wrap="square" lIns="45720" tIns="0" rIns="45720" bIns="0" anchor="ctr">
              <a:spAutoFit/>
            </a:bodyPr>
            <a:lstStyle/>
            <a:p>
              <a:pPr algn="ctr"/>
              <a:r>
                <a:rPr sz="3600" b="1" i="0" dirty="0">
                  <a:solidFill>
                    <a:srgbClr val="1E2761"/>
                  </a:solidFill>
                  <a:latin typeface="Cambria Math"/>
                </a:rPr>
                <a:t>Y  =  β₀  +  Σ βᵢ xᵢ  +  Σ βᵢⱼ </a:t>
              </a:r>
              <a:r>
                <a:rPr sz="3600" b="1" i="0" dirty="0" err="1">
                  <a:solidFill>
                    <a:srgbClr val="1E2761"/>
                  </a:solidFill>
                  <a:latin typeface="Cambria Math"/>
                </a:rPr>
                <a:t>xᵢx</a:t>
              </a:r>
              <a:r>
                <a:rPr sz="3600" b="1" i="0" dirty="0">
                  <a:solidFill>
                    <a:srgbClr val="1E2761"/>
                  </a:solidFill>
                  <a:latin typeface="Cambria Math"/>
                </a:rPr>
                <a:t>ⱼ  +  Σ βᵢᵢ xᵢ²  +  ε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640080" y="2826559"/>
            <a:ext cx="12801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mbria Math"/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2726" y="2734226"/>
            <a:ext cx="4297680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response — the thing you measured (yield, viscosity, tensile)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88970"/>
            <a:ext cx="12801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mbria Math"/>
              </a:rPr>
              <a:t>β₀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2726" y="3471068"/>
            <a:ext cx="4297680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intercept — the response at the design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9480"/>
            <a:ext cx="12801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mbria Math"/>
              </a:rPr>
              <a:t>βᵢⱼ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2726" y="4165646"/>
            <a:ext cx="429768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two-way interaction between factors i and 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6197"/>
            <a:ext cx="12801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mbria Math"/>
              </a:rPr>
              <a:t>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2726" y="4593864"/>
            <a:ext cx="4297680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residual error — everything the model doesn't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826559"/>
            <a:ext cx="12801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mbria Math"/>
              </a:rPr>
              <a:t>xᵢ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6386" y="2734226"/>
            <a:ext cx="4082228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factor i, coded to a common scale (usually [-1, +1])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88970"/>
            <a:ext cx="12801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mbria Math"/>
              </a:rPr>
              <a:t>βᵢ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6386" y="3471068"/>
            <a:ext cx="4297680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main effect of factor i — the slope in xᵢ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19480"/>
            <a:ext cx="128016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  <a:latin typeface="Cambria Math"/>
              </a:rPr>
              <a:t>βᵢᵢ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6386" y="4165646"/>
            <a:ext cx="429768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curvature term — quadratic in factor 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6C749F-222A-A005-5B74-E06D9DC95710}"/>
              </a:ext>
            </a:extLst>
          </p:cNvPr>
          <p:cNvSpPr txBox="1"/>
          <p:nvPr/>
        </p:nvSpPr>
        <p:spPr>
          <a:xfrm>
            <a:off x="548640" y="5464962"/>
            <a:ext cx="11155680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Cambria"/>
              </a:rPr>
              <a:t>Your scientific hypothesis is encoded into this functional form. Then, you use statistics to test if </a:t>
            </a:r>
            <a:r>
              <a:rPr lang="el-GR" sz="3200" b="1" dirty="0">
                <a:solidFill>
                  <a:srgbClr val="1E2761"/>
                </a:solidFill>
                <a:latin typeface="Cambria"/>
              </a:rPr>
              <a:t>β</a:t>
            </a:r>
            <a:r>
              <a:rPr lang="en-US" sz="3200" b="1" dirty="0">
                <a:solidFill>
                  <a:srgbClr val="1E2761"/>
                </a:solidFill>
                <a:latin typeface="Cambria"/>
              </a:rPr>
              <a:t> ≠ 0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Cambria"/>
              </a:rPr>
              <a:t>Your q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uestion </a:t>
            </a:r>
            <a:r>
              <a:rPr lang="en-US" sz="3200" b="1" i="0" dirty="0">
                <a:solidFill>
                  <a:srgbClr val="1E2761"/>
                </a:solidFill>
                <a:latin typeface="Cambria"/>
                <a:sym typeface="Wingdings" panose="05000000000000000000" pitchFamily="2" charset="2"/>
              </a:rPr>
              <a:t>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 model </a:t>
            </a:r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choice </a:t>
            </a:r>
            <a:r>
              <a:rPr lang="en-US" sz="3200" b="1" dirty="0">
                <a:solidFill>
                  <a:srgbClr val="1E2761"/>
                </a:solidFill>
                <a:latin typeface="Cambria"/>
                <a:sym typeface="Wingdings" panose="05000000000000000000" pitchFamily="2" charset="2"/>
              </a:rPr>
              <a:t>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120640" cy="493776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4572000" cy="4937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If you pick the wrong tool for the objective you have, running more experiments won't recover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600200"/>
            <a:ext cx="73152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6217920" y="1600200"/>
            <a:ext cx="56692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 dirty="0">
                <a:solidFill>
                  <a:srgbClr val="1E2761"/>
                </a:solidFill>
                <a:latin typeface="Cambria"/>
              </a:rPr>
              <a:t>What are you trying to learn?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66928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2C3E50"/>
                </a:solidFill>
                <a:latin typeface="Calibri"/>
              </a:rPr>
              <a:t>Screening (which factors matter)? Optimization (where's the peak)? Mechanism (why)?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3246120"/>
            <a:ext cx="73152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6217920" y="3246120"/>
            <a:ext cx="56692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What model shape can answer that?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749039"/>
            <a:ext cx="566928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2C3E50"/>
                </a:solidFill>
                <a:latin typeface="Calibri"/>
              </a:rPr>
              <a:t>Linear main effects? Response-surface quadratic? Mechanistic differential equation?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4892040"/>
            <a:ext cx="73152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217920" y="4892040"/>
            <a:ext cx="56692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Cambria"/>
              </a:rPr>
              <a:t>What design supports that model?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94959"/>
            <a:ext cx="566928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 dirty="0">
                <a:solidFill>
                  <a:srgbClr val="2C3E50"/>
                </a:solidFill>
                <a:latin typeface="Calibri"/>
              </a:rPr>
              <a:t>Fractional factorial screens. CCD </a:t>
            </a:r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or Optimal </a:t>
            </a:r>
            <a:r>
              <a:rPr sz="2000" b="0" i="0" dirty="0">
                <a:solidFill>
                  <a:srgbClr val="2C3E50"/>
                </a:solidFill>
                <a:latin typeface="Calibri"/>
              </a:rPr>
              <a:t>for surfaces. Targeted kinetic runs for mechanism.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Your design 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determines what you can learn</a:t>
            </a:r>
          </a:p>
        </p:txBody>
      </p:sp>
      <p:pic>
        <p:nvPicPr>
          <p:cNvPr id="36" name="Content Placeholder 4">
            <a:extLst>
              <a:ext uri="{FF2B5EF4-FFF2-40B4-BE49-F238E27FC236}">
                <a16:creationId xmlns:a16="http://schemas.microsoft.com/office/drawing/2014/main" id="{E878DA69-B733-D88C-A4AF-95566E888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96" y="1229907"/>
            <a:ext cx="10503958" cy="5041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9420B-3280-0356-931F-E706937B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FE142-FEEA-270E-5246-20E8A127713F}"/>
              </a:ext>
            </a:extLst>
          </p:cNvPr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Your design 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determines what you can learn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A1F541-1CCB-4290-2DE3-8892BC492771}"/>
              </a:ext>
            </a:extLst>
          </p:cNvPr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4275F-08A5-0345-2848-218A433E509E}"/>
              </a:ext>
            </a:extLst>
          </p:cNvPr>
          <p:cNvSpPr txBox="1"/>
          <p:nvPr/>
        </p:nvSpPr>
        <p:spPr>
          <a:xfrm>
            <a:off x="685800" y="1613356"/>
            <a:ext cx="5212080" cy="43088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Cambria"/>
              </a:rPr>
              <a:t>To see these, a DOE will…</a:t>
            </a:r>
            <a:endParaRPr sz="22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EC6915-0A2D-571B-074C-E1594165D1A5}"/>
              </a:ext>
            </a:extLst>
          </p:cNvPr>
          <p:cNvSpPr/>
          <p:nvPr/>
        </p:nvSpPr>
        <p:spPr>
          <a:xfrm>
            <a:off x="548640" y="2103120"/>
            <a:ext cx="5486400" cy="42976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CE553-EBD5-CFE3-ABAD-6E4EAE5521A5}"/>
              </a:ext>
            </a:extLst>
          </p:cNvPr>
          <p:cNvSpPr txBox="1"/>
          <p:nvPr/>
        </p:nvSpPr>
        <p:spPr>
          <a:xfrm>
            <a:off x="777240" y="2137143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D68DC-6F75-5624-87FF-E1EB52C720BB}"/>
              </a:ext>
            </a:extLst>
          </p:cNvPr>
          <p:cNvSpPr txBox="1"/>
          <p:nvPr/>
        </p:nvSpPr>
        <p:spPr>
          <a:xfrm>
            <a:off x="1188720" y="2137143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 dirty="0">
                <a:solidFill>
                  <a:srgbClr val="2C3E50"/>
                </a:solidFill>
                <a:latin typeface="Calibri"/>
              </a:rPr>
              <a:t>a main effect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17597-AAAD-1E24-8669-C8ACAA2E5BA3}"/>
              </a:ext>
            </a:extLst>
          </p:cNvPr>
          <p:cNvSpPr txBox="1"/>
          <p:nvPr/>
        </p:nvSpPr>
        <p:spPr>
          <a:xfrm>
            <a:off x="1188720" y="2502903"/>
            <a:ext cx="46177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4A5B6E"/>
                </a:solidFill>
                <a:latin typeface="Calibri"/>
              </a:rPr>
              <a:t>vary that factor across its range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9B75E9-93CA-F16F-0874-6948D778EC9F}"/>
              </a:ext>
            </a:extLst>
          </p:cNvPr>
          <p:cNvSpPr txBox="1"/>
          <p:nvPr/>
        </p:nvSpPr>
        <p:spPr>
          <a:xfrm>
            <a:off x="777240" y="2902259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CB9C6D-4DDC-3875-A400-1B36E14BCF09}"/>
              </a:ext>
            </a:extLst>
          </p:cNvPr>
          <p:cNvSpPr txBox="1"/>
          <p:nvPr/>
        </p:nvSpPr>
        <p:spPr>
          <a:xfrm>
            <a:off x="1188720" y="2902259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  <a:latin typeface="Calibri"/>
              </a:rPr>
              <a:t>an interaction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6D080-6F31-42C8-578E-99C6FC887559}"/>
              </a:ext>
            </a:extLst>
          </p:cNvPr>
          <p:cNvSpPr txBox="1"/>
          <p:nvPr/>
        </p:nvSpPr>
        <p:spPr>
          <a:xfrm>
            <a:off x="1188720" y="3268019"/>
            <a:ext cx="46177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4A5B6E"/>
                </a:solidFill>
                <a:latin typeface="Calibri"/>
              </a:rPr>
              <a:t>vary two factors JOINTLY, not one at a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09A642-78D2-3F0E-BF7A-A38FA898632A}"/>
              </a:ext>
            </a:extLst>
          </p:cNvPr>
          <p:cNvSpPr txBox="1"/>
          <p:nvPr/>
        </p:nvSpPr>
        <p:spPr>
          <a:xfrm>
            <a:off x="777240" y="3635481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CB99F9-9B1B-4315-7C8D-F3451AFA2B9D}"/>
              </a:ext>
            </a:extLst>
          </p:cNvPr>
          <p:cNvSpPr txBox="1"/>
          <p:nvPr/>
        </p:nvSpPr>
        <p:spPr>
          <a:xfrm>
            <a:off x="1188720" y="3635481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400" b="1" dirty="0">
                <a:solidFill>
                  <a:srgbClr val="2C3E50"/>
                </a:solidFill>
                <a:latin typeface="Calibri"/>
              </a:rPr>
              <a:t>c</a:t>
            </a:r>
            <a:r>
              <a:rPr sz="2400" b="1" i="0" dirty="0">
                <a:solidFill>
                  <a:srgbClr val="2C3E50"/>
                </a:solidFill>
                <a:latin typeface="Calibri"/>
              </a:rPr>
              <a:t>urvature</a:t>
            </a: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, i.e. a quadratic effect</a:t>
            </a:r>
            <a:endParaRPr sz="2400" b="1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3DE379-2875-F43B-8C4D-B50DA2D39726}"/>
              </a:ext>
            </a:extLst>
          </p:cNvPr>
          <p:cNvSpPr txBox="1"/>
          <p:nvPr/>
        </p:nvSpPr>
        <p:spPr>
          <a:xfrm>
            <a:off x="1188720" y="4001241"/>
            <a:ext cx="46177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4A5B6E"/>
                </a:solidFill>
                <a:latin typeface="Calibri"/>
              </a:rPr>
              <a:t>use ≥ 3 levels, or add center-point runs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85ED0-F3F3-C997-06C5-8D39A663D272}"/>
              </a:ext>
            </a:extLst>
          </p:cNvPr>
          <p:cNvSpPr txBox="1"/>
          <p:nvPr/>
        </p:nvSpPr>
        <p:spPr>
          <a:xfrm>
            <a:off x="777240" y="4389965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1936A9-2E40-A470-DA34-8EC6BC37D87F}"/>
              </a:ext>
            </a:extLst>
          </p:cNvPr>
          <p:cNvSpPr txBox="1"/>
          <p:nvPr/>
        </p:nvSpPr>
        <p:spPr>
          <a:xfrm>
            <a:off x="1188720" y="4389965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  <a:latin typeface="Calibri"/>
              </a:rPr>
              <a:t>signal vs noise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D0D36-4EFE-30E4-617D-5C5D8040BEE9}"/>
              </a:ext>
            </a:extLst>
          </p:cNvPr>
          <p:cNvSpPr txBox="1"/>
          <p:nvPr/>
        </p:nvSpPr>
        <p:spPr>
          <a:xfrm>
            <a:off x="1188720" y="4755725"/>
            <a:ext cx="46177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4A5B6E"/>
                </a:solidFill>
                <a:latin typeface="Calibri"/>
              </a:rPr>
              <a:t>replicate — </a:t>
            </a:r>
            <a:r>
              <a:rPr lang="en-US" b="0" i="0" dirty="0">
                <a:solidFill>
                  <a:srgbClr val="4A5B6E"/>
                </a:solidFill>
                <a:latin typeface="Calibri"/>
              </a:rPr>
              <a:t>rerun </a:t>
            </a:r>
            <a:r>
              <a:rPr b="0" i="0" dirty="0">
                <a:solidFill>
                  <a:srgbClr val="4A5B6E"/>
                </a:solidFill>
                <a:latin typeface="Calibri"/>
              </a:rPr>
              <a:t>at the same conditions, not</a:t>
            </a:r>
            <a:r>
              <a:rPr lang="en-US" b="0" i="0" dirty="0">
                <a:solidFill>
                  <a:srgbClr val="4A5B6E"/>
                </a:solidFill>
                <a:latin typeface="Calibri"/>
              </a:rPr>
              <a:t> test</a:t>
            </a:r>
            <a:r>
              <a:rPr b="0" i="0" dirty="0">
                <a:solidFill>
                  <a:srgbClr val="4A5B6E"/>
                </a:solidFill>
                <a:latin typeface="Calibri"/>
              </a:rPr>
              <a:t> the same sample twice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C4ECD2-4A7A-FB29-433F-1B82ADBD0E65}"/>
              </a:ext>
            </a:extLst>
          </p:cNvPr>
          <p:cNvSpPr txBox="1"/>
          <p:nvPr/>
        </p:nvSpPr>
        <p:spPr>
          <a:xfrm>
            <a:off x="777240" y="5367738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499DE4-840A-0242-6421-834D3746ECC1}"/>
              </a:ext>
            </a:extLst>
          </p:cNvPr>
          <p:cNvSpPr txBox="1"/>
          <p:nvPr/>
        </p:nvSpPr>
        <p:spPr>
          <a:xfrm>
            <a:off x="1188720" y="5367738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  <a:latin typeface="Calibri"/>
              </a:rPr>
              <a:t>day/batch drift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B5FA-CB8D-D9A4-A190-CBE2F514243D}"/>
              </a:ext>
            </a:extLst>
          </p:cNvPr>
          <p:cNvSpPr txBox="1"/>
          <p:nvPr/>
        </p:nvSpPr>
        <p:spPr>
          <a:xfrm>
            <a:off x="1188720" y="5733498"/>
            <a:ext cx="46177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4A5B6E"/>
                </a:solidFill>
                <a:latin typeface="Calibri"/>
              </a:rPr>
              <a:t>block on the drifting variable and randomize inside blocks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77328F-3A81-9318-FA0F-35AB260E4D2A}"/>
              </a:ext>
            </a:extLst>
          </p:cNvPr>
          <p:cNvSpPr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solidFill>
            <a:srgbClr val="B03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A75FD0-855D-893C-64C7-3727127B7549}"/>
              </a:ext>
            </a:extLst>
          </p:cNvPr>
          <p:cNvSpPr txBox="1"/>
          <p:nvPr/>
        </p:nvSpPr>
        <p:spPr>
          <a:xfrm>
            <a:off x="6446520" y="1613356"/>
            <a:ext cx="5212080" cy="43088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mbria"/>
              </a:rPr>
              <a:t>✗  </a:t>
            </a:r>
            <a:r>
              <a:rPr lang="en-US" sz="2200" b="1" i="0" dirty="0">
                <a:solidFill>
                  <a:srgbClr val="FFFFFF"/>
                </a:solidFill>
                <a:latin typeface="Cambria"/>
              </a:rPr>
              <a:t>DOE Mistakes</a:t>
            </a:r>
            <a:endParaRPr sz="22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626075-BABC-5D79-6A7F-7CB263A50D9D}"/>
              </a:ext>
            </a:extLst>
          </p:cNvPr>
          <p:cNvSpPr/>
          <p:nvPr/>
        </p:nvSpPr>
        <p:spPr>
          <a:xfrm>
            <a:off x="6309360" y="2103120"/>
            <a:ext cx="5486400" cy="42976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9026D-E1E3-8669-26FD-B945FBB011E2}"/>
              </a:ext>
            </a:extLst>
          </p:cNvPr>
          <p:cNvSpPr txBox="1"/>
          <p:nvPr/>
        </p:nvSpPr>
        <p:spPr>
          <a:xfrm>
            <a:off x="6537960" y="2137143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B0392E"/>
                </a:solidFill>
                <a:latin typeface="Cambria"/>
              </a:rPr>
              <a:t>−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DD6D75-D254-F2A6-5A8E-64B496218403}"/>
              </a:ext>
            </a:extLst>
          </p:cNvPr>
          <p:cNvSpPr txBox="1"/>
          <p:nvPr/>
        </p:nvSpPr>
        <p:spPr>
          <a:xfrm>
            <a:off x="6949440" y="2137143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 dirty="0">
                <a:solidFill>
                  <a:srgbClr val="2C3E50"/>
                </a:solidFill>
                <a:latin typeface="Calibri"/>
              </a:rPr>
              <a:t>interaction with fixed factor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C53DE3-689D-C755-6C08-BCB0622F2885}"/>
              </a:ext>
            </a:extLst>
          </p:cNvPr>
          <p:cNvSpPr txBox="1"/>
          <p:nvPr/>
        </p:nvSpPr>
        <p:spPr>
          <a:xfrm>
            <a:off x="6949440" y="2502903"/>
            <a:ext cx="46177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4A5B6E"/>
                </a:solidFill>
                <a:latin typeface="Calibri"/>
              </a:rPr>
              <a:t>O</a:t>
            </a:r>
            <a:r>
              <a:rPr lang="en-US" dirty="0">
                <a:solidFill>
                  <a:srgbClr val="4A5B6E"/>
                </a:solidFill>
                <a:latin typeface="Calibri"/>
              </a:rPr>
              <a:t>ne factor at a time</a:t>
            </a:r>
            <a:r>
              <a:rPr lang="en-US" b="0" i="0" dirty="0">
                <a:solidFill>
                  <a:srgbClr val="4A5B6E"/>
                </a:solidFill>
                <a:latin typeface="Calibri"/>
              </a:rPr>
              <a:t> freeze</a:t>
            </a:r>
            <a:r>
              <a:rPr b="0" i="0" dirty="0">
                <a:solidFill>
                  <a:srgbClr val="4A5B6E"/>
                </a:solidFill>
                <a:latin typeface="Calibri"/>
              </a:rPr>
              <a:t>s other factors — interactions invisible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05DB9F-A0E2-2456-ED42-83EAE74963F9}"/>
              </a:ext>
            </a:extLst>
          </p:cNvPr>
          <p:cNvSpPr txBox="1"/>
          <p:nvPr/>
        </p:nvSpPr>
        <p:spPr>
          <a:xfrm>
            <a:off x="6537960" y="3152017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B0392E"/>
                </a:solidFill>
                <a:latin typeface="Cambria"/>
              </a:rPr>
              <a:t>−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B750A6-EBAD-BDF6-82EC-AE3C56AADA1F}"/>
              </a:ext>
            </a:extLst>
          </p:cNvPr>
          <p:cNvSpPr txBox="1"/>
          <p:nvPr/>
        </p:nvSpPr>
        <p:spPr>
          <a:xfrm>
            <a:off x="6949440" y="3152017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 dirty="0">
                <a:solidFill>
                  <a:srgbClr val="2C3E50"/>
                </a:solidFill>
                <a:latin typeface="Calibri"/>
              </a:rPr>
              <a:t>curvature at 2 levels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E75A34-66BF-1890-A487-F5E759FD21BE}"/>
              </a:ext>
            </a:extLst>
          </p:cNvPr>
          <p:cNvSpPr txBox="1"/>
          <p:nvPr/>
        </p:nvSpPr>
        <p:spPr>
          <a:xfrm>
            <a:off x="6949440" y="3517777"/>
            <a:ext cx="46177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4A5B6E"/>
                </a:solidFill>
                <a:latin typeface="Calibri"/>
              </a:rPr>
              <a:t>you fit a line through 2 points; curvature is undetectable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C0632A-0989-39BA-C7B7-9D1E988D4176}"/>
              </a:ext>
            </a:extLst>
          </p:cNvPr>
          <p:cNvSpPr txBox="1"/>
          <p:nvPr/>
        </p:nvSpPr>
        <p:spPr>
          <a:xfrm>
            <a:off x="6537960" y="4156263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B0392E"/>
                </a:solidFill>
                <a:latin typeface="Cambria"/>
              </a:rPr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279CB2-1C9B-CF25-F680-B2AB4BEEA5E9}"/>
              </a:ext>
            </a:extLst>
          </p:cNvPr>
          <p:cNvSpPr txBox="1"/>
          <p:nvPr/>
        </p:nvSpPr>
        <p:spPr>
          <a:xfrm>
            <a:off x="6949440" y="4156263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400" b="1" dirty="0">
                <a:solidFill>
                  <a:srgbClr val="2C3E50"/>
                </a:solidFill>
                <a:latin typeface="Calibri"/>
              </a:rPr>
              <a:t>n</a:t>
            </a: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o </a:t>
            </a:r>
            <a:r>
              <a:rPr sz="2400" b="1" i="0" dirty="0">
                <a:solidFill>
                  <a:srgbClr val="2C3E50"/>
                </a:solidFill>
                <a:latin typeface="Calibri"/>
              </a:rPr>
              <a:t>noise without replication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4900C3-192A-919E-C4BA-07DD3EBA2645}"/>
              </a:ext>
            </a:extLst>
          </p:cNvPr>
          <p:cNvSpPr txBox="1"/>
          <p:nvPr/>
        </p:nvSpPr>
        <p:spPr>
          <a:xfrm>
            <a:off x="6949440" y="4522023"/>
            <a:ext cx="46177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4A5B6E"/>
                </a:solidFill>
                <a:latin typeface="Calibri"/>
              </a:rPr>
              <a:t>one number per condition — can't separate signal from ε</a:t>
            </a:r>
            <a:r>
              <a:rPr lang="en-US" b="0" i="0" dirty="0">
                <a:solidFill>
                  <a:srgbClr val="4A5B6E"/>
                </a:solidFill>
                <a:latin typeface="Calibri"/>
              </a:rPr>
              <a:t> </a:t>
            </a:r>
            <a:endParaRPr b="0" i="0" dirty="0">
              <a:solidFill>
                <a:srgbClr val="4A5B6E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8F7FF1-83B4-736D-F74A-FA01AD6ED0AF}"/>
              </a:ext>
            </a:extLst>
          </p:cNvPr>
          <p:cNvSpPr txBox="1"/>
          <p:nvPr/>
        </p:nvSpPr>
        <p:spPr>
          <a:xfrm>
            <a:off x="6537960" y="5234940"/>
            <a:ext cx="365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B0392E"/>
                </a:solidFill>
                <a:latin typeface="Cambria"/>
              </a:rPr>
              <a:t>−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F1489B-6141-8B65-782D-938B351C0F9D}"/>
              </a:ext>
            </a:extLst>
          </p:cNvPr>
          <p:cNvSpPr txBox="1"/>
          <p:nvPr/>
        </p:nvSpPr>
        <p:spPr>
          <a:xfrm>
            <a:off x="6949440" y="5234940"/>
            <a:ext cx="4617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C3E50"/>
                </a:solidFill>
                <a:latin typeface="Calibri"/>
              </a:rPr>
              <a:t>drift without randomization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8C71E2-F4FE-8CEF-312A-E24B9425F097}"/>
              </a:ext>
            </a:extLst>
          </p:cNvPr>
          <p:cNvSpPr txBox="1"/>
          <p:nvPr/>
        </p:nvSpPr>
        <p:spPr>
          <a:xfrm>
            <a:off x="6949440" y="5600700"/>
            <a:ext cx="46177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 dirty="0">
                <a:solidFill>
                  <a:srgbClr val="4A5B6E"/>
                </a:solidFill>
                <a:latin typeface="Calibri"/>
              </a:rPr>
              <a:t>time trends read as fake main effects</a:t>
            </a:r>
          </a:p>
        </p:txBody>
      </p:sp>
    </p:spTree>
    <p:extLst>
      <p:ext uri="{BB962C8B-B14F-4D97-AF65-F5344CB8AC3E}">
        <p14:creationId xmlns:p14="http://schemas.microsoft.com/office/powerpoint/2010/main" val="3261410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Four ways people actually run experiments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326191-3DAD-B71B-0299-4F89F65350DF}"/>
              </a:ext>
            </a:extLst>
          </p:cNvPr>
          <p:cNvGrpSpPr/>
          <p:nvPr/>
        </p:nvGrpSpPr>
        <p:grpSpPr>
          <a:xfrm>
            <a:off x="6294123" y="1572767"/>
            <a:ext cx="5349240" cy="1918113"/>
            <a:chOff x="548640" y="1554480"/>
            <a:chExt cx="5349240" cy="1918113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554480"/>
              <a:ext cx="5349240" cy="1918113"/>
            </a:xfrm>
            <a:prstGeom prst="roundRect">
              <a:avLst>
                <a:gd name="adj" fmla="val 3000"/>
              </a:avLst>
            </a:prstGeom>
            <a:solidFill>
              <a:srgbClr val="F7F8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22959" y="1691639"/>
              <a:ext cx="5074920" cy="5232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/>
              <a:r>
                <a:rPr sz="2800" b="1" i="0" dirty="0">
                  <a:solidFill>
                    <a:srgbClr val="1E2761"/>
                  </a:solidFill>
                  <a:latin typeface="Cambria"/>
                </a:rPr>
                <a:t>O</a:t>
              </a:r>
              <a:r>
                <a:rPr lang="en-US" sz="2800" b="1" i="0" dirty="0">
                  <a:solidFill>
                    <a:srgbClr val="1E2761"/>
                  </a:solidFill>
                  <a:latin typeface="Cambria"/>
                </a:rPr>
                <a:t>ne factor at a time (OFAT)</a:t>
              </a:r>
              <a:endParaRPr sz="2800" b="1" i="0" dirty="0">
                <a:solidFill>
                  <a:srgbClr val="1E2761"/>
                </a:solidFill>
                <a:latin typeface="Cambria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59" y="2331720"/>
              <a:ext cx="5074920" cy="92333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/>
              <a:r>
                <a:rPr b="0" i="0">
                  <a:solidFill>
                    <a:srgbClr val="2C3E50"/>
                  </a:solidFill>
                  <a:latin typeface="Calibri"/>
                </a:rPr>
                <a:t>Vary one factor at a time, freezing everything else. What everyone does by default. Misses interactions completely.</a:t>
              </a:r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548639" y="1572767"/>
            <a:ext cx="5349240" cy="1918113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22959" y="1709926"/>
            <a:ext cx="5074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Informed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0007"/>
            <a:ext cx="50749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Chemistry intuition guides the next runs. Fast when intuition is right; has blind spots and is hard to audit.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2A0BBA-CD81-CFF8-EA41-42EE780D614B}"/>
              </a:ext>
            </a:extLst>
          </p:cNvPr>
          <p:cNvGrpSpPr/>
          <p:nvPr/>
        </p:nvGrpSpPr>
        <p:grpSpPr>
          <a:xfrm>
            <a:off x="6294120" y="3990187"/>
            <a:ext cx="5349240" cy="1918113"/>
            <a:chOff x="548640" y="4206240"/>
            <a:chExt cx="5349240" cy="1918113"/>
          </a:xfrm>
        </p:grpSpPr>
        <p:sp>
          <p:nvSpPr>
            <p:cNvPr id="9" name="Rounded Rectangle 8"/>
            <p:cNvSpPr/>
            <p:nvPr/>
          </p:nvSpPr>
          <p:spPr>
            <a:xfrm>
              <a:off x="548640" y="4206240"/>
              <a:ext cx="5349240" cy="1918113"/>
            </a:xfrm>
            <a:prstGeom prst="roundRect">
              <a:avLst>
                <a:gd name="adj" fmla="val 3000"/>
              </a:avLst>
            </a:prstGeom>
            <a:solidFill>
              <a:srgbClr val="F7F8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59" y="4343400"/>
              <a:ext cx="5074920" cy="52322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/>
              <a:r>
                <a:rPr lang="en-US" sz="2800" b="1" i="0" dirty="0">
                  <a:solidFill>
                    <a:srgbClr val="1E2761"/>
                  </a:solidFill>
                  <a:latin typeface="Cambria"/>
                </a:rPr>
                <a:t>Active Learning</a:t>
              </a:r>
              <a:endParaRPr sz="2800" b="1" i="0" dirty="0">
                <a:solidFill>
                  <a:srgbClr val="1E2761"/>
                </a:solidFill>
                <a:latin typeface="Cambri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2959" y="4983479"/>
              <a:ext cx="5074920" cy="923330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r>
                <a:rPr lang="en-US" dirty="0"/>
                <a:t>An iterative strategy to choose the next </a:t>
              </a:r>
              <a:r>
                <a:rPr lang="en-US" i="1" dirty="0"/>
                <a:t>most informative </a:t>
              </a:r>
              <a:r>
                <a:rPr lang="en-US" dirty="0"/>
                <a:t>experiment, i.e. will most reduce uncertainty or best improve target</a:t>
              </a:r>
              <a:endParaRPr b="0" i="0" dirty="0">
                <a:solidFill>
                  <a:srgbClr val="2C3E50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548640" y="3988696"/>
            <a:ext cx="5349240" cy="1918113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22960" y="4125856"/>
            <a:ext cx="5074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DOE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65935"/>
            <a:ext cx="5074920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0">
                <a:solidFill>
                  <a:srgbClr val="2C3E50"/>
                </a:solidFill>
                <a:latin typeface="Calibri"/>
              </a:rPr>
              <a:t>Plan the whole set of runs up front. Every main effect and every interaction, quantified — the design decides which β terms are estimable.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A visual explanation of one-factor-at-a-time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pic>
        <p:nvPicPr>
          <p:cNvPr id="3" name="Picture 2" descr="07-ofat-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371" y="1280160"/>
            <a:ext cx="4106778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120640"/>
            <a:ext cx="11155680" cy="146304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22960" y="5297715"/>
            <a:ext cx="10607040" cy="120032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b="0" i="0" dirty="0">
                <a:solidFill>
                  <a:srgbClr val="2C3E50"/>
                </a:solidFill>
                <a:latin typeface="Calibri"/>
              </a:rPr>
              <a:t>OFAT freezes each factor at its per-factor best and then moves to the next. If the factors interact</a:t>
            </a:r>
            <a:r>
              <a:rPr lang="en-US" b="0" i="0" dirty="0">
                <a:solidFill>
                  <a:srgbClr val="2C3E50"/>
                </a:solidFill>
                <a:latin typeface="Calibri"/>
              </a:rPr>
              <a:t>, e.g. </a:t>
            </a:r>
            <a:r>
              <a:rPr b="0" i="0" dirty="0">
                <a:solidFill>
                  <a:srgbClr val="2C3E50"/>
                </a:solidFill>
                <a:latin typeface="Calibri"/>
              </a:rPr>
              <a:t>if the best temperature depends on which catalyst you're using</a:t>
            </a:r>
            <a:r>
              <a:rPr lang="en-US" dirty="0">
                <a:solidFill>
                  <a:srgbClr val="2C3E50"/>
                </a:solidFill>
                <a:latin typeface="Calibri"/>
              </a:rPr>
              <a:t>,</a:t>
            </a:r>
            <a:r>
              <a:rPr b="0" i="0" dirty="0">
                <a:solidFill>
                  <a:srgbClr val="2C3E50"/>
                </a:solidFill>
                <a:latin typeface="Calibri"/>
              </a:rPr>
              <a:t> that per-factor s</a:t>
            </a:r>
            <a:r>
              <a:rPr lang="en-US" b="0" i="0" dirty="0">
                <a:solidFill>
                  <a:srgbClr val="2C3E50"/>
                </a:solidFill>
                <a:latin typeface="Calibri"/>
              </a:rPr>
              <a:t>eries</a:t>
            </a:r>
            <a:r>
              <a:rPr b="0" i="0" dirty="0">
                <a:solidFill>
                  <a:srgbClr val="2C3E50"/>
                </a:solidFill>
                <a:latin typeface="Calibri"/>
              </a:rPr>
              <a:t> never explores the corner where the interaction lives.</a:t>
            </a:r>
            <a:r>
              <a:rPr lang="en-US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b="0" i="0" dirty="0">
                <a:solidFill>
                  <a:srgbClr val="2C3E50"/>
                </a:solidFill>
                <a:latin typeface="Calibri"/>
              </a:rPr>
              <a:t>OFAT looks reasonable when factors are truly independent. In chemistry, factors are rarely independent.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Cambria"/>
              </a:rPr>
              <a:t>The DOE family </a:t>
            </a:r>
            <a:r>
              <a:rPr lang="en-US" sz="3200" b="1" dirty="0">
                <a:solidFill>
                  <a:srgbClr val="1E2761"/>
                </a:solidFill>
                <a:latin typeface="Cambria"/>
              </a:rPr>
              <a:t>(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a survey, not a how-to</a:t>
            </a:r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)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172200"/>
            <a:ext cx="1115568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0" i="1" dirty="0">
                <a:solidFill>
                  <a:srgbClr val="4A5B6E"/>
                </a:solidFill>
                <a:latin typeface="Calibri"/>
              </a:rPr>
              <a:t>Different designs answer different questions. The tutorial </a:t>
            </a:r>
            <a:r>
              <a:rPr lang="en-US" b="0" i="1" dirty="0">
                <a:solidFill>
                  <a:srgbClr val="4A5B6E"/>
                </a:solidFill>
                <a:latin typeface="Calibri"/>
              </a:rPr>
              <a:t>later </a:t>
            </a:r>
            <a:r>
              <a:rPr b="0" i="1" dirty="0">
                <a:solidFill>
                  <a:srgbClr val="4A5B6E"/>
                </a:solidFill>
                <a:latin typeface="Calibri"/>
              </a:rPr>
              <a:t>will let you feel the difference between three of them.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0B76163-F8F6-5D4F-1B86-CDF9F7E8E2FA}"/>
              </a:ext>
            </a:extLst>
          </p:cNvPr>
          <p:cNvGrpSpPr/>
          <p:nvPr/>
        </p:nvGrpSpPr>
        <p:grpSpPr>
          <a:xfrm>
            <a:off x="-14519" y="1518331"/>
            <a:ext cx="12082889" cy="4106294"/>
            <a:chOff x="-14519" y="1518331"/>
            <a:chExt cx="12082889" cy="4106294"/>
          </a:xfrm>
        </p:grpSpPr>
        <p:pic>
          <p:nvPicPr>
            <p:cNvPr id="3" name="Picture 2" descr="09-doe-family-tre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4519" y="1518331"/>
              <a:ext cx="12082889" cy="410629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1BE2DB5-164A-E226-7A8F-8B67F65D9C6B}"/>
                </a:ext>
              </a:extLst>
            </p:cNvPr>
            <p:cNvSpPr/>
            <p:nvPr/>
          </p:nvSpPr>
          <p:spPr>
            <a:xfrm>
              <a:off x="903767" y="3508744"/>
              <a:ext cx="1148317" cy="5422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C7574-04A7-EDB0-82A0-824EAB238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AAFF6C-0CAA-E26D-735A-EC35D6337AF3}"/>
              </a:ext>
            </a:extLst>
          </p:cNvPr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Cambria"/>
              </a:rPr>
              <a:t>The DOE </a:t>
            </a:r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extended 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family 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284B454F-4224-D6E2-388A-DBCAC2E1C2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02"/>
          <a:stretch>
            <a:fillRect/>
          </a:stretch>
        </p:blipFill>
        <p:spPr>
          <a:xfrm>
            <a:off x="548640" y="1229330"/>
            <a:ext cx="11039919" cy="51063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4784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Choosing factor 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45812"/>
            <a:ext cx="11155680" cy="440613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marL="285750" indent="-285750" algn="l">
              <a:lnSpc>
                <a:spcPct val="100000"/>
              </a:lnSpc>
              <a:spcBef>
                <a:spcPts val="600"/>
              </a:spcBef>
              <a:buClr>
                <a:srgbClr val="1E2761"/>
              </a:buClr>
              <a:buFont typeface="Arial"/>
              <a:buChar char="•"/>
            </a:pPr>
            <a:r>
              <a:rPr sz="2400" b="1" i="0" dirty="0">
                <a:solidFill>
                  <a:srgbClr val="2C3E50"/>
                </a:solidFill>
                <a:latin typeface="Calibri"/>
              </a:rPr>
              <a:t>Wide enough that the effect is bigger than the noise</a:t>
            </a:r>
            <a:endParaRPr lang="en-US" sz="2400" b="1" i="0" dirty="0">
              <a:solidFill>
                <a:srgbClr val="2C3E50"/>
              </a:solidFill>
              <a:latin typeface="Calibri"/>
            </a:endParaRPr>
          </a:p>
          <a:p>
            <a:pPr marL="28575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A 2 °C span probably won’t show a temperature effect. Use your domain knowledge combined with your goal. </a:t>
            </a:r>
          </a:p>
          <a:p>
            <a:pPr marL="285750" indent="-285750" algn="l">
              <a:lnSpc>
                <a:spcPct val="100000"/>
              </a:lnSpc>
              <a:spcBef>
                <a:spcPts val="600"/>
              </a:spcBef>
              <a:buClr>
                <a:srgbClr val="1E276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Narrow enough to stay physically sensible</a:t>
            </a:r>
          </a:p>
          <a:p>
            <a:pPr marL="28575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25 → 200 °C might cross a phase change, a decomposition, or a solubility limit you didn't plan for.</a:t>
            </a:r>
          </a:p>
          <a:p>
            <a:pPr marL="285750" indent="-285750" algn="l">
              <a:lnSpc>
                <a:spcPct val="100000"/>
              </a:lnSpc>
              <a:spcBef>
                <a:spcPts val="600"/>
              </a:spcBef>
              <a:buClr>
                <a:srgbClr val="1E276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Bounded by what's actually operable</a:t>
            </a:r>
          </a:p>
          <a:p>
            <a:pPr marL="28575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Reactor limits, safety, handling.</a:t>
            </a:r>
          </a:p>
          <a:p>
            <a:pPr marL="285750" indent="-285750" algn="l">
              <a:lnSpc>
                <a:spcPct val="100000"/>
              </a:lnSpc>
              <a:spcBef>
                <a:spcPts val="600"/>
              </a:spcBef>
              <a:buClr>
                <a:srgbClr val="1E276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Bounded by chemistry reality</a:t>
            </a:r>
          </a:p>
          <a:p>
            <a:pPr marL="28575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Consider range-finding experiments to identify boundaries of infeasible regions – design your corners just inside these boundaries. If you skip this step, run your DOE, and 50% of your runs don’t produce results, you will waste more time than the range-finding takes.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4D848C-D514-7BCC-86D8-D9C5758D2688}"/>
              </a:ext>
            </a:extLst>
          </p:cNvPr>
          <p:cNvSpPr txBox="1"/>
          <p:nvPr/>
        </p:nvSpPr>
        <p:spPr>
          <a:xfrm>
            <a:off x="548640" y="1200419"/>
            <a:ext cx="111556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E67E22"/>
                </a:solidFill>
                <a:latin typeface="Calibri"/>
              </a:rPr>
              <a:t>THE NUMBERS YOU PICK SCOPE WHAT YOU CAN LEARN</a:t>
            </a:r>
            <a:endParaRPr sz="1600" b="1" i="0" dirty="0">
              <a:solidFill>
                <a:srgbClr val="E67E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Constraints and forbidden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4673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Some combinations are </a:t>
            </a:r>
            <a:r>
              <a:rPr lang="en-US" sz="2400" b="1" dirty="0">
                <a:solidFill>
                  <a:srgbClr val="2C3E50"/>
                </a:solidFill>
                <a:latin typeface="Calibri"/>
              </a:rPr>
              <a:t>mathematically</a:t>
            </a:r>
            <a:r>
              <a:rPr sz="2400" b="1" dirty="0">
                <a:solidFill>
                  <a:srgbClr val="2C3E50"/>
                </a:solidFill>
                <a:latin typeface="Calibri"/>
              </a:rPr>
              <a:t> impossible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     </a:t>
            </a:r>
            <a:r>
              <a:rPr lang="en-US" sz="2000" b="0" dirty="0">
                <a:solidFill>
                  <a:srgbClr val="4A5B6E"/>
                </a:solidFill>
                <a:latin typeface="Calibri"/>
              </a:rPr>
              <a:t>e.g. </a:t>
            </a:r>
            <a:r>
              <a:rPr sz="2000" b="0" dirty="0">
                <a:solidFill>
                  <a:srgbClr val="4A5B6E"/>
                </a:solidFill>
                <a:latin typeface="Calibri"/>
              </a:rPr>
              <a:t>100% solvent A AND 100% solvent B cannot coexist</a:t>
            </a:r>
          </a:p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Some are operationally forbidden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     </a:t>
            </a:r>
            <a:r>
              <a:rPr lang="en-US" sz="2000" b="0" dirty="0">
                <a:solidFill>
                  <a:srgbClr val="4A5B6E"/>
                </a:solidFill>
                <a:latin typeface="Calibri"/>
              </a:rPr>
              <a:t>e.g. </a:t>
            </a:r>
            <a:r>
              <a:rPr sz="2000" b="0" dirty="0">
                <a:solidFill>
                  <a:srgbClr val="4A5B6E"/>
                </a:solidFill>
                <a:latin typeface="Calibri"/>
              </a:rPr>
              <a:t>high temperature + high pressure past the reactor rating</a:t>
            </a:r>
          </a:p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Some are chemically nonsensical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     </a:t>
            </a:r>
            <a:r>
              <a:rPr lang="en-US" sz="2000" b="0" dirty="0">
                <a:solidFill>
                  <a:srgbClr val="4A5B6E"/>
                </a:solidFill>
                <a:latin typeface="Calibri"/>
              </a:rPr>
              <a:t>e.g. </a:t>
            </a:r>
            <a:r>
              <a:rPr sz="2000" b="0" dirty="0">
                <a:solidFill>
                  <a:srgbClr val="4A5B6E"/>
                </a:solidFill>
                <a:latin typeface="Calibri"/>
              </a:rPr>
              <a:t>crosslinker = 0 with cure temp &gt; 150 °C — nothing cures</a:t>
            </a:r>
            <a:endParaRPr lang="en-US" sz="2000" b="0" dirty="0">
              <a:solidFill>
                <a:srgbClr val="4A5B6E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endParaRPr lang="en-US" sz="2000" dirty="0">
              <a:solidFill>
                <a:srgbClr val="4A5B6E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endParaRPr lang="en-US" sz="2000" b="0" dirty="0">
              <a:solidFill>
                <a:srgbClr val="4A5B6E"/>
              </a:solidFill>
              <a:latin typeface="Calibri"/>
            </a:endParaRPr>
          </a:p>
          <a:p>
            <a:pPr marL="342900" indent="-342900" algn="l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4A5B6E"/>
                </a:solidFill>
                <a:latin typeface="Calibri"/>
              </a:rPr>
              <a:t>What do we do with data points that produced no results because they were not testable? </a:t>
            </a:r>
            <a:endParaRPr sz="2800" b="1" dirty="0">
              <a:solidFill>
                <a:srgbClr val="4A5B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434C-E26C-5400-CAD9-F6A3872F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FCB1DC-85C4-D2AF-28F6-4E064F6F21F2}"/>
              </a:ext>
            </a:extLst>
          </p:cNvPr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3200" b="1" dirty="0">
                <a:solidFill>
                  <a:srgbClr val="1E2761"/>
                </a:solidFill>
                <a:latin typeface="Cambria"/>
              </a:rPr>
              <a:t>2</a:t>
            </a:r>
            <a:r>
              <a:rPr lang="en-US" sz="3200" b="1" baseline="30000" dirty="0">
                <a:solidFill>
                  <a:srgbClr val="1E2761"/>
                </a:solidFill>
                <a:latin typeface="Cambria"/>
              </a:rPr>
              <a:t>K</a:t>
            </a:r>
            <a:r>
              <a:rPr lang="en-US" sz="3200" b="1" dirty="0">
                <a:solidFill>
                  <a:srgbClr val="1E2761"/>
                </a:solidFill>
                <a:latin typeface="Cambria"/>
              </a:rPr>
              <a:t> full factorial – screening what matters</a:t>
            </a:r>
          </a:p>
        </p:txBody>
      </p:sp>
      <p:pic>
        <p:nvPicPr>
          <p:cNvPr id="3" name="Picture 2" descr="08-factorial-interaction.png">
            <a:extLst>
              <a:ext uri="{FF2B5EF4-FFF2-40B4-BE49-F238E27FC236}">
                <a16:creationId xmlns:a16="http://schemas.microsoft.com/office/drawing/2014/main" id="{9C8AAE79-C42D-2679-749F-B14FE64E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597"/>
          <a:stretch>
            <a:fillRect/>
          </a:stretch>
        </p:blipFill>
        <p:spPr>
          <a:xfrm>
            <a:off x="6456795" y="1425834"/>
            <a:ext cx="5071732" cy="50570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3FF8AA-EE14-315C-1897-F00B7F10566B}"/>
              </a:ext>
            </a:extLst>
          </p:cNvPr>
          <p:cNvSpPr txBox="1"/>
          <p:nvPr/>
        </p:nvSpPr>
        <p:spPr>
          <a:xfrm>
            <a:off x="663473" y="992420"/>
            <a:ext cx="5535308" cy="563231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en-US" sz="2400" b="0" i="0" dirty="0">
                <a:solidFill>
                  <a:srgbClr val="2C3E50"/>
                </a:solidFill>
                <a:latin typeface="Calibri"/>
              </a:rPr>
              <a:t>A full factorial design runs every combination of factor levels; when used for screening (2 levels) it tests every corner of your k-dimensional hypercube.</a:t>
            </a:r>
          </a:p>
          <a:p>
            <a:pPr algn="l"/>
            <a:endParaRPr lang="en-US" sz="240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lang="en-US" sz="2400" dirty="0">
                <a:solidFill>
                  <a:srgbClr val="2C3E50"/>
                </a:solidFill>
                <a:latin typeface="Calibri"/>
              </a:rPr>
              <a:t>Screening seeks to answer the question: “which factors can I ignore because they </a:t>
            </a:r>
            <a:r>
              <a:rPr lang="en-US" sz="2400" i="1" dirty="0">
                <a:solidFill>
                  <a:srgbClr val="2C3E50"/>
                </a:solidFill>
                <a:latin typeface="Calibri"/>
              </a:rPr>
              <a:t>don’t </a:t>
            </a:r>
            <a:r>
              <a:rPr lang="en-US" sz="2400" dirty="0">
                <a:solidFill>
                  <a:srgbClr val="2C3E50"/>
                </a:solidFill>
                <a:latin typeface="Calibri"/>
              </a:rPr>
              <a:t>matter?” This design</a:t>
            </a:r>
            <a:r>
              <a:rPr lang="en-US" sz="2400" b="0" i="0" dirty="0">
                <a:solidFill>
                  <a:srgbClr val="2C3E50"/>
                </a:solidFill>
                <a:latin typeface="Calibri"/>
              </a:rPr>
              <a:t> cleanly estimates every main effect and interaction with no aliasing, but the run count explodes as 2k, so once you're past ~5 factors it becomes impractical and fractional factorials or other screening designs (Plackett-Burman, definitive screening) are better.</a:t>
            </a:r>
            <a:endParaRPr sz="2400" b="0" i="0" dirty="0">
              <a:solidFill>
                <a:srgbClr val="2C3E5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9913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Thinking about interactions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pic>
        <p:nvPicPr>
          <p:cNvPr id="3" name="Picture 2" descr="08-factorial-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563" y="1280160"/>
            <a:ext cx="7738393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120640"/>
            <a:ext cx="11155680" cy="146304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390050"/>
            <a:ext cx="10607040" cy="101566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0" i="0" dirty="0">
                <a:solidFill>
                  <a:srgbClr val="2C3E50"/>
                </a:solidFill>
                <a:latin typeface="Calibri"/>
              </a:rPr>
              <a:t>The </a:t>
            </a:r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results of the </a:t>
            </a:r>
            <a:r>
              <a:rPr sz="2000" b="0" i="0" dirty="0">
                <a:solidFill>
                  <a:srgbClr val="2C3E50"/>
                </a:solidFill>
                <a:latin typeface="Calibri"/>
              </a:rPr>
              <a:t>four corners of a 2×2 factorial, plotted as two lines — one line per level of one factor. If the lines are parallel, the factors don't interact. If they aren't, the gap between their slopes IS the interaction.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 dirty="0">
                <a:solidFill>
                  <a:srgbClr val="1E2761"/>
                </a:solidFill>
                <a:latin typeface="Cambria"/>
              </a:rPr>
              <a:t>T</a:t>
            </a:r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utorial preview: t</a:t>
            </a:r>
            <a:r>
              <a:rPr sz="3200" b="1" i="0" dirty="0">
                <a:solidFill>
                  <a:srgbClr val="1E2761"/>
                </a:solidFill>
                <a:latin typeface="Cambria"/>
              </a:rPr>
              <a:t>he three shapes teams will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83719"/>
            <a:ext cx="11155680" cy="1246796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390049"/>
            <a:ext cx="10607040" cy="101566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0" i="0" dirty="0">
                <a:solidFill>
                  <a:srgbClr val="2C3E50"/>
                </a:solidFill>
                <a:latin typeface="Calibri"/>
              </a:rPr>
              <a:t>Two new bits of vocabulary: a CORNER is a run where every varied factor is at ±1; an AXIAL point is a run where one factor is at ±1 and the others are at their midpoints. Corners let you estimate interactions; axials let you estimate pure-quadratic curvature.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BEEB64-BE11-C5A6-1CDE-0FA3417A0AFF}"/>
              </a:ext>
            </a:extLst>
          </p:cNvPr>
          <p:cNvGrpSpPr/>
          <p:nvPr/>
        </p:nvGrpSpPr>
        <p:grpSpPr>
          <a:xfrm>
            <a:off x="370722" y="1294649"/>
            <a:ext cx="11597994" cy="3825991"/>
            <a:chOff x="370722" y="1294649"/>
            <a:chExt cx="11597994" cy="3825991"/>
          </a:xfrm>
        </p:grpSpPr>
        <p:pic>
          <p:nvPicPr>
            <p:cNvPr id="3" name="Picture 2" descr="14-team-shapes.png"/>
            <p:cNvPicPr>
              <a:picLocks noChangeAspect="1"/>
            </p:cNvPicPr>
            <p:nvPr/>
          </p:nvPicPr>
          <p:blipFill>
            <a:blip r:embed="rId3"/>
            <a:srcRect t="12734"/>
            <a:stretch>
              <a:fillRect/>
            </a:stretch>
          </p:blipFill>
          <p:spPr>
            <a:xfrm>
              <a:off x="370722" y="1294649"/>
              <a:ext cx="11511516" cy="38259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E880FC-B67F-C250-70E0-C3F069D47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582" t="88162"/>
            <a:stretch>
              <a:fillRect/>
            </a:stretch>
          </p:blipFill>
          <p:spPr>
            <a:xfrm>
              <a:off x="457200" y="4480391"/>
              <a:ext cx="11511516" cy="6083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1556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 dirty="0">
                <a:solidFill>
                  <a:srgbClr val="E67E22"/>
                </a:solidFill>
                <a:latin typeface="Calibri"/>
              </a:rPr>
              <a:t>PART 3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155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Analyzing your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15568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B5BDC8"/>
                </a:solidFill>
                <a:latin typeface="Calibri"/>
              </a:rPr>
              <a:t>From a table of runs to a defensible answer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A DOE analysis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691839"/>
            <a:ext cx="11155680" cy="54864"/>
          </a:xfrm>
          <a:prstGeom prst="rect">
            <a:avLst/>
          </a:prstGeom>
          <a:solidFill>
            <a:srgbClr val="B5B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1055370" y="1890471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5370" y="1890471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04871"/>
            <a:ext cx="174498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85800" y="2942030"/>
            <a:ext cx="147065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>
                <a:solidFill>
                  <a:srgbClr val="1E2761"/>
                </a:solidFill>
                <a:latin typeface="Cambria"/>
              </a:rPr>
              <a:t>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82111"/>
            <a:ext cx="1470659" cy="1323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0">
                <a:solidFill>
                  <a:srgbClr val="2C3E50"/>
                </a:solidFill>
                <a:latin typeface="Calibri"/>
              </a:rPr>
              <a:t>look at each response and each factor before any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7510" y="1890471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37510" y="1890471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0780" y="2804871"/>
            <a:ext cx="174498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2567940" y="2942030"/>
            <a:ext cx="147065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>
                <a:solidFill>
                  <a:srgbClr val="1E2761"/>
                </a:solidFill>
                <a:latin typeface="Cambria"/>
              </a:rPr>
              <a:t>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7940" y="3582111"/>
            <a:ext cx="1470659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0" dirty="0">
                <a:solidFill>
                  <a:srgbClr val="2C3E50"/>
                </a:solidFill>
                <a:latin typeface="Calibri"/>
              </a:rPr>
              <a:t>regress the response on the </a:t>
            </a:r>
            <a:r>
              <a:rPr lang="en-US" sz="1600" b="0" i="0" dirty="0">
                <a:solidFill>
                  <a:srgbClr val="2C3E50"/>
                </a:solidFill>
                <a:latin typeface="Calibri"/>
              </a:rPr>
              <a:t>selected model</a:t>
            </a:r>
            <a:endParaRPr sz="16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19649" y="1890471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9649" y="1890471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19" y="2804871"/>
            <a:ext cx="174498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450080" y="2942030"/>
            <a:ext cx="147065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>
                <a:solidFill>
                  <a:srgbClr val="1E2761"/>
                </a:solidFill>
                <a:latin typeface="Cambria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3582111"/>
            <a:ext cx="1470659" cy="1323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0">
                <a:solidFill>
                  <a:srgbClr val="2C3E50"/>
                </a:solidFill>
                <a:latin typeface="Calibri"/>
              </a:rPr>
              <a:t>residuals, R², Lack of Fit — does the model actually match the data?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1789" y="1890471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01789" y="1890471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5059" y="2804871"/>
            <a:ext cx="174498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332219" y="2942030"/>
            <a:ext cx="147065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>
                <a:solidFill>
                  <a:srgbClr val="1E2761"/>
                </a:solidFill>
                <a:latin typeface="Cambria"/>
              </a:rPr>
              <a:t>Reduce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2219" y="3582111"/>
            <a:ext cx="1470659" cy="1323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0">
                <a:solidFill>
                  <a:srgbClr val="2C3E50"/>
                </a:solidFill>
                <a:latin typeface="Calibri"/>
              </a:rPr>
              <a:t>drop terms that don't matter; keep the model as small as it can 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3929" y="1890471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83929" y="1890471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7199" y="2804871"/>
            <a:ext cx="174498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8214359" y="2942030"/>
            <a:ext cx="147065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>
                <a:solidFill>
                  <a:srgbClr val="1E2761"/>
                </a:solidFill>
                <a:latin typeface="Cambria"/>
              </a:rPr>
              <a:t>Interpret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4359" y="3582111"/>
            <a:ext cx="1470659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0">
                <a:solidFill>
                  <a:srgbClr val="2C3E50"/>
                </a:solidFill>
                <a:latin typeface="Calibri"/>
              </a:rPr>
              <a:t>main effects, interaction plots, prediction profiler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66069" y="1890471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66069" y="1890471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59340" y="2804871"/>
            <a:ext cx="174498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10096500" y="2942030"/>
            <a:ext cx="147065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>
                <a:solidFill>
                  <a:srgbClr val="1E2761"/>
                </a:solidFill>
                <a:latin typeface="Cambria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6500" y="3582111"/>
            <a:ext cx="1470659" cy="1323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i="0">
                <a:solidFill>
                  <a:srgbClr val="2C3E50"/>
                </a:solidFill>
                <a:latin typeface="Calibri"/>
              </a:rPr>
              <a:t>run a confirmation experiment at the predicted best condition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155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THE FIRST ANALYSIS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 i="0">
                <a:solidFill>
                  <a:srgbClr val="1E2761"/>
                </a:solidFill>
                <a:latin typeface="Cambria"/>
              </a:rPr>
              <a:t>Is the difference real?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280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15568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 dirty="0">
                <a:solidFill>
                  <a:srgbClr val="2C3E50"/>
                </a:solidFill>
                <a:latin typeface="Calibri"/>
              </a:rPr>
              <a:t>Given that every measurement has noise, is the difference between conditions bigger than what noise alone would produce? That's what comparing groups statistically is designed to answer — with a t-test, ANOVA, or an F-test on regression coefficients.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37760"/>
            <a:ext cx="11155680" cy="14630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27432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FOR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1069848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1" dirty="0">
                <a:solidFill>
                  <a:srgbClr val="2C3E50"/>
                </a:solidFill>
                <a:latin typeface="Calibri"/>
              </a:rPr>
              <a:t>Two catalysts, three runs each. Catalyst A yields 68, 71, 69 percent. Catalyst B yields 72, 74, 71 percent. Different means</a:t>
            </a:r>
            <a:r>
              <a:rPr lang="en-US" sz="2000" b="0" i="1" dirty="0">
                <a:solidFill>
                  <a:srgbClr val="2C3E50"/>
                </a:solidFill>
                <a:latin typeface="Calibri"/>
              </a:rPr>
              <a:t>,</a:t>
            </a:r>
            <a:r>
              <a:rPr sz="2000" b="0" i="1" dirty="0">
                <a:solidFill>
                  <a:srgbClr val="2C3E50"/>
                </a:solidFill>
                <a:latin typeface="Calibri"/>
              </a:rPr>
              <a:t> but the spreads overlap. </a:t>
            </a:r>
            <a:r>
              <a:rPr lang="en-US" sz="2000" b="0" i="1" dirty="0">
                <a:solidFill>
                  <a:srgbClr val="2C3E50"/>
                </a:solidFill>
                <a:latin typeface="Calibri"/>
              </a:rPr>
              <a:t>How confident can we be that the difference isn’t noise? </a:t>
            </a:r>
            <a:endParaRPr sz="2000" b="0" i="1" dirty="0">
              <a:solidFill>
                <a:srgbClr val="2C3E50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EC2F1E-D2A9-A5FD-3F1D-E174BE1D0649}"/>
                  </a:ext>
                </a:extLst>
              </p:cNvPr>
              <p:cNvSpPr txBox="1"/>
              <p:nvPr/>
            </p:nvSpPr>
            <p:spPr>
              <a:xfrm>
                <a:off x="3336815" y="3772674"/>
                <a:ext cx="551837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EC2F1E-D2A9-A5FD-3F1D-E174BE1D0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815" y="3772674"/>
                <a:ext cx="551837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Comparing groups — signal vs within-group spread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848447"/>
            <a:ext cx="11155680" cy="1735233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4922783"/>
            <a:ext cx="10607040" cy="1631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0" i="0" dirty="0">
                <a:solidFill>
                  <a:srgbClr val="2C3E50"/>
                </a:solidFill>
                <a:latin typeface="Calibri"/>
              </a:rPr>
              <a:t>The test that answers 'is the difference real' compares two variances: the variance BETWEEN group means and the variance WITHIN each group. If the between-group signal is much bigger than the within-group noise, the difference is real. If not, the noise could explain the pattern.</a:t>
            </a:r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2C3E50"/>
                </a:solidFill>
                <a:latin typeface="Calibri"/>
              </a:rPr>
              <a:t>This is the F-ratio at the heart of ANOVA. Every regression coefficient's p-value is a variation on the same idea: this coefficient's size vs the residual noise.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7EEACC-BFDF-5469-C13D-8724340A09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38" b="11201"/>
          <a:stretch>
            <a:fillRect/>
          </a:stretch>
        </p:blipFill>
        <p:spPr>
          <a:xfrm>
            <a:off x="0" y="1737360"/>
            <a:ext cx="12192000" cy="27495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DB16-D85D-0BEC-6380-5B5B14B0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301074-89CA-4C87-C410-E2BA3A7547E9}"/>
              </a:ext>
            </a:extLst>
          </p:cNvPr>
          <p:cNvSpPr txBox="1"/>
          <p:nvPr/>
        </p:nvSpPr>
        <p:spPr>
          <a:xfrm>
            <a:off x="548640" y="365760"/>
            <a:ext cx="11155680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dirty="0">
                <a:solidFill>
                  <a:srgbClr val="1E2761"/>
                </a:solidFill>
                <a:latin typeface="Cambria"/>
              </a:rPr>
              <a:t>Analysis of DOE results uses the probabilistic linear regression toolkit you learned previously 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6B996-C67E-58E3-2EAA-5F76BA250132}"/>
              </a:ext>
            </a:extLst>
          </p:cNvPr>
          <p:cNvSpPr txBox="1"/>
          <p:nvPr/>
        </p:nvSpPr>
        <p:spPr>
          <a:xfrm>
            <a:off x="357254" y="1988288"/>
            <a:ext cx="5990937" cy="4104168"/>
          </a:xfrm>
          <a:prstGeom prst="rect">
            <a:avLst/>
          </a:prstGeom>
          <a:noFill/>
        </p:spPr>
        <p:txBody>
          <a:bodyPr wrap="square" lIns="45720" rIns="45720" anchor="t">
            <a:normAutofit fontScale="85000" lnSpcReduction="20000"/>
          </a:bodyPr>
          <a:lstStyle/>
          <a:p>
            <a:pPr algn="l">
              <a:spcBef>
                <a:spcPts val="600"/>
              </a:spcBef>
              <a:buClr>
                <a:srgbClr val="1E2761"/>
              </a:buClr>
            </a:pPr>
            <a:r>
              <a:rPr lang="en-US" sz="2400" b="1" dirty="0">
                <a:solidFill>
                  <a:srgbClr val="2C3E50"/>
                </a:solidFill>
                <a:latin typeface="Calibri"/>
              </a:rPr>
              <a:t>Step 1: Analysis of Variance (ANOVA) is the workhorse</a:t>
            </a:r>
          </a:p>
          <a:p>
            <a:pPr algn="l">
              <a:spcBef>
                <a:spcPts val="600"/>
              </a:spcBef>
              <a:buClr>
                <a:srgbClr val="1E2761"/>
              </a:buClr>
            </a:pPr>
            <a:endParaRPr lang="en-US" sz="2400" b="1" i="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600"/>
              </a:spcBef>
              <a:buClr>
                <a:srgbClr val="1E2761"/>
              </a:buClr>
            </a:pPr>
            <a:r>
              <a:rPr lang="en-US" sz="2400" dirty="0">
                <a:solidFill>
                  <a:srgbClr val="2C3E50"/>
                </a:solidFill>
                <a:latin typeface="Calibri"/>
              </a:rPr>
              <a:t>Additional Steps:</a:t>
            </a:r>
          </a:p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3E50"/>
                </a:solidFill>
                <a:latin typeface="Calibri"/>
              </a:rPr>
              <a:t>Visualize residuals and test for normality (you shouldn’t see any patterns)</a:t>
            </a:r>
          </a:p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3E50"/>
                </a:solidFill>
                <a:latin typeface="Calibri"/>
              </a:rPr>
              <a:t>Lack-of-fit test – are you missing curvature?</a:t>
            </a:r>
          </a:p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3E50"/>
                </a:solidFill>
                <a:latin typeface="Calibri"/>
              </a:rPr>
              <a:t>Trim insignificant variables (with hierarchy for interaction terms), re-fit model</a:t>
            </a:r>
          </a:p>
          <a:p>
            <a:pPr marL="800100" lvl="1" indent="-342900">
              <a:spcBef>
                <a:spcPts val="600"/>
              </a:spcBef>
              <a:buClr>
                <a:srgbClr val="1E276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3E50"/>
                </a:solidFill>
                <a:latin typeface="Calibri"/>
              </a:rPr>
              <a:t>Overall model F-test</a:t>
            </a:r>
          </a:p>
          <a:p>
            <a:pPr marL="342900" indent="-342900">
              <a:spcBef>
                <a:spcPts val="600"/>
              </a:spcBef>
              <a:buClr>
                <a:srgbClr val="1E276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3E50"/>
                </a:solidFill>
                <a:latin typeface="Calibri"/>
              </a:rPr>
              <a:t>Identify and check high-leverage points</a:t>
            </a:r>
          </a:p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C3E50"/>
              </a:solidFill>
              <a:latin typeface="Calibri"/>
            </a:endParaRPr>
          </a:p>
          <a:p>
            <a:pPr>
              <a:spcBef>
                <a:spcPts val="600"/>
              </a:spcBef>
              <a:buClr>
                <a:srgbClr val="1E2761"/>
              </a:buClr>
            </a:pPr>
            <a:r>
              <a:rPr lang="en-US" sz="2400" dirty="0">
                <a:hlinkClick r:id="rId3"/>
              </a:rPr>
              <a:t>NIST Engineering Statistics Handbook - 5.4: Analysis of DOE data</a:t>
            </a:r>
            <a:endParaRPr lang="en-US" sz="2400" dirty="0">
              <a:solidFill>
                <a:srgbClr val="2C3E50"/>
              </a:solidFill>
              <a:latin typeface="Calibri"/>
            </a:endParaRPr>
          </a:p>
          <a:p>
            <a:pPr algn="l">
              <a:spcBef>
                <a:spcPts val="600"/>
              </a:spcBef>
              <a:buClr>
                <a:srgbClr val="1E2761"/>
              </a:buClr>
            </a:pPr>
            <a:endParaRPr lang="en-US" i="0" dirty="0">
              <a:solidFill>
                <a:srgbClr val="4A5B6E"/>
              </a:solidFill>
              <a:latin typeface="Calibri"/>
            </a:endParaRPr>
          </a:p>
        </p:txBody>
      </p:sp>
      <p:pic>
        <p:nvPicPr>
          <p:cNvPr id="9" name="Picture 8" descr="A DOE in a Manufacturing Environment (Part 2)">
            <a:extLst>
              <a:ext uri="{FF2B5EF4-FFF2-40B4-BE49-F238E27FC236}">
                <a16:creationId xmlns:a16="http://schemas.microsoft.com/office/drawing/2014/main" id="{9ADF8FCD-6591-A123-658F-86EF5EBE8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191" y="1988288"/>
            <a:ext cx="5495925" cy="3667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557CB7-EAF7-0ADD-D20A-FF01A8942910}"/>
              </a:ext>
            </a:extLst>
          </p:cNvPr>
          <p:cNvSpPr txBox="1"/>
          <p:nvPr/>
        </p:nvSpPr>
        <p:spPr>
          <a:xfrm>
            <a:off x="7479119" y="5691223"/>
            <a:ext cx="4712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A DOE in a Manufacturing Environment (Part 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005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Statistical significance and practical significance are different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07534"/>
            <a:ext cx="54864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Statistical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807534"/>
            <a:ext cx="54864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Practical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47614"/>
            <a:ext cx="5486400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2C3E50"/>
                </a:solidFill>
                <a:latin typeface="Calibri"/>
              </a:rPr>
              <a:t>•  Question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A5B6E"/>
                </a:solidFill>
                <a:latin typeface="Calibri"/>
              </a:rPr>
              <a:t>     could noise alone have produced this?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2C3E50"/>
                </a:solidFill>
                <a:latin typeface="Calibri"/>
              </a:rPr>
              <a:t>•  Answer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A5B6E"/>
                </a:solidFill>
                <a:latin typeface="Calibri"/>
              </a:rPr>
              <a:t>     a p-value, a confidence interval, a test statistic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2C3E50"/>
                </a:solidFill>
                <a:latin typeface="Calibri"/>
              </a:rPr>
              <a:t>•  Depends 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A5B6E"/>
                </a:solidFill>
                <a:latin typeface="Calibri"/>
              </a:rPr>
              <a:t>     the size of the effect AND the number of runs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2C3E50"/>
                </a:solidFill>
                <a:latin typeface="Calibri"/>
              </a:rPr>
              <a:t>•  Failure mode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A5B6E"/>
                </a:solidFill>
                <a:latin typeface="Calibri"/>
              </a:rPr>
              <a:t>     a tiny effect with a huge sample looks significant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447614"/>
            <a:ext cx="5486400" cy="421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Question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     is the effect big enough to change my decision?</a:t>
            </a:r>
          </a:p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Answer</a:t>
            </a:r>
          </a:p>
          <a:p>
            <a:pPr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     a judgment about what matters for the process</a:t>
            </a:r>
          </a:p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Depends on</a:t>
            </a:r>
          </a:p>
          <a:p>
            <a:pPr marL="287338"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the cost of the change and the value of the </a:t>
            </a:r>
            <a:r>
              <a:rPr lang="en-US" sz="2000" b="0" dirty="0">
                <a:solidFill>
                  <a:srgbClr val="4A5B6E"/>
                </a:solidFill>
                <a:latin typeface="Calibri"/>
              </a:rPr>
              <a:t>  </a:t>
            </a:r>
            <a:r>
              <a:rPr sz="2000" b="0" dirty="0">
                <a:solidFill>
                  <a:srgbClr val="4A5B6E"/>
                </a:solidFill>
                <a:latin typeface="Calibri"/>
              </a:rPr>
              <a:t>improvement</a:t>
            </a:r>
          </a:p>
          <a:p>
            <a:pPr algn="l">
              <a:spcAft>
                <a:spcPts val="800"/>
              </a:spcAft>
            </a:pPr>
            <a:r>
              <a:rPr sz="2400" b="1" dirty="0">
                <a:solidFill>
                  <a:srgbClr val="2C3E50"/>
                </a:solidFill>
                <a:latin typeface="Calibri"/>
              </a:rPr>
              <a:t>•  Failure mode</a:t>
            </a:r>
          </a:p>
          <a:p>
            <a:pPr marL="287338" algn="l">
              <a:spcAft>
                <a:spcPts val="1000"/>
              </a:spcAft>
            </a:pPr>
            <a:r>
              <a:rPr sz="2000" b="0" dirty="0">
                <a:solidFill>
                  <a:srgbClr val="4A5B6E"/>
                </a:solidFill>
                <a:latin typeface="Calibri"/>
              </a:rPr>
              <a:t>a huge </a:t>
            </a:r>
            <a:r>
              <a:rPr lang="en-US" sz="2000" b="0" dirty="0">
                <a:solidFill>
                  <a:srgbClr val="4A5B6E"/>
                </a:solidFill>
                <a:latin typeface="Calibri"/>
              </a:rPr>
              <a:t>naïve </a:t>
            </a:r>
            <a:r>
              <a:rPr sz="2000" b="0" dirty="0">
                <a:solidFill>
                  <a:srgbClr val="4A5B6E"/>
                </a:solidFill>
                <a:latin typeface="Calibri"/>
              </a:rPr>
              <a:t>effect with </a:t>
            </a:r>
            <a:r>
              <a:rPr lang="en-US" sz="2000" b="0" dirty="0">
                <a:solidFill>
                  <a:srgbClr val="4A5B6E"/>
                </a:solidFill>
                <a:latin typeface="Calibri"/>
              </a:rPr>
              <a:t>too few runs or too large may not be statistically significant</a:t>
            </a:r>
            <a:endParaRPr sz="2000" b="0" dirty="0">
              <a:solidFill>
                <a:srgbClr val="4A5B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Before you claim you're done — the verification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38154"/>
            <a:ext cx="10515600" cy="3854302"/>
          </a:xfrm>
          <a:prstGeom prst="rect">
            <a:avLst/>
          </a:prstGeom>
          <a:noFill/>
        </p:spPr>
        <p:txBody>
          <a:bodyPr wrap="square" lIns="45720" rIns="45720" anchor="t">
            <a:normAutofit/>
          </a:bodyPr>
          <a:lstStyle/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+mj-lt"/>
              <a:buAutoNum type="arabicPeriod"/>
            </a:pPr>
            <a:r>
              <a:rPr sz="2400" b="1" i="0" dirty="0">
                <a:solidFill>
                  <a:srgbClr val="2C3E50"/>
                </a:solidFill>
                <a:latin typeface="Calibri"/>
              </a:rPr>
              <a:t>Pick your predicted-best condition</a:t>
            </a:r>
            <a:endParaRPr lang="en-US" sz="2400" b="1" i="0" dirty="0">
              <a:solidFill>
                <a:srgbClr val="2C3E50"/>
              </a:solidFill>
              <a:latin typeface="Calibri"/>
            </a:endParaRPr>
          </a:p>
          <a:p>
            <a:pPr marL="34290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the point on the fitted surface where your objective is optimized</a:t>
            </a:r>
          </a:p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+mj-lt"/>
              <a:buAutoNum type="arabicPeriod" startAt="2"/>
            </a:pP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Run 2-3 confirmation experiments at that condition</a:t>
            </a:r>
          </a:p>
          <a:p>
            <a:pPr marL="34290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not one — you need to see the noise around the point too</a:t>
            </a:r>
          </a:p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+mj-lt"/>
              <a:buAutoNum type="arabicPeriod" startAt="3"/>
            </a:pP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Compute the mean and a confidence interval</a:t>
            </a:r>
          </a:p>
          <a:p>
            <a:pPr marL="34290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against the model's prediction and its own confidence interval</a:t>
            </a:r>
          </a:p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+mj-lt"/>
              <a:buAutoNum type="arabicPeriod" startAt="4"/>
            </a:pP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If they agree — you can trust the research</a:t>
            </a:r>
          </a:p>
          <a:p>
            <a:pPr marL="34290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the fitted model predicts observed reality at the predicted best</a:t>
            </a:r>
          </a:p>
          <a:p>
            <a:pPr marL="342900" indent="-342900" algn="l">
              <a:spcBef>
                <a:spcPts val="600"/>
              </a:spcBef>
              <a:buClr>
                <a:srgbClr val="1E2761"/>
              </a:buClr>
              <a:buFont typeface="+mj-lt"/>
              <a:buAutoNum type="arabicPeriod" startAt="5"/>
            </a:pP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If they don't — something is off</a:t>
            </a:r>
          </a:p>
          <a:p>
            <a:pPr marL="342900" indent="0" algn="l">
              <a:buNone/>
            </a:pPr>
            <a:r>
              <a:rPr lang="en-US" b="0" i="0" dirty="0">
                <a:solidFill>
                  <a:srgbClr val="4A5B6E"/>
                </a:solidFill>
                <a:latin typeface="Calibri"/>
              </a:rPr>
              <a:t>extrapolation, missed factor, changed process, drift since the DOE. Investigate before you scale up.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C2F3D-90B7-47A8-465C-3D1D72CE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5E0B5D-D235-EE33-7FA5-663AB77DA0F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F7246-4774-881A-2ABE-CA7ABBC6CE64}"/>
              </a:ext>
            </a:extLst>
          </p:cNvPr>
          <p:cNvSpPr txBox="1"/>
          <p:nvPr/>
        </p:nvSpPr>
        <p:spPr>
          <a:xfrm>
            <a:off x="548640" y="2560320"/>
            <a:ext cx="111556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E67E22"/>
                </a:solidFill>
                <a:latin typeface="Calibri"/>
              </a:rPr>
              <a:t>AN ASIDE</a:t>
            </a:r>
            <a:endParaRPr sz="1600" b="1" i="0" dirty="0">
              <a:solidFill>
                <a:srgbClr val="E67E22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C04C7-45A2-6E0F-9D6F-FD5CB63CC598}"/>
              </a:ext>
            </a:extLst>
          </p:cNvPr>
          <p:cNvSpPr txBox="1"/>
          <p:nvPr/>
        </p:nvSpPr>
        <p:spPr>
          <a:xfrm>
            <a:off x="548640" y="3108960"/>
            <a:ext cx="1115568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4400" b="1" i="0" dirty="0">
                <a:solidFill>
                  <a:srgbClr val="FFFFFF"/>
                </a:solidFill>
                <a:latin typeface="Cambria"/>
              </a:rPr>
              <a:t>Comparing Experimental Approaches</a:t>
            </a:r>
            <a:endParaRPr sz="4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43907-8328-D1D4-9008-8E33E84BCF32}"/>
              </a:ext>
            </a:extLst>
          </p:cNvPr>
          <p:cNvSpPr txBox="1"/>
          <p:nvPr/>
        </p:nvSpPr>
        <p:spPr>
          <a:xfrm>
            <a:off x="548640" y="4572000"/>
            <a:ext cx="1115568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000" b="0" i="0" dirty="0">
                <a:solidFill>
                  <a:srgbClr val="B5BDC8"/>
                </a:solidFill>
                <a:latin typeface="Calibri"/>
              </a:rPr>
              <a:t>DOE vs. Active Learning</a:t>
            </a:r>
            <a:endParaRPr sz="2000" b="0" i="0" dirty="0">
              <a:solidFill>
                <a:srgbClr val="B5BDC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5500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DOE vs. Adaptive Sampling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pic>
        <p:nvPicPr>
          <p:cNvPr id="3" name="Picture 2" descr="10-grid-vs-adap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995" y="1471546"/>
            <a:ext cx="8974009" cy="455711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63B4-DF81-2B39-6A26-0FD620B80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D78CE4-E2F8-1D2C-432B-69E64EF93566}"/>
              </a:ext>
            </a:extLst>
          </p:cNvPr>
          <p:cNvSpPr txBox="1"/>
          <p:nvPr/>
        </p:nvSpPr>
        <p:spPr>
          <a:xfrm>
            <a:off x="548640" y="365760"/>
            <a:ext cx="1115568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E2761"/>
                </a:solidFill>
                <a:latin typeface="Cambria"/>
              </a:rPr>
              <a:t>DoE vs. BO: “No free lunch”</a:t>
            </a:r>
            <a:endParaRPr sz="3200" b="1" i="0" dirty="0">
              <a:solidFill>
                <a:srgbClr val="1E2761"/>
              </a:solidFill>
              <a:latin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A6BFB-FFF2-E648-0509-75198241DD6C}"/>
              </a:ext>
            </a:extLst>
          </p:cNvPr>
          <p:cNvSpPr txBox="1"/>
          <p:nvPr/>
        </p:nvSpPr>
        <p:spPr>
          <a:xfrm>
            <a:off x="6333054" y="1998825"/>
            <a:ext cx="5554516" cy="27699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03530" marR="63500" indent="-303530"/>
            <a:r>
              <a:rPr lang="en-US" sz="2000" b="1" dirty="0">
                <a:solidFill>
                  <a:srgbClr val="098AFF"/>
                </a:solidFill>
                <a:latin typeface="+mj-lt"/>
                <a:ea typeface="Roboto"/>
                <a:cs typeface="Arial"/>
              </a:rPr>
              <a:t>  BO: </a:t>
            </a:r>
            <a:r>
              <a:rPr lang="en-US" sz="2000" b="1" i="1" dirty="0">
                <a:solidFill>
                  <a:srgbClr val="098AFF"/>
                </a:solidFill>
                <a:latin typeface="+mj-lt"/>
                <a:ea typeface="Roboto"/>
                <a:cs typeface="Arial"/>
              </a:rPr>
              <a:t>Bayesian Optimization</a:t>
            </a:r>
          </a:p>
          <a:p>
            <a:pPr marL="303530" marR="63500" indent="-303530"/>
            <a:endParaRPr lang="en-US" sz="500" b="1" i="1" dirty="0">
              <a:solidFill>
                <a:srgbClr val="098AFF"/>
              </a:solidFill>
              <a:latin typeface="+mj-lt"/>
              <a:ea typeface="Roboto"/>
              <a:cs typeface="Arial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cs typeface="Calibri"/>
              </a:rPr>
              <a:t>You want to optimize your reaction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300" dirty="0"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ea typeface="Roboto"/>
                <a:cs typeface="Arial"/>
              </a:rPr>
              <a:t>Provide adaptive and autonomous </a:t>
            </a:r>
            <a:r>
              <a:rPr lang="en-US" sz="2000" dirty="0">
                <a:ea typeface="+mn-lt"/>
                <a:cs typeface="+mn-lt"/>
              </a:rPr>
              <a:t>balance between exploration and exploitation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300" dirty="0">
              <a:ea typeface="+mn-lt"/>
              <a:cs typeface="+mn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cs typeface="Calibri"/>
              </a:rPr>
              <a:t>Find best solutions faster, but sacrifice interpretation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300" dirty="0"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cs typeface="Calibri"/>
              </a:rPr>
              <a:t>Limited predictive power in a small subset of the design space </a:t>
            </a:r>
            <a:endParaRPr lang="en-US" sz="2000" dirty="0">
              <a:latin typeface="+mj-lt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3A034-9C66-BA94-D844-6B6C87844723}"/>
              </a:ext>
            </a:extLst>
          </p:cNvPr>
          <p:cNvSpPr txBox="1"/>
          <p:nvPr/>
        </p:nvSpPr>
        <p:spPr>
          <a:xfrm>
            <a:off x="541484" y="2056872"/>
            <a:ext cx="5554516" cy="27699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DEA400"/>
                </a:solidFill>
                <a:latin typeface="+mj-lt"/>
                <a:ea typeface="Roboto"/>
                <a:cs typeface="Arial"/>
              </a:rPr>
              <a:t>DOE: </a:t>
            </a:r>
            <a:r>
              <a:rPr lang="en-US" sz="2000" b="1" i="1" dirty="0">
                <a:solidFill>
                  <a:srgbClr val="DEA400"/>
                </a:solidFill>
                <a:latin typeface="+mj-lt"/>
                <a:ea typeface="Roboto"/>
                <a:cs typeface="Arial"/>
              </a:rPr>
              <a:t>Designed Experimentation</a:t>
            </a:r>
          </a:p>
          <a:p>
            <a:endParaRPr lang="en-US" sz="500" b="1" i="1" dirty="0">
              <a:solidFill>
                <a:srgbClr val="DEA400"/>
              </a:solidFill>
              <a:latin typeface="+mj-lt"/>
              <a:ea typeface="Roboto"/>
              <a:cs typeface="Arial"/>
            </a:endParaRPr>
          </a:p>
          <a:p>
            <a:pPr marL="380365" indent="-380365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  <a:ea typeface="+mn-lt"/>
                <a:cs typeface="+mn-lt"/>
              </a:rPr>
              <a:t>Build quality model to help screen or optimize</a:t>
            </a:r>
            <a:endParaRPr lang="en-US" sz="2000" dirty="0">
              <a:latin typeface="+mj-lt"/>
              <a:cs typeface="Calibri"/>
            </a:endParaRPr>
          </a:p>
          <a:p>
            <a:pPr marL="380365" indent="-380365">
              <a:buFont typeface="Wingdings" panose="05000000000000000000" pitchFamily="2" charset="2"/>
              <a:buChar char="§"/>
            </a:pPr>
            <a:endParaRPr lang="en-US" sz="300" dirty="0">
              <a:latin typeface="+mj-lt"/>
              <a:ea typeface="Roboto"/>
              <a:cs typeface="Arial"/>
            </a:endParaRPr>
          </a:p>
          <a:p>
            <a:pPr marL="380365" indent="-380365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  <a:ea typeface="Roboto"/>
                <a:cs typeface="Arial"/>
              </a:rPr>
              <a:t>Explore the entire input space to b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Roboto"/>
                <a:cs typeface="Arial"/>
              </a:rPr>
              <a:t>uild </a:t>
            </a:r>
            <a:r>
              <a:rPr lang="en-US" sz="2000" dirty="0">
                <a:latin typeface="+mj-lt"/>
                <a:ea typeface="Roboto"/>
                <a:cs typeface="Arial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Roboto"/>
                <a:cs typeface="Arial"/>
              </a:rPr>
              <a:t> good model, </a:t>
            </a:r>
            <a:r>
              <a:rPr lang="en-US" sz="2000" dirty="0">
                <a:latin typeface="+mj-lt"/>
                <a:ea typeface="Roboto"/>
                <a:cs typeface="Arial"/>
              </a:rPr>
              <a:t>applicable for future studies</a:t>
            </a:r>
            <a:endParaRPr lang="en-US" sz="2000" dirty="0">
              <a:latin typeface="+mj-lt"/>
              <a:ea typeface="+mn-lt"/>
              <a:cs typeface="+mn-lt"/>
            </a:endParaRPr>
          </a:p>
          <a:p>
            <a:pPr marL="380365" indent="-380365">
              <a:buFont typeface="Wingdings" panose="05000000000000000000" pitchFamily="2" charset="2"/>
              <a:buChar char="§"/>
            </a:pPr>
            <a:endParaRPr lang="en-US" sz="300" dirty="0">
              <a:latin typeface="+mj-lt"/>
              <a:ea typeface="+mn-lt"/>
              <a:cs typeface="+mn-lt"/>
            </a:endParaRPr>
          </a:p>
          <a:p>
            <a:pPr marL="380365" indent="-380365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  <a:ea typeface="+mn-lt"/>
                <a:cs typeface="+mn-lt"/>
              </a:rPr>
              <a:t>More explanation possible, but require more experimental budget</a:t>
            </a:r>
          </a:p>
          <a:p>
            <a:pPr marL="380365" indent="-380365">
              <a:buFont typeface="Wingdings" panose="05000000000000000000" pitchFamily="2" charset="2"/>
              <a:buChar char="§"/>
            </a:pPr>
            <a:endParaRPr lang="en-US" sz="300" dirty="0">
              <a:latin typeface="+mj-lt"/>
              <a:ea typeface="+mn-lt"/>
              <a:cs typeface="+mn-lt"/>
            </a:endParaRPr>
          </a:p>
          <a:p>
            <a:pPr marL="380365" indent="-380365"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  <a:ea typeface="+mn-lt"/>
                <a:cs typeface="+mn-lt"/>
              </a:rPr>
              <a:t>Provide a predictive model in the design space</a:t>
            </a:r>
          </a:p>
          <a:p>
            <a:pPr algn="ctr"/>
            <a:endParaRPr lang="en-US" sz="2000" dirty="0">
              <a:latin typeface="+mj-lt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CFF22-9B3C-8893-08A6-ED259A3CE102}"/>
              </a:ext>
            </a:extLst>
          </p:cNvPr>
          <p:cNvSpPr txBox="1"/>
          <p:nvPr/>
        </p:nvSpPr>
        <p:spPr>
          <a:xfrm>
            <a:off x="541485" y="1074225"/>
            <a:ext cx="10392362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3530" marR="63500" indent="-303530">
              <a:spcBef>
                <a:spcPts val="0"/>
              </a:spcBef>
            </a:pPr>
            <a:r>
              <a:rPr lang="en-US" sz="2400" b="1" dirty="0">
                <a:latin typeface="+mj-lt"/>
                <a:ea typeface="Roboto"/>
                <a:cs typeface="Arial"/>
              </a:rPr>
              <a:t>Similarity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+mj-lt"/>
                <a:ea typeface="Roboto"/>
                <a:cs typeface="Arial"/>
              </a:rPr>
              <a:t>: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Roboto"/>
                <a:cs typeface="Arial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Roboto"/>
                <a:cs typeface="Arial"/>
              </a:rPr>
              <a:t>utilize simulation or experiment results, help to guide the next step experiment(s)</a:t>
            </a:r>
          </a:p>
          <a:p>
            <a:pPr marL="303530" marR="63500" indent="-303530">
              <a:spcBef>
                <a:spcPts val="600"/>
              </a:spcBef>
            </a:pPr>
            <a:r>
              <a:rPr lang="en-US" sz="2400" b="1" dirty="0">
                <a:latin typeface="+mj-lt"/>
                <a:ea typeface="Roboto"/>
                <a:cs typeface="Arial"/>
              </a:rPr>
              <a:t>Differences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+mj-lt"/>
                <a:ea typeface="Roboto"/>
                <a:cs typeface="Arial"/>
              </a:rPr>
              <a:t>: </a:t>
            </a:r>
            <a:endParaRPr lang="en-US" sz="2400" b="1" dirty="0">
              <a:solidFill>
                <a:schemeClr val="bg2">
                  <a:lumMod val="25000"/>
                </a:schemeClr>
              </a:solidFill>
              <a:latin typeface="+mj-lt"/>
              <a:ea typeface="Robo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9E72B7-D28B-85CD-FB51-1E7A96D4B52B}"/>
              </a:ext>
            </a:extLst>
          </p:cNvPr>
          <p:cNvGrpSpPr/>
          <p:nvPr/>
        </p:nvGrpSpPr>
        <p:grpSpPr>
          <a:xfrm>
            <a:off x="7069027" y="5055068"/>
            <a:ext cx="3303209" cy="1641014"/>
            <a:chOff x="7234654" y="4451108"/>
            <a:chExt cx="3303209" cy="16410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5BD9EE-9A5A-3138-C9AA-AFFFCF9E13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7956" b="17438"/>
            <a:stretch/>
          </p:blipFill>
          <p:spPr>
            <a:xfrm flipH="1">
              <a:off x="7234654" y="4760086"/>
              <a:ext cx="3303209" cy="1332036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157D7AC-EAFA-07B7-4AC5-CA6A0033DBDD}"/>
                </a:ext>
              </a:extLst>
            </p:cNvPr>
            <p:cNvSpPr/>
            <p:nvPr/>
          </p:nvSpPr>
          <p:spPr>
            <a:xfrm>
              <a:off x="7286336" y="4451108"/>
              <a:ext cx="1258997" cy="382462"/>
            </a:xfrm>
            <a:prstGeom prst="roundRect">
              <a:avLst/>
            </a:prstGeom>
            <a:solidFill>
              <a:srgbClr val="FFD9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Explanation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CB2F3C6-B1F2-0737-19D8-FFFBCDE327D3}"/>
                </a:ext>
              </a:extLst>
            </p:cNvPr>
            <p:cNvSpPr/>
            <p:nvPr/>
          </p:nvSpPr>
          <p:spPr>
            <a:xfrm>
              <a:off x="9201661" y="4670375"/>
              <a:ext cx="1258997" cy="658171"/>
            </a:xfrm>
            <a:prstGeom prst="roundRect">
              <a:avLst/>
            </a:prstGeom>
            <a:solidFill>
              <a:srgbClr val="98C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Exp. Budget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BADE24-B1D5-CA62-410E-6FA171837EC8}"/>
              </a:ext>
            </a:extLst>
          </p:cNvPr>
          <p:cNvGrpSpPr/>
          <p:nvPr/>
        </p:nvGrpSpPr>
        <p:grpSpPr>
          <a:xfrm>
            <a:off x="1127573" y="4994883"/>
            <a:ext cx="3303209" cy="1628041"/>
            <a:chOff x="1435079" y="4464081"/>
            <a:chExt cx="3303209" cy="162804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3CC921-9267-84E6-185B-4177D4A44E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7956" b="17438"/>
            <a:stretch/>
          </p:blipFill>
          <p:spPr>
            <a:xfrm>
              <a:off x="1435079" y="4760086"/>
              <a:ext cx="3303209" cy="1332036"/>
            </a:xfrm>
            <a:prstGeom prst="rect">
              <a:avLst/>
            </a:prstGeom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CE8D586-7556-515F-6A6F-D2C4C85E9C3D}"/>
                </a:ext>
              </a:extLst>
            </p:cNvPr>
            <p:cNvSpPr/>
            <p:nvPr/>
          </p:nvSpPr>
          <p:spPr>
            <a:xfrm>
              <a:off x="1492228" y="4686602"/>
              <a:ext cx="1258997" cy="658171"/>
            </a:xfrm>
            <a:prstGeom prst="roundRect">
              <a:avLst/>
            </a:prstGeom>
            <a:solidFill>
              <a:srgbClr val="FFD9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Explanation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1A19A94-E3EF-811F-6981-A34680CB75A9}"/>
                </a:ext>
              </a:extLst>
            </p:cNvPr>
            <p:cNvSpPr/>
            <p:nvPr/>
          </p:nvSpPr>
          <p:spPr>
            <a:xfrm>
              <a:off x="3419208" y="4464081"/>
              <a:ext cx="1258997" cy="382462"/>
            </a:xfrm>
            <a:prstGeom prst="roundRect">
              <a:avLst/>
            </a:prstGeom>
            <a:solidFill>
              <a:srgbClr val="98CD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Exp. Budget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9380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 dirty="0">
                <a:solidFill>
                  <a:srgbClr val="1E2761"/>
                </a:solidFill>
                <a:latin typeface="Cambria"/>
              </a:rPr>
              <a:t>DOE and active learning</a:t>
            </a:r>
            <a:r>
              <a:rPr lang="en-US" sz="3000" b="1" i="0" dirty="0">
                <a:solidFill>
                  <a:srgbClr val="1E2761"/>
                </a:solidFill>
                <a:latin typeface="Cambria"/>
              </a:rPr>
              <a:t>: </a:t>
            </a:r>
            <a:r>
              <a:rPr sz="3000" b="1" i="0" dirty="0">
                <a:solidFill>
                  <a:srgbClr val="1E2761"/>
                </a:solidFill>
                <a:latin typeface="Cambria"/>
              </a:rPr>
              <a:t>different tools for different questions</a:t>
            </a: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6F04E9F-6293-6AEC-0F79-6FB1CA7E9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712427"/>
              </p:ext>
            </p:extLst>
          </p:nvPr>
        </p:nvGraphicFramePr>
        <p:xfrm>
          <a:off x="99828" y="1046078"/>
          <a:ext cx="1199234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921">
                  <a:extLst>
                    <a:ext uri="{9D8B030D-6E8A-4147-A177-3AD203B41FA5}">
                      <a16:colId xmlns:a16="http://schemas.microsoft.com/office/drawing/2014/main" val="3360728292"/>
                    </a:ext>
                  </a:extLst>
                </a:gridCol>
                <a:gridCol w="4112083">
                  <a:extLst>
                    <a:ext uri="{9D8B030D-6E8A-4147-A177-3AD203B41FA5}">
                      <a16:colId xmlns:a16="http://schemas.microsoft.com/office/drawing/2014/main" val="2428840175"/>
                    </a:ext>
                  </a:extLst>
                </a:gridCol>
                <a:gridCol w="5881340">
                  <a:extLst>
                    <a:ext uri="{9D8B030D-6E8A-4147-A177-3AD203B41FA5}">
                      <a16:colId xmlns:a16="http://schemas.microsoft.com/office/drawing/2014/main" val="3390067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DOE 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Active learning 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182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“Tell me what drives what”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“Point me at the next experiment”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52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Maps the whole response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Concentrates near the current best guess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019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Explainable structure by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Predictive point, not necessarily interpretable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728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Uses prior data?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– designs initialize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– Bayesian model uses priors and updates each 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53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Understanding, hypothesis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Hunting a single optimum on a tight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7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Downside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waste runs in uninteresting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information on causality, can miss local optima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03699"/>
                  </a:ext>
                </a:extLst>
              </a:tr>
            </a:tbl>
          </a:graphicData>
        </a:graphic>
      </p:graphicFrame>
      <p:pic>
        <p:nvPicPr>
          <p:cNvPr id="47" name="Picture 3" descr="Logo&#10;&#10;Description automatically generated">
            <a:extLst>
              <a:ext uri="{FF2B5EF4-FFF2-40B4-BE49-F238E27FC236}">
                <a16:creationId xmlns:a16="http://schemas.microsoft.com/office/drawing/2014/main" id="{6BBC41CC-15B0-2784-32E6-0802895BD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038" y="4696579"/>
            <a:ext cx="1668484" cy="1677441"/>
          </a:xfrm>
          <a:prstGeom prst="rect">
            <a:avLst/>
          </a:prstGeom>
        </p:spPr>
      </p:pic>
      <p:pic>
        <p:nvPicPr>
          <p:cNvPr id="49" name="Picture 4" descr="A picture containing histogram&#10;&#10;Description automatically generated">
            <a:extLst>
              <a:ext uri="{FF2B5EF4-FFF2-40B4-BE49-F238E27FC236}">
                <a16:creationId xmlns:a16="http://schemas.microsoft.com/office/drawing/2014/main" id="{11B4D77A-C4DD-3A3D-D96B-D058D4536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174" y="4381782"/>
            <a:ext cx="2308656" cy="230865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73D3AAF-DB44-E478-BB89-90E547887CF0}"/>
              </a:ext>
            </a:extLst>
          </p:cNvPr>
          <p:cNvSpPr txBox="1"/>
          <p:nvPr/>
        </p:nvSpPr>
        <p:spPr>
          <a:xfrm>
            <a:off x="1451919" y="6485222"/>
            <a:ext cx="1678459" cy="410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60960" rIns="6096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+mj-lt"/>
                <a:cs typeface="Calibri"/>
              </a:rPr>
              <a:t>Actual System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2F137B-22E2-DE22-0BA7-75D41D8051EE}"/>
              </a:ext>
            </a:extLst>
          </p:cNvPr>
          <p:cNvSpPr txBox="1"/>
          <p:nvPr/>
        </p:nvSpPr>
        <p:spPr>
          <a:xfrm>
            <a:off x="5069934" y="6484061"/>
            <a:ext cx="1678459" cy="410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60960" rIns="6096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+mj-lt"/>
                <a:cs typeface="Calibri"/>
              </a:rPr>
              <a:t>DoE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00DFF7-090D-E20F-57A8-7ABD9D73FB4E}"/>
              </a:ext>
            </a:extLst>
          </p:cNvPr>
          <p:cNvSpPr txBox="1"/>
          <p:nvPr/>
        </p:nvSpPr>
        <p:spPr>
          <a:xfrm>
            <a:off x="8553583" y="6485222"/>
            <a:ext cx="1678459" cy="410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60960" rIns="6096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+mj-lt"/>
                <a:cs typeface="Calibri"/>
              </a:rPr>
              <a:t>DFO/BO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EE309C-C2CB-FD5E-19FC-0D0EB0161899}"/>
              </a:ext>
            </a:extLst>
          </p:cNvPr>
          <p:cNvSpPr txBox="1"/>
          <p:nvPr/>
        </p:nvSpPr>
        <p:spPr>
          <a:xfrm>
            <a:off x="361379" y="3750116"/>
            <a:ext cx="11095567" cy="738664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en-US" sz="2000" b="1" i="1" dirty="0">
                <a:latin typeface="+mj-lt"/>
                <a:ea typeface="Roboto"/>
                <a:cs typeface="Arial"/>
              </a:rPr>
              <a:t>Objective</a:t>
            </a:r>
            <a:r>
              <a:rPr lang="en-US" sz="2000" b="1" dirty="0">
                <a:latin typeface="+mj-lt"/>
                <a:ea typeface="Roboto"/>
                <a:cs typeface="Arial"/>
              </a:rPr>
              <a:t>: </a:t>
            </a:r>
            <a:r>
              <a:rPr lang="en-US" sz="2000" dirty="0">
                <a:latin typeface="+mj-lt"/>
                <a:ea typeface="Roboto"/>
                <a:cs typeface="Arial"/>
              </a:rPr>
              <a:t>Where is the left eye in the picture? </a:t>
            </a:r>
          </a:p>
          <a:p>
            <a:r>
              <a:rPr lang="en-US" sz="2000" b="1" i="1" dirty="0">
                <a:latin typeface="+mj-lt"/>
                <a:ea typeface="Roboto"/>
                <a:cs typeface="Arial"/>
              </a:rPr>
              <a:t>Experimental budget</a:t>
            </a:r>
            <a:r>
              <a:rPr lang="en-US" sz="2000" b="1" dirty="0">
                <a:latin typeface="+mj-lt"/>
                <a:ea typeface="Roboto"/>
                <a:cs typeface="Arial"/>
              </a:rPr>
              <a:t>: </a:t>
            </a:r>
            <a:r>
              <a:rPr lang="en-US" sz="2000" dirty="0">
                <a:latin typeface="+mj-lt"/>
                <a:ea typeface="Roboto"/>
                <a:cs typeface="Arial"/>
              </a:rPr>
              <a:t>Pixels</a:t>
            </a:r>
            <a:endParaRPr lang="en-US" sz="2000" dirty="0">
              <a:latin typeface="+mj-lt"/>
              <a:cs typeface="Calibri"/>
            </a:endParaRPr>
          </a:p>
        </p:txBody>
      </p:sp>
      <p:pic>
        <p:nvPicPr>
          <p:cNvPr id="59" name="Picture 58" descr="A picture containing icon&#10;&#10;Description automatically generated">
            <a:extLst>
              <a:ext uri="{FF2B5EF4-FFF2-40B4-BE49-F238E27FC236}">
                <a16:creationId xmlns:a16="http://schemas.microsoft.com/office/drawing/2014/main" id="{F2816A37-EABC-7ACA-2C47-6F92258A9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437" y="4508782"/>
            <a:ext cx="2278750" cy="20417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When to reach for which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2120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✓  Reach for DOE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486400" cy="42976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657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617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You need to understand a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4617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4A5B6E"/>
                </a:solidFill>
                <a:latin typeface="Calibri"/>
              </a:rPr>
              <a:t>why does it work; which factors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68980"/>
            <a:ext cx="3657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68980"/>
            <a:ext cx="4617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You'll explain results to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34740"/>
            <a:ext cx="4617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600" dirty="0">
                <a:solidFill>
                  <a:srgbClr val="4A5B6E"/>
                </a:solidFill>
                <a:latin typeface="Calibri"/>
              </a:rPr>
              <a:t>g</a:t>
            </a:r>
            <a:r>
              <a:rPr lang="en-US" sz="1600" b="0" i="0" dirty="0">
                <a:solidFill>
                  <a:srgbClr val="4A5B6E"/>
                </a:solidFill>
                <a:latin typeface="Calibri"/>
              </a:rPr>
              <a:t>rows </a:t>
            </a:r>
            <a:r>
              <a:rPr sz="1600" b="0" i="0" dirty="0">
                <a:solidFill>
                  <a:srgbClr val="4A5B6E"/>
                </a:solidFill>
                <a:latin typeface="Calibri"/>
              </a:rPr>
              <a:t>structural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3657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51960"/>
            <a:ext cx="4617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>
                <a:solidFill>
                  <a:srgbClr val="2C3E50"/>
                </a:solidFill>
                <a:latin typeface="Calibri"/>
              </a:rPr>
              <a:t>You'll reuse the data </a:t>
            </a:r>
            <a:r>
              <a:rPr lang="en-US" sz="2000" b="1" i="0" dirty="0">
                <a:solidFill>
                  <a:srgbClr val="2C3E50"/>
                </a:solidFill>
                <a:latin typeface="Calibri"/>
              </a:rPr>
              <a:t>later</a:t>
            </a:r>
            <a:endParaRPr sz="2000" b="1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4617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4A5B6E"/>
                </a:solidFill>
                <a:latin typeface="Calibri"/>
              </a:rPr>
              <a:t>map now, exploit later; the map compounds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4940"/>
            <a:ext cx="3657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Cambria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34940"/>
            <a:ext cx="4617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Factors have physical meaning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600700"/>
            <a:ext cx="4617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4A5B6E"/>
                </a:solidFill>
                <a:latin typeface="Calibri"/>
              </a:rPr>
              <a:t>worth mapping the whole space you can defend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solidFill>
            <a:srgbClr val="B03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554480"/>
            <a:ext cx="52120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✗  Reach for active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103120"/>
            <a:ext cx="5486400" cy="42976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3657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0392E"/>
                </a:solidFill>
                <a:latin typeface="Cambria"/>
              </a:rPr>
              <a:t>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286000"/>
            <a:ext cx="4617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You have a clear numeric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651760"/>
            <a:ext cx="4617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4A5B6E"/>
                </a:solidFill>
                <a:latin typeface="Calibri"/>
              </a:rPr>
              <a:t>maximize yield; minimize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268980"/>
            <a:ext cx="3657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0392E"/>
                </a:solidFill>
                <a:latin typeface="Cambria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268980"/>
            <a:ext cx="4617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You already have some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634740"/>
            <a:ext cx="4617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4A5B6E"/>
                </a:solidFill>
                <a:latin typeface="Calibri"/>
              </a:rPr>
              <a:t>AL uses it as a prior; DOE ignores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51960"/>
            <a:ext cx="3657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0392E"/>
                </a:solidFill>
                <a:latin typeface="Cambria"/>
              </a:rPr>
              <a:t>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251960"/>
            <a:ext cx="4617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Budget is tight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617720"/>
            <a:ext cx="4617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4A5B6E"/>
                </a:solidFill>
                <a:latin typeface="Calibri"/>
              </a:rPr>
              <a:t>you need the optimum, not the 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234940"/>
            <a:ext cx="3657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B0392E"/>
                </a:solidFill>
                <a:latin typeface="Cambria"/>
              </a:rPr>
              <a:t>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234940"/>
            <a:ext cx="461772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You don't need to explain WHY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600700"/>
            <a:ext cx="4617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4A5B6E"/>
                </a:solidFill>
                <a:latin typeface="Calibri"/>
              </a:rPr>
              <a:t>just WHERE — where's the best next run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Correlation is not causation — and DOE is what turns one into the 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56501"/>
            <a:ext cx="11155680" cy="30469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 i="0" dirty="0">
                <a:solidFill>
                  <a:srgbClr val="2C3E50"/>
                </a:solidFill>
                <a:latin typeface="Calibri"/>
              </a:rPr>
              <a:t>You can find a strong correlation in almost any observational dataset. Sales of ice cream correlate with drowning deaths. Neither causes the other; hot weather causes both.</a:t>
            </a:r>
          </a:p>
          <a:p>
            <a:pPr algn="l"/>
            <a:endParaRPr sz="2400" b="0" i="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400" b="0" i="0" dirty="0">
                <a:solidFill>
                  <a:srgbClr val="2C3E50"/>
                </a:solidFill>
                <a:latin typeface="Calibri"/>
              </a:rPr>
              <a:t>A designed experiment breaks the ambiguity. When you deliberately vary a factor and measure the response, and everything else is randomized or blocked, a correlation you observe is causal by construction — because you were the one who varied the factor.</a:t>
            </a:r>
          </a:p>
          <a:p>
            <a:pPr algn="l"/>
            <a:endParaRPr sz="2400" b="0" i="0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400" b="1" i="0" dirty="0">
                <a:solidFill>
                  <a:srgbClr val="2C3E50"/>
                </a:solidFill>
                <a:latin typeface="Calibri"/>
              </a:rPr>
              <a:t>This is the deep reason DOE matters: it’s </a:t>
            </a:r>
            <a:r>
              <a:rPr lang="en-US" sz="2400" b="1" i="0" dirty="0">
                <a:solidFill>
                  <a:srgbClr val="2C3E50"/>
                </a:solidFill>
                <a:latin typeface="Calibri"/>
              </a:rPr>
              <a:t>the foundation of the scientific method</a:t>
            </a:r>
            <a:endParaRPr sz="2400" b="1" i="0" dirty="0">
              <a:solidFill>
                <a:srgbClr val="2C3E5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What to remember from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09929"/>
            <a:ext cx="5349240" cy="237744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822959" y="1447088"/>
            <a:ext cx="5074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Design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087169"/>
            <a:ext cx="507492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 dirty="0">
                <a:solidFill>
                  <a:srgbClr val="2C3E50"/>
                </a:solidFill>
                <a:latin typeface="Calibri"/>
              </a:rPr>
              <a:t>The design step decides what you can learn. If you can't answer 'what model, what runs, what factors?' don't run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09929"/>
            <a:ext cx="5349240" cy="237744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583680" y="1447088"/>
            <a:ext cx="5074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Measure your ruler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87169"/>
            <a:ext cx="507492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2C3E50"/>
                </a:solidFill>
                <a:latin typeface="Calibri"/>
              </a:rPr>
              <a:t>MSA is not optional. If your ruler is worse than the effect, no design saves you. Bias is not fixable by replication.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61689"/>
            <a:ext cx="5349240" cy="237744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4098849"/>
            <a:ext cx="5074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Use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738928"/>
            <a:ext cx="507492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000" b="0" i="0" dirty="0">
                <a:solidFill>
                  <a:srgbClr val="2C3E50"/>
                </a:solidFill>
                <a:latin typeface="Calibri"/>
              </a:rPr>
              <a:t>Using the right design for your question saves time over exploring the space ad-hoc and realizing you missed key relationships later.</a:t>
            </a:r>
            <a:endParaRPr sz="2000" b="0" i="0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3961689"/>
            <a:ext cx="5349240" cy="237744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4098849"/>
            <a:ext cx="50749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Close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738928"/>
            <a:ext cx="507492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2C3E50"/>
                </a:solidFill>
                <a:latin typeface="Calibri"/>
              </a:rPr>
              <a:t>Plot, fit, check, reduce, interpret, verify. The analysis is where a designed experiment becomes an answer you can defend.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  <a:latin typeface="Calibri"/>
              </a:rPr>
              <a:t>TAKE A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18320" cy="2743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mbria"/>
              </a:rPr>
              <a:t>What would you change about the next experiment you plan?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Coming up next — the formulation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808793"/>
            <a:ext cx="11155680" cy="54864"/>
          </a:xfrm>
          <a:prstGeom prst="rect">
            <a:avLst/>
          </a:prstGeom>
          <a:solidFill>
            <a:srgbClr val="B5B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1525905" y="2007425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5905" y="2007425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1825"/>
            <a:ext cx="268605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685800" y="3058984"/>
            <a:ext cx="241173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Cambria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99065"/>
            <a:ext cx="241173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 i="0">
                <a:solidFill>
                  <a:srgbClr val="2C3E50"/>
                </a:solidFill>
                <a:latin typeface="Calibri"/>
              </a:rPr>
              <a:t>5 min · assign teams, hand out 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9115" y="2007425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9115" y="2007425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1850" y="2921825"/>
            <a:ext cx="268605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3509010" y="3058984"/>
            <a:ext cx="241173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Cambria"/>
              </a:rPr>
              <a:t>Design +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9010" y="3699065"/>
            <a:ext cx="241173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 i="0">
                <a:solidFill>
                  <a:srgbClr val="2C3E50"/>
                </a:solidFill>
                <a:latin typeface="Calibri"/>
              </a:rPr>
              <a:t>30 min · plan and run 15 experiments — maximize tensile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2324" y="2007425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2324" y="2007425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59" y="2921825"/>
            <a:ext cx="268605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6332220" y="3058984"/>
            <a:ext cx="241173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Cambria"/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2220" y="3699065"/>
            <a:ext cx="241173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 i="0">
                <a:solidFill>
                  <a:srgbClr val="2C3E50"/>
                </a:solidFill>
                <a:latin typeface="Calibri"/>
              </a:rPr>
              <a:t>15 min · fit your model, predict your best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95534" y="2007425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95534" y="2007425"/>
            <a:ext cx="731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8269" y="2921825"/>
            <a:ext cx="2686050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9155430" y="3058984"/>
            <a:ext cx="241173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Cambria"/>
              </a:rPr>
              <a:t>Debrief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5430" y="3699065"/>
            <a:ext cx="241173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 i="0">
                <a:solidFill>
                  <a:srgbClr val="2C3E50"/>
                </a:solidFill>
                <a:latin typeface="Calibri"/>
              </a:rPr>
              <a:t>15 min · reveal plots show who found the peak, and why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References and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48741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C3E50"/>
                </a:solidFill>
              </a:rPr>
              <a:t>•  </a:t>
            </a:r>
            <a:r>
              <a:rPr lang="en-US" sz="2400" dirty="0">
                <a:hlinkClick r:id="rId3"/>
              </a:rPr>
              <a:t>Statistical Thinking for Industrial Problem Solving, presented by JMP | Coursera</a:t>
            </a:r>
            <a:endParaRPr lang="en-US" sz="2400" dirty="0"/>
          </a:p>
          <a:p>
            <a:r>
              <a:rPr lang="en-US" sz="2400" b="1" dirty="0">
                <a:solidFill>
                  <a:srgbClr val="2C3E50"/>
                </a:solidFill>
              </a:rPr>
              <a:t>•  </a:t>
            </a:r>
            <a:r>
              <a:rPr lang="en-US" sz="2400" dirty="0">
                <a:hlinkClick r:id="rId4"/>
              </a:rPr>
              <a:t>NIST Engineering Statistics Handbook: Section 5 - Process Improvement</a:t>
            </a:r>
            <a:endParaRPr lang="en-US" sz="2400" b="1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400" b="1" dirty="0">
                <a:solidFill>
                  <a:srgbClr val="2C3E50"/>
                </a:solidFill>
                <a:latin typeface="Calibri"/>
              </a:rPr>
              <a:t>•  Montgomery, D. C.</a:t>
            </a:r>
          </a:p>
          <a:p>
            <a:pPr algn="l"/>
            <a:r>
              <a:rPr sz="2000" b="0" dirty="0">
                <a:solidFill>
                  <a:srgbClr val="4A5B6E"/>
                </a:solidFill>
                <a:latin typeface="Calibri"/>
              </a:rPr>
              <a:t>     Design and Analysis of Experiments (Wiley) — the canonical textbook</a:t>
            </a:r>
          </a:p>
          <a:p>
            <a:pPr algn="l"/>
            <a:r>
              <a:rPr sz="2400" b="1" dirty="0">
                <a:solidFill>
                  <a:srgbClr val="2C3E50"/>
                </a:solidFill>
                <a:latin typeface="Calibri"/>
              </a:rPr>
              <a:t>•  Box, Hunter &amp; Hunter</a:t>
            </a:r>
          </a:p>
          <a:p>
            <a:pPr algn="l"/>
            <a:r>
              <a:rPr sz="2000" b="0" dirty="0">
                <a:solidFill>
                  <a:srgbClr val="4A5B6E"/>
                </a:solidFill>
                <a:latin typeface="Calibri"/>
              </a:rPr>
              <a:t>     Statistics for Experimenters (Wiley) — chemistry-friendly classic</a:t>
            </a:r>
          </a:p>
          <a:p>
            <a:pPr algn="l"/>
            <a:r>
              <a:rPr sz="2400" b="1" dirty="0">
                <a:solidFill>
                  <a:srgbClr val="2C3E50"/>
                </a:solidFill>
                <a:latin typeface="Calibri"/>
              </a:rPr>
              <a:t>•  Doyle group</a:t>
            </a:r>
          </a:p>
          <a:p>
            <a:pPr algn="l"/>
            <a:r>
              <a:rPr sz="2000" b="0" dirty="0">
                <a:solidFill>
                  <a:srgbClr val="4A5B6E"/>
                </a:solidFill>
                <a:latin typeface="Calibri"/>
              </a:rPr>
              <a:t>     "Bayesian reaction optimization as a tool for chemical synthesis." Shields et al., Nature 590, 89-96 (2021)</a:t>
            </a:r>
          </a:p>
          <a:p>
            <a:pPr algn="l"/>
            <a:r>
              <a:rPr sz="2400" b="1" dirty="0">
                <a:solidFill>
                  <a:srgbClr val="2C3E50"/>
                </a:solidFill>
                <a:latin typeface="Calibri"/>
              </a:rPr>
              <a:t>•  pyDOE2, </a:t>
            </a:r>
            <a:r>
              <a:rPr sz="2400" b="1" dirty="0" err="1">
                <a:solidFill>
                  <a:srgbClr val="2C3E50"/>
                </a:solidFill>
                <a:latin typeface="Calibri"/>
              </a:rPr>
              <a:t>dexpy</a:t>
            </a:r>
            <a:endParaRPr sz="2400" b="1" dirty="0">
              <a:solidFill>
                <a:srgbClr val="2C3E50"/>
              </a:solidFill>
              <a:latin typeface="Calibri"/>
            </a:endParaRPr>
          </a:p>
          <a:p>
            <a:pPr algn="l"/>
            <a:r>
              <a:rPr sz="2000" b="0" dirty="0">
                <a:solidFill>
                  <a:srgbClr val="4A5B6E"/>
                </a:solidFill>
                <a:latin typeface="Calibri"/>
              </a:rPr>
              <a:t>     Python packages for design generation</a:t>
            </a:r>
          </a:p>
          <a:p>
            <a:pPr algn="l"/>
            <a:r>
              <a:rPr sz="2400" b="1" dirty="0">
                <a:solidFill>
                  <a:srgbClr val="2C3E50"/>
                </a:solidFill>
                <a:latin typeface="Calibri"/>
              </a:rPr>
              <a:t>•  </a:t>
            </a:r>
            <a:r>
              <a:rPr sz="2400" b="1" dirty="0" err="1">
                <a:solidFill>
                  <a:srgbClr val="2C3E50"/>
                </a:solidFill>
                <a:latin typeface="Calibri"/>
              </a:rPr>
              <a:t>statsmodels</a:t>
            </a:r>
            <a:r>
              <a:rPr sz="2400" b="1" dirty="0">
                <a:solidFill>
                  <a:srgbClr val="2C3E50"/>
                </a:solidFill>
                <a:latin typeface="Calibri"/>
              </a:rPr>
              <a:t>, scikit-learn</a:t>
            </a:r>
          </a:p>
          <a:p>
            <a:pPr algn="l"/>
            <a:r>
              <a:rPr sz="2000" b="0" dirty="0">
                <a:solidFill>
                  <a:srgbClr val="4A5B6E"/>
                </a:solidFill>
                <a:latin typeface="Calibri"/>
              </a:rPr>
              <a:t>     Python analysis — model fits, ANOVA,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aac0ad3-18d9-49e9-a80d-c985041778ba}" enabled="1" method="Standard" siteId="{c3e32f53-cb7f-4809-968d-1cc4ccc785f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1710</TotalTime>
  <Words>3652</Words>
  <Application>Microsoft Office PowerPoint</Application>
  <PresentationFormat>Widescreen</PresentationFormat>
  <Paragraphs>400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Aptos</vt:lpstr>
      <vt:lpstr>Arial</vt:lpstr>
      <vt:lpstr>Calibri</vt:lpstr>
      <vt:lpstr>Cambria</vt:lpstr>
      <vt:lpstr>Cambria Math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Schmidt, Alix (A)</cp:lastModifiedBy>
  <cp:revision>1</cp:revision>
  <dcterms:created xsi:type="dcterms:W3CDTF">2013-01-27T09:14:16Z</dcterms:created>
  <dcterms:modified xsi:type="dcterms:W3CDTF">2026-08-17T18:26:43Z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General Business</vt:lpwstr>
  </property>
</Properties>
</file>