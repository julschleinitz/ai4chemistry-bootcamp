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97" r:id="rId3"/>
    <p:sldId id="257" r:id="rId4"/>
    <p:sldId id="259" r:id="rId5"/>
    <p:sldId id="260" r:id="rId6"/>
    <p:sldId id="261" r:id="rId7"/>
    <p:sldId id="308" r:id="rId8"/>
    <p:sldId id="298" r:id="rId9"/>
    <p:sldId id="264" r:id="rId10"/>
    <p:sldId id="265" r:id="rId11"/>
    <p:sldId id="299" r:id="rId12"/>
    <p:sldId id="267" r:id="rId13"/>
    <p:sldId id="268" r:id="rId14"/>
    <p:sldId id="269" r:id="rId15"/>
    <p:sldId id="270" r:id="rId16"/>
    <p:sldId id="271" r:id="rId17"/>
    <p:sldId id="300" r:id="rId18"/>
    <p:sldId id="272" r:id="rId19"/>
    <p:sldId id="273" r:id="rId20"/>
    <p:sldId id="301" r:id="rId21"/>
    <p:sldId id="274" r:id="rId22"/>
    <p:sldId id="312" r:id="rId23"/>
    <p:sldId id="275" r:id="rId24"/>
    <p:sldId id="311" r:id="rId25"/>
    <p:sldId id="277" r:id="rId26"/>
    <p:sldId id="276" r:id="rId27"/>
    <p:sldId id="313" r:id="rId28"/>
    <p:sldId id="303" r:id="rId29"/>
    <p:sldId id="279" r:id="rId30"/>
    <p:sldId id="280" r:id="rId31"/>
    <p:sldId id="310" r:id="rId32"/>
    <p:sldId id="304" r:id="rId33"/>
    <p:sldId id="281" r:id="rId34"/>
    <p:sldId id="282" r:id="rId35"/>
    <p:sldId id="305" r:id="rId36"/>
    <p:sldId id="284" r:id="rId37"/>
    <p:sldId id="285" r:id="rId38"/>
    <p:sldId id="286" r:id="rId39"/>
    <p:sldId id="306" r:id="rId40"/>
    <p:sldId id="288" r:id="rId41"/>
    <p:sldId id="289" r:id="rId42"/>
    <p:sldId id="290" r:id="rId43"/>
    <p:sldId id="292" r:id="rId44"/>
    <p:sldId id="293" r:id="rId45"/>
    <p:sldId id="294" r:id="rId46"/>
    <p:sldId id="295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33"/>
    <p:restoredTop sz="94645"/>
  </p:normalViewPr>
  <p:slideViewPr>
    <p:cSldViewPr snapToGrid="0" snapToObjects="1">
      <p:cViewPr>
        <p:scale>
          <a:sx n="69" d="100"/>
          <a:sy n="69" d="100"/>
        </p:scale>
        <p:origin x="896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0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Sheet1!$A$2:$A$63</c:f>
              <c:numCache>
                <c:formatCode>General</c:formatCode>
                <c:ptCount val="62"/>
                <c:pt idx="0">
                  <c:v>-0.999</c:v>
                </c:pt>
                <c:pt idx="1">
                  <c:v>-1.115</c:v>
                </c:pt>
                <c:pt idx="2">
                  <c:v>-1.1910000000000001</c:v>
                </c:pt>
                <c:pt idx="3">
                  <c:v>-0.97499999999999998</c:v>
                </c:pt>
                <c:pt idx="4">
                  <c:v>-1.2070000000000001</c:v>
                </c:pt>
                <c:pt idx="5">
                  <c:v>-0.79400000000000004</c:v>
                </c:pt>
                <c:pt idx="6">
                  <c:v>-0.95599999999999996</c:v>
                </c:pt>
                <c:pt idx="7">
                  <c:v>-1.012</c:v>
                </c:pt>
                <c:pt idx="8">
                  <c:v>-1.5649999999999999</c:v>
                </c:pt>
                <c:pt idx="9">
                  <c:v>-1.7989999999999999</c:v>
                </c:pt>
                <c:pt idx="10">
                  <c:v>-1.774</c:v>
                </c:pt>
                <c:pt idx="11">
                  <c:v>-1.532</c:v>
                </c:pt>
                <c:pt idx="12">
                  <c:v>-0.93400000000000005</c:v>
                </c:pt>
                <c:pt idx="13">
                  <c:v>-2.0569999999999999</c:v>
                </c:pt>
                <c:pt idx="14">
                  <c:v>-1.02</c:v>
                </c:pt>
                <c:pt idx="15">
                  <c:v>-1.643</c:v>
                </c:pt>
                <c:pt idx="16">
                  <c:v>-1.411</c:v>
                </c:pt>
                <c:pt idx="17">
                  <c:v>-0.55400000000000005</c:v>
                </c:pt>
                <c:pt idx="18">
                  <c:v>-1.014</c:v>
                </c:pt>
                <c:pt idx="19">
                  <c:v>-1.2450000000000001</c:v>
                </c:pt>
                <c:pt idx="20">
                  <c:v>-0.95399999999999996</c:v>
                </c:pt>
                <c:pt idx="21">
                  <c:v>-1.5149999999999999</c:v>
                </c:pt>
                <c:pt idx="22">
                  <c:v>1.571</c:v>
                </c:pt>
                <c:pt idx="23">
                  <c:v>1.361</c:v>
                </c:pt>
                <c:pt idx="24">
                  <c:v>0.73099999999999998</c:v>
                </c:pt>
                <c:pt idx="25">
                  <c:v>1.32</c:v>
                </c:pt>
                <c:pt idx="26">
                  <c:v>1.0309999999999999</c:v>
                </c:pt>
                <c:pt idx="27">
                  <c:v>0.92100000000000004</c:v>
                </c:pt>
                <c:pt idx="28">
                  <c:v>0.97199999999999998</c:v>
                </c:pt>
                <c:pt idx="29">
                  <c:v>1.6040000000000001</c:v>
                </c:pt>
                <c:pt idx="30">
                  <c:v>1.085</c:v>
                </c:pt>
                <c:pt idx="31">
                  <c:v>1.0529999999999999</c:v>
                </c:pt>
                <c:pt idx="32">
                  <c:v>0.75700000000000001</c:v>
                </c:pt>
                <c:pt idx="33">
                  <c:v>1.377</c:v>
                </c:pt>
                <c:pt idx="34">
                  <c:v>0.44400000000000001</c:v>
                </c:pt>
                <c:pt idx="35">
                  <c:v>1.272</c:v>
                </c:pt>
                <c:pt idx="36">
                  <c:v>0.80500000000000005</c:v>
                </c:pt>
                <c:pt idx="37">
                  <c:v>1.528</c:v>
                </c:pt>
                <c:pt idx="38">
                  <c:v>0.86299999999999999</c:v>
                </c:pt>
                <c:pt idx="39">
                  <c:v>0.89500000000000002</c:v>
                </c:pt>
                <c:pt idx="40">
                  <c:v>0.82</c:v>
                </c:pt>
                <c:pt idx="41">
                  <c:v>1.1479999999999999</c:v>
                </c:pt>
                <c:pt idx="42">
                  <c:v>0.91700000000000004</c:v>
                </c:pt>
                <c:pt idx="43">
                  <c:v>0.995</c:v>
                </c:pt>
                <c:pt idx="44">
                  <c:v>0.995</c:v>
                </c:pt>
                <c:pt idx="45">
                  <c:v>0.995</c:v>
                </c:pt>
                <c:pt idx="46">
                  <c:v>0.995</c:v>
                </c:pt>
                <c:pt idx="47">
                  <c:v>0.995</c:v>
                </c:pt>
                <c:pt idx="48">
                  <c:v>0.995</c:v>
                </c:pt>
                <c:pt idx="49">
                  <c:v>0.995</c:v>
                </c:pt>
                <c:pt idx="50">
                  <c:v>0.995</c:v>
                </c:pt>
                <c:pt idx="51">
                  <c:v>0.995</c:v>
                </c:pt>
                <c:pt idx="52">
                  <c:v>0.995</c:v>
                </c:pt>
                <c:pt idx="53">
                  <c:v>0.995</c:v>
                </c:pt>
                <c:pt idx="54">
                  <c:v>0.995</c:v>
                </c:pt>
                <c:pt idx="55">
                  <c:v>0.995</c:v>
                </c:pt>
                <c:pt idx="56">
                  <c:v>0.995</c:v>
                </c:pt>
                <c:pt idx="57">
                  <c:v>0.995</c:v>
                </c:pt>
                <c:pt idx="58">
                  <c:v>0.995</c:v>
                </c:pt>
                <c:pt idx="59">
                  <c:v>0.995</c:v>
                </c:pt>
                <c:pt idx="60">
                  <c:v>0.995</c:v>
                </c:pt>
                <c:pt idx="61">
                  <c:v>0.995</c:v>
                </c:pt>
              </c:numCache>
            </c:numRef>
          </c:xVal>
          <c:yVal>
            <c:numRef>
              <c:f>Sheet1!$B$2:$B$63</c:f>
              <c:numCache>
                <c:formatCode>General</c:formatCode>
                <c:ptCount val="62"/>
                <c:pt idx="0">
                  <c:v>-0.875</c:v>
                </c:pt>
                <c:pt idx="1">
                  <c:v>-1.3740000000000001</c:v>
                </c:pt>
                <c:pt idx="2">
                  <c:v>-1.4159999999999999</c:v>
                </c:pt>
                <c:pt idx="3">
                  <c:v>-0.437</c:v>
                </c:pt>
                <c:pt idx="4">
                  <c:v>-1.2609999999999999</c:v>
                </c:pt>
                <c:pt idx="5">
                  <c:v>-0.85</c:v>
                </c:pt>
                <c:pt idx="6">
                  <c:v>-1.391</c:v>
                </c:pt>
                <c:pt idx="7">
                  <c:v>-0.70799999999999996</c:v>
                </c:pt>
                <c:pt idx="8">
                  <c:v>-1.1919999999999999</c:v>
                </c:pt>
                <c:pt idx="9">
                  <c:v>-1.542</c:v>
                </c:pt>
                <c:pt idx="10">
                  <c:v>-1.099</c:v>
                </c:pt>
                <c:pt idx="11">
                  <c:v>-0.88600000000000001</c:v>
                </c:pt>
                <c:pt idx="12">
                  <c:v>-1.079</c:v>
                </c:pt>
                <c:pt idx="13">
                  <c:v>-1.226</c:v>
                </c:pt>
                <c:pt idx="14">
                  <c:v>-0.95199999999999996</c:v>
                </c:pt>
                <c:pt idx="15">
                  <c:v>-1.2010000000000001</c:v>
                </c:pt>
                <c:pt idx="16">
                  <c:v>-1.34</c:v>
                </c:pt>
                <c:pt idx="17">
                  <c:v>-1.339</c:v>
                </c:pt>
                <c:pt idx="18">
                  <c:v>-0.629</c:v>
                </c:pt>
                <c:pt idx="19">
                  <c:v>-1.0469999999999999</c:v>
                </c:pt>
                <c:pt idx="20">
                  <c:v>-0.97299999999999998</c:v>
                </c:pt>
                <c:pt idx="21">
                  <c:v>-0.96799999999999997</c:v>
                </c:pt>
                <c:pt idx="22">
                  <c:v>0.35</c:v>
                </c:pt>
                <c:pt idx="23">
                  <c:v>1.05</c:v>
                </c:pt>
                <c:pt idx="24">
                  <c:v>1.84</c:v>
                </c:pt>
                <c:pt idx="25">
                  <c:v>0.496</c:v>
                </c:pt>
                <c:pt idx="26">
                  <c:v>1.242</c:v>
                </c:pt>
                <c:pt idx="27">
                  <c:v>1.2869999999999999</c:v>
                </c:pt>
                <c:pt idx="28">
                  <c:v>1.28</c:v>
                </c:pt>
                <c:pt idx="29">
                  <c:v>0.71599999999999997</c:v>
                </c:pt>
                <c:pt idx="30">
                  <c:v>0.80500000000000005</c:v>
                </c:pt>
                <c:pt idx="31">
                  <c:v>0.501</c:v>
                </c:pt>
                <c:pt idx="32">
                  <c:v>0.91800000000000004</c:v>
                </c:pt>
                <c:pt idx="33">
                  <c:v>1.4810000000000001</c:v>
                </c:pt>
                <c:pt idx="34">
                  <c:v>0.66600000000000004</c:v>
                </c:pt>
                <c:pt idx="35">
                  <c:v>0.16300000000000001</c:v>
                </c:pt>
                <c:pt idx="36">
                  <c:v>0.95899999999999996</c:v>
                </c:pt>
                <c:pt idx="37">
                  <c:v>1.29</c:v>
                </c:pt>
                <c:pt idx="38">
                  <c:v>0.84499999999999997</c:v>
                </c:pt>
                <c:pt idx="39">
                  <c:v>1.64</c:v>
                </c:pt>
                <c:pt idx="40">
                  <c:v>0.872</c:v>
                </c:pt>
                <c:pt idx="41">
                  <c:v>0.94899999999999995</c:v>
                </c:pt>
                <c:pt idx="42">
                  <c:v>0.53200000000000003</c:v>
                </c:pt>
                <c:pt idx="43">
                  <c:v>0.81399999999999995</c:v>
                </c:pt>
                <c:pt idx="44">
                  <c:v>0.81399999999999995</c:v>
                </c:pt>
                <c:pt idx="45">
                  <c:v>0.81399999999999995</c:v>
                </c:pt>
                <c:pt idx="46">
                  <c:v>0.81399999999999995</c:v>
                </c:pt>
                <c:pt idx="47">
                  <c:v>0.81399999999999995</c:v>
                </c:pt>
                <c:pt idx="48">
                  <c:v>0.81399999999999995</c:v>
                </c:pt>
                <c:pt idx="49">
                  <c:v>0.81399999999999995</c:v>
                </c:pt>
                <c:pt idx="50">
                  <c:v>0.81399999999999995</c:v>
                </c:pt>
                <c:pt idx="51">
                  <c:v>0.81399999999999995</c:v>
                </c:pt>
                <c:pt idx="52">
                  <c:v>0.81399999999999995</c:v>
                </c:pt>
                <c:pt idx="53">
                  <c:v>0.81399999999999995</c:v>
                </c:pt>
                <c:pt idx="54">
                  <c:v>0.81399999999999995</c:v>
                </c:pt>
                <c:pt idx="55">
                  <c:v>0.81399999999999995</c:v>
                </c:pt>
                <c:pt idx="56">
                  <c:v>0.81399999999999995</c:v>
                </c:pt>
                <c:pt idx="57">
                  <c:v>0.81399999999999995</c:v>
                </c:pt>
                <c:pt idx="58">
                  <c:v>0.81399999999999995</c:v>
                </c:pt>
                <c:pt idx="59">
                  <c:v>0.81399999999999995</c:v>
                </c:pt>
                <c:pt idx="60">
                  <c:v>0.81399999999999995</c:v>
                </c:pt>
                <c:pt idx="61">
                  <c:v>0.81399999999999995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4ED-E14B-AACE-2B83A0E05CE7}"/>
            </c:ext>
          </c:extLst>
        </c:ser>
        <c:ser>
          <c:idx val="1"/>
          <c:order val="1"/>
          <c:tx>
            <c:strRef>
              <c:f>Sheet1!$B$65</c:f>
              <c:strCache>
                <c:ptCount val="1"/>
                <c:pt idx="0">
                  <c:v>class 1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6"/>
            <c:spPr>
              <a:solidFill>
                <a:srgbClr val="B4551F"/>
              </a:solidFill>
              <a:ln w="9525">
                <a:solidFill>
                  <a:srgbClr val="B4551F"/>
                </a:solidFill>
              </a:ln>
            </c:spPr>
          </c:marker>
          <c:xVal>
            <c:numRef>
              <c:f>Sheet1!$A$66:$A$127</c:f>
              <c:numCache>
                <c:formatCode>General</c:formatCode>
                <c:ptCount val="62"/>
                <c:pt idx="0">
                  <c:v>-0.51</c:v>
                </c:pt>
                <c:pt idx="1">
                  <c:v>-1.01</c:v>
                </c:pt>
                <c:pt idx="2">
                  <c:v>-1.143</c:v>
                </c:pt>
                <c:pt idx="3">
                  <c:v>-1.002</c:v>
                </c:pt>
                <c:pt idx="4">
                  <c:v>-1.542</c:v>
                </c:pt>
                <c:pt idx="5">
                  <c:v>-1.7090000000000001</c:v>
                </c:pt>
                <c:pt idx="6">
                  <c:v>-1.1279999999999999</c:v>
                </c:pt>
                <c:pt idx="7">
                  <c:v>-0.93100000000000005</c:v>
                </c:pt>
                <c:pt idx="8">
                  <c:v>-1.349</c:v>
                </c:pt>
                <c:pt idx="9">
                  <c:v>-0.91400000000000003</c:v>
                </c:pt>
                <c:pt idx="10">
                  <c:v>-1.0740000000000001</c:v>
                </c:pt>
                <c:pt idx="11">
                  <c:v>-0.70499999999999996</c:v>
                </c:pt>
                <c:pt idx="12">
                  <c:v>-1.4339999999999999</c:v>
                </c:pt>
                <c:pt idx="13">
                  <c:v>-0.98499999999999999</c:v>
                </c:pt>
                <c:pt idx="14">
                  <c:v>-0.89100000000000001</c:v>
                </c:pt>
                <c:pt idx="15">
                  <c:v>-0.59199999999999997</c:v>
                </c:pt>
                <c:pt idx="16">
                  <c:v>-0.96199999999999997</c:v>
                </c:pt>
                <c:pt idx="17">
                  <c:v>-1.05</c:v>
                </c:pt>
                <c:pt idx="18">
                  <c:v>-1.4750000000000001</c:v>
                </c:pt>
                <c:pt idx="19">
                  <c:v>-1.8939999999999999</c:v>
                </c:pt>
                <c:pt idx="20">
                  <c:v>-1.7330000000000001</c:v>
                </c:pt>
                <c:pt idx="21">
                  <c:v>-1.355</c:v>
                </c:pt>
                <c:pt idx="22">
                  <c:v>1.0549999999999999</c:v>
                </c:pt>
                <c:pt idx="23">
                  <c:v>1.5249999999999999</c:v>
                </c:pt>
                <c:pt idx="24">
                  <c:v>0.97199999999999998</c:v>
                </c:pt>
                <c:pt idx="25">
                  <c:v>0.93300000000000005</c:v>
                </c:pt>
                <c:pt idx="26">
                  <c:v>1.4610000000000001</c:v>
                </c:pt>
                <c:pt idx="27">
                  <c:v>0.97899999999999998</c:v>
                </c:pt>
                <c:pt idx="28">
                  <c:v>0.73699999999999999</c:v>
                </c:pt>
                <c:pt idx="29">
                  <c:v>1.528</c:v>
                </c:pt>
                <c:pt idx="30">
                  <c:v>1.4059999999999999</c:v>
                </c:pt>
                <c:pt idx="31">
                  <c:v>0.70799999999999996</c:v>
                </c:pt>
                <c:pt idx="32">
                  <c:v>0.76500000000000001</c:v>
                </c:pt>
                <c:pt idx="33">
                  <c:v>0.84199999999999997</c:v>
                </c:pt>
                <c:pt idx="34">
                  <c:v>0.42099999999999999</c:v>
                </c:pt>
                <c:pt idx="35">
                  <c:v>1.6950000000000001</c:v>
                </c:pt>
                <c:pt idx="36">
                  <c:v>0.55700000000000005</c:v>
                </c:pt>
                <c:pt idx="37">
                  <c:v>1.591</c:v>
                </c:pt>
                <c:pt idx="38">
                  <c:v>0.91200000000000003</c:v>
                </c:pt>
                <c:pt idx="39">
                  <c:v>0.26</c:v>
                </c:pt>
                <c:pt idx="40">
                  <c:v>0.99</c:v>
                </c:pt>
                <c:pt idx="41">
                  <c:v>0.68400000000000005</c:v>
                </c:pt>
                <c:pt idx="42">
                  <c:v>0.77300000000000002</c:v>
                </c:pt>
                <c:pt idx="43">
                  <c:v>0.53500000000000003</c:v>
                </c:pt>
                <c:pt idx="44">
                  <c:v>0.53500000000000003</c:v>
                </c:pt>
                <c:pt idx="45">
                  <c:v>0.53500000000000003</c:v>
                </c:pt>
                <c:pt idx="46">
                  <c:v>0.53500000000000003</c:v>
                </c:pt>
                <c:pt idx="47">
                  <c:v>0.53500000000000003</c:v>
                </c:pt>
                <c:pt idx="48">
                  <c:v>0.53500000000000003</c:v>
                </c:pt>
                <c:pt idx="49">
                  <c:v>0.53500000000000003</c:v>
                </c:pt>
                <c:pt idx="50">
                  <c:v>0.53500000000000003</c:v>
                </c:pt>
                <c:pt idx="51">
                  <c:v>0.53500000000000003</c:v>
                </c:pt>
                <c:pt idx="52">
                  <c:v>0.53500000000000003</c:v>
                </c:pt>
                <c:pt idx="53">
                  <c:v>0.53500000000000003</c:v>
                </c:pt>
                <c:pt idx="54">
                  <c:v>0.53500000000000003</c:v>
                </c:pt>
                <c:pt idx="55">
                  <c:v>0.53500000000000003</c:v>
                </c:pt>
                <c:pt idx="56">
                  <c:v>0.53500000000000003</c:v>
                </c:pt>
                <c:pt idx="57">
                  <c:v>0.53500000000000003</c:v>
                </c:pt>
                <c:pt idx="58">
                  <c:v>0.53500000000000003</c:v>
                </c:pt>
                <c:pt idx="59">
                  <c:v>0.53500000000000003</c:v>
                </c:pt>
                <c:pt idx="60">
                  <c:v>0.53500000000000003</c:v>
                </c:pt>
                <c:pt idx="61">
                  <c:v>0.53500000000000003</c:v>
                </c:pt>
              </c:numCache>
            </c:numRef>
          </c:xVal>
          <c:yVal>
            <c:numRef>
              <c:f>Sheet1!$B$66:$B$127</c:f>
              <c:numCache>
                <c:formatCode>General</c:formatCode>
                <c:ptCount val="62"/>
                <c:pt idx="0">
                  <c:v>1.274</c:v>
                </c:pt>
                <c:pt idx="1">
                  <c:v>1.2809999999999999</c:v>
                </c:pt>
                <c:pt idx="2">
                  <c:v>1.4419999999999999</c:v>
                </c:pt>
                <c:pt idx="3">
                  <c:v>1.2450000000000001</c:v>
                </c:pt>
                <c:pt idx="4">
                  <c:v>1.1459999999999999</c:v>
                </c:pt>
                <c:pt idx="5">
                  <c:v>0.14499999999999999</c:v>
                </c:pt>
                <c:pt idx="6">
                  <c:v>0.622</c:v>
                </c:pt>
                <c:pt idx="7">
                  <c:v>1.9430000000000001</c:v>
                </c:pt>
                <c:pt idx="8">
                  <c:v>0.73799999999999999</c:v>
                </c:pt>
                <c:pt idx="9">
                  <c:v>1.2070000000000001</c:v>
                </c:pt>
                <c:pt idx="10">
                  <c:v>0.91400000000000003</c:v>
                </c:pt>
                <c:pt idx="11">
                  <c:v>1.218</c:v>
                </c:pt>
                <c:pt idx="12">
                  <c:v>0.96699999999999997</c:v>
                </c:pt>
                <c:pt idx="13">
                  <c:v>0.55700000000000005</c:v>
                </c:pt>
                <c:pt idx="14">
                  <c:v>0.64</c:v>
                </c:pt>
                <c:pt idx="15">
                  <c:v>1.081</c:v>
                </c:pt>
                <c:pt idx="16">
                  <c:v>0.752</c:v>
                </c:pt>
                <c:pt idx="17">
                  <c:v>0.161</c:v>
                </c:pt>
                <c:pt idx="18">
                  <c:v>1.1519999999999999</c:v>
                </c:pt>
                <c:pt idx="19">
                  <c:v>1.3560000000000001</c:v>
                </c:pt>
                <c:pt idx="20">
                  <c:v>1.3180000000000001</c:v>
                </c:pt>
                <c:pt idx="21">
                  <c:v>1.327</c:v>
                </c:pt>
                <c:pt idx="22">
                  <c:v>-1.645</c:v>
                </c:pt>
                <c:pt idx="23">
                  <c:v>-0.39400000000000002</c:v>
                </c:pt>
                <c:pt idx="24">
                  <c:v>-1.115</c:v>
                </c:pt>
                <c:pt idx="25">
                  <c:v>-1.41</c:v>
                </c:pt>
                <c:pt idx="26">
                  <c:v>-1.228</c:v>
                </c:pt>
                <c:pt idx="27">
                  <c:v>-1.333</c:v>
                </c:pt>
                <c:pt idx="28">
                  <c:v>-1.5369999999999999</c:v>
                </c:pt>
                <c:pt idx="29">
                  <c:v>-1.0649999999999999</c:v>
                </c:pt>
                <c:pt idx="30">
                  <c:v>-0.99399999999999999</c:v>
                </c:pt>
                <c:pt idx="31">
                  <c:v>-1.137</c:v>
                </c:pt>
                <c:pt idx="32">
                  <c:v>-0.997</c:v>
                </c:pt>
                <c:pt idx="33">
                  <c:v>-1.1259999999999999</c:v>
                </c:pt>
                <c:pt idx="34">
                  <c:v>-1.339</c:v>
                </c:pt>
                <c:pt idx="35">
                  <c:v>-1.282</c:v>
                </c:pt>
                <c:pt idx="36">
                  <c:v>-0.85799999999999998</c:v>
                </c:pt>
                <c:pt idx="37">
                  <c:v>-1.611</c:v>
                </c:pt>
                <c:pt idx="38">
                  <c:v>-1.2649999999999999</c:v>
                </c:pt>
                <c:pt idx="39">
                  <c:v>-0.69099999999999995</c:v>
                </c:pt>
                <c:pt idx="40">
                  <c:v>-0.97</c:v>
                </c:pt>
                <c:pt idx="41">
                  <c:v>-0.80900000000000005</c:v>
                </c:pt>
                <c:pt idx="42">
                  <c:v>-1.06</c:v>
                </c:pt>
                <c:pt idx="43">
                  <c:v>-1.5109999999999999</c:v>
                </c:pt>
                <c:pt idx="44">
                  <c:v>-1.5109999999999999</c:v>
                </c:pt>
                <c:pt idx="45">
                  <c:v>-1.5109999999999999</c:v>
                </c:pt>
                <c:pt idx="46">
                  <c:v>-1.5109999999999999</c:v>
                </c:pt>
                <c:pt idx="47">
                  <c:v>-1.5109999999999999</c:v>
                </c:pt>
                <c:pt idx="48">
                  <c:v>-1.5109999999999999</c:v>
                </c:pt>
                <c:pt idx="49">
                  <c:v>-1.5109999999999999</c:v>
                </c:pt>
                <c:pt idx="50">
                  <c:v>-1.5109999999999999</c:v>
                </c:pt>
                <c:pt idx="51">
                  <c:v>-1.5109999999999999</c:v>
                </c:pt>
                <c:pt idx="52">
                  <c:v>-1.5109999999999999</c:v>
                </c:pt>
                <c:pt idx="53">
                  <c:v>-1.5109999999999999</c:v>
                </c:pt>
                <c:pt idx="54">
                  <c:v>-1.5109999999999999</c:v>
                </c:pt>
                <c:pt idx="55">
                  <c:v>-1.5109999999999999</c:v>
                </c:pt>
                <c:pt idx="56">
                  <c:v>-1.5109999999999999</c:v>
                </c:pt>
                <c:pt idx="57">
                  <c:v>-1.5109999999999999</c:v>
                </c:pt>
                <c:pt idx="58">
                  <c:v>-1.5109999999999999</c:v>
                </c:pt>
                <c:pt idx="59">
                  <c:v>-1.5109999999999999</c:v>
                </c:pt>
                <c:pt idx="60">
                  <c:v>-1.5109999999999999</c:v>
                </c:pt>
                <c:pt idx="61">
                  <c:v>-1.5109999999999999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4ED-E14B-AACE-2B83A0E05CE7}"/>
            </c:ext>
          </c:extLst>
        </c:ser>
        <c:ser>
          <c:idx val="2"/>
          <c:order val="2"/>
          <c:tx>
            <c:strRef>
              <c:f>Sheet1!$B$129</c:f>
              <c:strCache>
                <c:ptCount val="1"/>
                <c:pt idx="0">
                  <c:v>boundary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Sheet1!$A$130:$A$191</c:f>
              <c:numCache>
                <c:formatCode>General</c:formatCode>
                <c:ptCount val="62"/>
                <c:pt idx="0">
                  <c:v>-2.113</c:v>
                </c:pt>
                <c:pt idx="1">
                  <c:v>-2.0430000000000001</c:v>
                </c:pt>
                <c:pt idx="2">
                  <c:v>-1.974</c:v>
                </c:pt>
                <c:pt idx="3">
                  <c:v>-1.9039999999999999</c:v>
                </c:pt>
                <c:pt idx="4">
                  <c:v>-1.8380000000000001</c:v>
                </c:pt>
                <c:pt idx="5">
                  <c:v>-1.7729999999999999</c:v>
                </c:pt>
                <c:pt idx="6">
                  <c:v>-1.708</c:v>
                </c:pt>
                <c:pt idx="7">
                  <c:v>-1.643</c:v>
                </c:pt>
                <c:pt idx="8">
                  <c:v>-1.5740000000000001</c:v>
                </c:pt>
                <c:pt idx="9">
                  <c:v>-1.504</c:v>
                </c:pt>
                <c:pt idx="10">
                  <c:v>-1.4350000000000001</c:v>
                </c:pt>
                <c:pt idx="11">
                  <c:v>-1.365</c:v>
                </c:pt>
                <c:pt idx="12">
                  <c:v>-1.296</c:v>
                </c:pt>
                <c:pt idx="13">
                  <c:v>-1.2290000000000001</c:v>
                </c:pt>
                <c:pt idx="14">
                  <c:v>-1.1639999999999999</c:v>
                </c:pt>
                <c:pt idx="15">
                  <c:v>-1.099</c:v>
                </c:pt>
                <c:pt idx="16">
                  <c:v>-1.0329999999999999</c:v>
                </c:pt>
                <c:pt idx="17">
                  <c:v>-0.96499999999999997</c:v>
                </c:pt>
                <c:pt idx="18">
                  <c:v>-0.89600000000000002</c:v>
                </c:pt>
                <c:pt idx="19">
                  <c:v>-0.82599999999999996</c:v>
                </c:pt>
                <c:pt idx="20">
                  <c:v>-0.75700000000000001</c:v>
                </c:pt>
                <c:pt idx="21">
                  <c:v>-0.68700000000000006</c:v>
                </c:pt>
                <c:pt idx="22">
                  <c:v>-0.62</c:v>
                </c:pt>
                <c:pt idx="23">
                  <c:v>-0.55500000000000005</c:v>
                </c:pt>
                <c:pt idx="24">
                  <c:v>-0.49</c:v>
                </c:pt>
                <c:pt idx="25">
                  <c:v>-0.42399999999999999</c:v>
                </c:pt>
                <c:pt idx="26">
                  <c:v>-0.35699999999999998</c:v>
                </c:pt>
                <c:pt idx="27">
                  <c:v>-0.28699999999999998</c:v>
                </c:pt>
                <c:pt idx="28">
                  <c:v>-0.218</c:v>
                </c:pt>
                <c:pt idx="29">
                  <c:v>-0.14799999999999999</c:v>
                </c:pt>
                <c:pt idx="30">
                  <c:v>-7.8E-2</c:v>
                </c:pt>
                <c:pt idx="31">
                  <c:v>-1.0999999999999999E-2</c:v>
                </c:pt>
                <c:pt idx="32">
                  <c:v>5.3999999999999999E-2</c:v>
                </c:pt>
                <c:pt idx="33">
                  <c:v>0.12</c:v>
                </c:pt>
                <c:pt idx="34">
                  <c:v>0.185</c:v>
                </c:pt>
                <c:pt idx="35">
                  <c:v>0.252</c:v>
                </c:pt>
                <c:pt idx="36">
                  <c:v>0.32200000000000001</c:v>
                </c:pt>
                <c:pt idx="37">
                  <c:v>0.39100000000000001</c:v>
                </c:pt>
                <c:pt idx="38">
                  <c:v>0.46100000000000002</c:v>
                </c:pt>
                <c:pt idx="39">
                  <c:v>0.53</c:v>
                </c:pt>
                <c:pt idx="40">
                  <c:v>0.59799999999999998</c:v>
                </c:pt>
                <c:pt idx="41">
                  <c:v>0.66400000000000003</c:v>
                </c:pt>
                <c:pt idx="42">
                  <c:v>0.72899999999999998</c:v>
                </c:pt>
                <c:pt idx="43">
                  <c:v>0.79400000000000004</c:v>
                </c:pt>
                <c:pt idx="44">
                  <c:v>0.86099999999999999</c:v>
                </c:pt>
                <c:pt idx="45">
                  <c:v>0.93</c:v>
                </c:pt>
                <c:pt idx="46">
                  <c:v>1</c:v>
                </c:pt>
                <c:pt idx="47">
                  <c:v>1.069</c:v>
                </c:pt>
                <c:pt idx="48">
                  <c:v>1.139</c:v>
                </c:pt>
                <c:pt idx="49">
                  <c:v>1.208</c:v>
                </c:pt>
                <c:pt idx="50">
                  <c:v>1.2729999999999999</c:v>
                </c:pt>
                <c:pt idx="51">
                  <c:v>1.3380000000000001</c:v>
                </c:pt>
                <c:pt idx="52">
                  <c:v>1.403</c:v>
                </c:pt>
                <c:pt idx="53">
                  <c:v>1.4690000000000001</c:v>
                </c:pt>
                <c:pt idx="54">
                  <c:v>1.5389999999999999</c:v>
                </c:pt>
                <c:pt idx="55">
                  <c:v>1.6080000000000001</c:v>
                </c:pt>
                <c:pt idx="56">
                  <c:v>1.6779999999999999</c:v>
                </c:pt>
                <c:pt idx="57">
                  <c:v>1.7470000000000001</c:v>
                </c:pt>
                <c:pt idx="58">
                  <c:v>1.8169999999999999</c:v>
                </c:pt>
                <c:pt idx="59">
                  <c:v>1.8819999999999999</c:v>
                </c:pt>
                <c:pt idx="60">
                  <c:v>1.9470000000000001</c:v>
                </c:pt>
                <c:pt idx="61">
                  <c:v>2.0129999999999999</c:v>
                </c:pt>
              </c:numCache>
            </c:numRef>
          </c:xVal>
          <c:yVal>
            <c:numRef>
              <c:f>Sheet1!$B$130:$B$191</c:f>
              <c:numCache>
                <c:formatCode>General</c:formatCode>
                <c:ptCount val="62"/>
                <c:pt idx="0">
                  <c:v>-2.6</c:v>
                </c:pt>
                <c:pt idx="1">
                  <c:v>-2.5129999999999999</c:v>
                </c:pt>
                <c:pt idx="2">
                  <c:v>-2.4260000000000002</c:v>
                </c:pt>
                <c:pt idx="3">
                  <c:v>-2.339</c:v>
                </c:pt>
                <c:pt idx="4">
                  <c:v>-2.2570000000000001</c:v>
                </c:pt>
                <c:pt idx="5">
                  <c:v>-2.1749999999999998</c:v>
                </c:pt>
                <c:pt idx="6">
                  <c:v>-2.093</c:v>
                </c:pt>
                <c:pt idx="7">
                  <c:v>-2.012</c:v>
                </c:pt>
                <c:pt idx="8">
                  <c:v>-1.9259999999999999</c:v>
                </c:pt>
                <c:pt idx="9">
                  <c:v>-1.8380000000000001</c:v>
                </c:pt>
                <c:pt idx="10">
                  <c:v>-1.7509999999999999</c:v>
                </c:pt>
                <c:pt idx="11">
                  <c:v>-1.6639999999999999</c:v>
                </c:pt>
                <c:pt idx="12">
                  <c:v>-1.577</c:v>
                </c:pt>
                <c:pt idx="13">
                  <c:v>-1.494</c:v>
                </c:pt>
                <c:pt idx="14">
                  <c:v>-1.413</c:v>
                </c:pt>
                <c:pt idx="15">
                  <c:v>-1.331</c:v>
                </c:pt>
                <c:pt idx="16">
                  <c:v>-1.2490000000000001</c:v>
                </c:pt>
                <c:pt idx="17">
                  <c:v>-1.1639999999999999</c:v>
                </c:pt>
                <c:pt idx="18">
                  <c:v>-1.077</c:v>
                </c:pt>
                <c:pt idx="19">
                  <c:v>-0.99</c:v>
                </c:pt>
                <c:pt idx="20">
                  <c:v>-0.90300000000000002</c:v>
                </c:pt>
                <c:pt idx="21">
                  <c:v>-0.81599999999999995</c:v>
                </c:pt>
                <c:pt idx="22">
                  <c:v>-0.73199999999999998</c:v>
                </c:pt>
                <c:pt idx="23">
                  <c:v>-0.65</c:v>
                </c:pt>
                <c:pt idx="24">
                  <c:v>-0.56899999999999995</c:v>
                </c:pt>
                <c:pt idx="25">
                  <c:v>-0.48699999999999999</c:v>
                </c:pt>
                <c:pt idx="26">
                  <c:v>-0.40300000000000002</c:v>
                </c:pt>
                <c:pt idx="27">
                  <c:v>-0.315</c:v>
                </c:pt>
                <c:pt idx="28">
                  <c:v>-0.22800000000000001</c:v>
                </c:pt>
                <c:pt idx="29">
                  <c:v>-0.14099999999999999</c:v>
                </c:pt>
                <c:pt idx="30">
                  <c:v>-5.3999999999999999E-2</c:v>
                </c:pt>
                <c:pt idx="31">
                  <c:v>0.03</c:v>
                </c:pt>
                <c:pt idx="32">
                  <c:v>0.112</c:v>
                </c:pt>
                <c:pt idx="33">
                  <c:v>0.193</c:v>
                </c:pt>
                <c:pt idx="34">
                  <c:v>0.27500000000000002</c:v>
                </c:pt>
                <c:pt idx="35">
                  <c:v>0.35899999999999999</c:v>
                </c:pt>
                <c:pt idx="36">
                  <c:v>0.44600000000000001</c:v>
                </c:pt>
                <c:pt idx="37">
                  <c:v>0.53300000000000003</c:v>
                </c:pt>
                <c:pt idx="38">
                  <c:v>0.62</c:v>
                </c:pt>
                <c:pt idx="39">
                  <c:v>0.70699999999999996</c:v>
                </c:pt>
                <c:pt idx="40">
                  <c:v>0.79200000000000004</c:v>
                </c:pt>
                <c:pt idx="41">
                  <c:v>0.874</c:v>
                </c:pt>
                <c:pt idx="42">
                  <c:v>0.95599999999999996</c:v>
                </c:pt>
                <c:pt idx="43">
                  <c:v>1.0369999999999999</c:v>
                </c:pt>
                <c:pt idx="44">
                  <c:v>1.121</c:v>
                </c:pt>
                <c:pt idx="45">
                  <c:v>1.208</c:v>
                </c:pt>
                <c:pt idx="46">
                  <c:v>1.2949999999999999</c:v>
                </c:pt>
                <c:pt idx="47">
                  <c:v>1.3819999999999999</c:v>
                </c:pt>
                <c:pt idx="48">
                  <c:v>1.4690000000000001</c:v>
                </c:pt>
                <c:pt idx="49">
                  <c:v>1.5549999999999999</c:v>
                </c:pt>
                <c:pt idx="50">
                  <c:v>1.6359999999999999</c:v>
                </c:pt>
                <c:pt idx="51">
                  <c:v>1.718</c:v>
                </c:pt>
                <c:pt idx="52">
                  <c:v>1.8</c:v>
                </c:pt>
                <c:pt idx="53">
                  <c:v>1.8819999999999999</c:v>
                </c:pt>
                <c:pt idx="54">
                  <c:v>1.9690000000000001</c:v>
                </c:pt>
                <c:pt idx="55">
                  <c:v>2.056</c:v>
                </c:pt>
                <c:pt idx="56">
                  <c:v>2.1429999999999998</c:v>
                </c:pt>
                <c:pt idx="57">
                  <c:v>2.23</c:v>
                </c:pt>
                <c:pt idx="58">
                  <c:v>2.3170000000000002</c:v>
                </c:pt>
                <c:pt idx="59">
                  <c:v>2.399</c:v>
                </c:pt>
                <c:pt idx="60">
                  <c:v>2.48</c:v>
                </c:pt>
                <c:pt idx="61">
                  <c:v>2.5619999999999998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4ED-E14B-AACE-2B83A0E05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.6"/>
          <c:min val="-2.6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129643912"/>
        <c:crosses val="autoZero"/>
        <c:crossBetween val="midCat"/>
      </c:valAx>
      <c:valAx>
        <c:axId val="-2129643912"/>
        <c:scaling>
          <c:orientation val="minMax"/>
          <c:max val="2.6"/>
          <c:min val="-2.6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0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Sheet1!$A$2:$A$70</c:f>
              <c:numCache>
                <c:formatCode>General</c:formatCode>
                <c:ptCount val="69"/>
                <c:pt idx="0">
                  <c:v>-0.999</c:v>
                </c:pt>
                <c:pt idx="1">
                  <c:v>-1.115</c:v>
                </c:pt>
                <c:pt idx="2">
                  <c:v>-1.1910000000000001</c:v>
                </c:pt>
                <c:pt idx="3">
                  <c:v>-0.97499999999999998</c:v>
                </c:pt>
                <c:pt idx="4">
                  <c:v>-1.2070000000000001</c:v>
                </c:pt>
                <c:pt idx="5">
                  <c:v>-0.79400000000000004</c:v>
                </c:pt>
                <c:pt idx="6">
                  <c:v>-0.95599999999999996</c:v>
                </c:pt>
                <c:pt idx="7">
                  <c:v>-1.012</c:v>
                </c:pt>
                <c:pt idx="8">
                  <c:v>-1.5649999999999999</c:v>
                </c:pt>
                <c:pt idx="9">
                  <c:v>-1.7989999999999999</c:v>
                </c:pt>
                <c:pt idx="10">
                  <c:v>-1.774</c:v>
                </c:pt>
                <c:pt idx="11">
                  <c:v>-1.532</c:v>
                </c:pt>
                <c:pt idx="12">
                  <c:v>-0.93400000000000005</c:v>
                </c:pt>
                <c:pt idx="13">
                  <c:v>-2.0569999999999999</c:v>
                </c:pt>
                <c:pt idx="14">
                  <c:v>-1.02</c:v>
                </c:pt>
                <c:pt idx="15">
                  <c:v>-1.643</c:v>
                </c:pt>
                <c:pt idx="16">
                  <c:v>-1.411</c:v>
                </c:pt>
                <c:pt idx="17">
                  <c:v>-0.55400000000000005</c:v>
                </c:pt>
                <c:pt idx="18">
                  <c:v>-1.014</c:v>
                </c:pt>
                <c:pt idx="19">
                  <c:v>-1.2450000000000001</c:v>
                </c:pt>
                <c:pt idx="20">
                  <c:v>-0.95399999999999996</c:v>
                </c:pt>
                <c:pt idx="21">
                  <c:v>-1.5149999999999999</c:v>
                </c:pt>
                <c:pt idx="22">
                  <c:v>1.571</c:v>
                </c:pt>
                <c:pt idx="23">
                  <c:v>1.361</c:v>
                </c:pt>
                <c:pt idx="24">
                  <c:v>0.73099999999999998</c:v>
                </c:pt>
                <c:pt idx="25">
                  <c:v>1.32</c:v>
                </c:pt>
                <c:pt idx="26">
                  <c:v>1.0309999999999999</c:v>
                </c:pt>
                <c:pt idx="27">
                  <c:v>0.92100000000000004</c:v>
                </c:pt>
                <c:pt idx="28">
                  <c:v>0.97199999999999998</c:v>
                </c:pt>
                <c:pt idx="29">
                  <c:v>1.6040000000000001</c:v>
                </c:pt>
                <c:pt idx="30">
                  <c:v>1.085</c:v>
                </c:pt>
                <c:pt idx="31">
                  <c:v>1.0529999999999999</c:v>
                </c:pt>
                <c:pt idx="32">
                  <c:v>0.75700000000000001</c:v>
                </c:pt>
                <c:pt idx="33">
                  <c:v>1.377</c:v>
                </c:pt>
                <c:pt idx="34">
                  <c:v>0.44400000000000001</c:v>
                </c:pt>
                <c:pt idx="35">
                  <c:v>1.272</c:v>
                </c:pt>
                <c:pt idx="36">
                  <c:v>0.80500000000000005</c:v>
                </c:pt>
                <c:pt idx="37">
                  <c:v>1.528</c:v>
                </c:pt>
                <c:pt idx="38">
                  <c:v>0.86299999999999999</c:v>
                </c:pt>
                <c:pt idx="39">
                  <c:v>0.89500000000000002</c:v>
                </c:pt>
                <c:pt idx="40">
                  <c:v>0.82</c:v>
                </c:pt>
                <c:pt idx="41">
                  <c:v>1.1479999999999999</c:v>
                </c:pt>
                <c:pt idx="42">
                  <c:v>0.91700000000000004</c:v>
                </c:pt>
                <c:pt idx="43">
                  <c:v>0.995</c:v>
                </c:pt>
                <c:pt idx="44">
                  <c:v>0.995</c:v>
                </c:pt>
                <c:pt idx="45">
                  <c:v>0.995</c:v>
                </c:pt>
                <c:pt idx="46">
                  <c:v>0.995</c:v>
                </c:pt>
                <c:pt idx="47">
                  <c:v>0.995</c:v>
                </c:pt>
                <c:pt idx="48">
                  <c:v>0.995</c:v>
                </c:pt>
                <c:pt idx="49">
                  <c:v>0.995</c:v>
                </c:pt>
                <c:pt idx="50">
                  <c:v>0.995</c:v>
                </c:pt>
                <c:pt idx="51">
                  <c:v>0.995</c:v>
                </c:pt>
                <c:pt idx="52">
                  <c:v>0.995</c:v>
                </c:pt>
                <c:pt idx="53">
                  <c:v>0.995</c:v>
                </c:pt>
                <c:pt idx="54">
                  <c:v>0.995</c:v>
                </c:pt>
                <c:pt idx="55">
                  <c:v>0.995</c:v>
                </c:pt>
                <c:pt idx="56">
                  <c:v>0.995</c:v>
                </c:pt>
                <c:pt idx="57">
                  <c:v>0.995</c:v>
                </c:pt>
                <c:pt idx="58">
                  <c:v>0.995</c:v>
                </c:pt>
                <c:pt idx="59">
                  <c:v>0.995</c:v>
                </c:pt>
                <c:pt idx="60">
                  <c:v>0.995</c:v>
                </c:pt>
                <c:pt idx="61">
                  <c:v>0.995</c:v>
                </c:pt>
                <c:pt idx="62">
                  <c:v>0.995</c:v>
                </c:pt>
                <c:pt idx="63">
                  <c:v>0.995</c:v>
                </c:pt>
                <c:pt idx="64">
                  <c:v>0.995</c:v>
                </c:pt>
                <c:pt idx="65">
                  <c:v>0.995</c:v>
                </c:pt>
                <c:pt idx="66">
                  <c:v>0.995</c:v>
                </c:pt>
                <c:pt idx="67">
                  <c:v>0.995</c:v>
                </c:pt>
                <c:pt idx="68">
                  <c:v>0.995</c:v>
                </c:pt>
              </c:numCache>
            </c:numRef>
          </c:xVal>
          <c:yVal>
            <c:numRef>
              <c:f>Sheet1!$B$2:$B$70</c:f>
              <c:numCache>
                <c:formatCode>General</c:formatCode>
                <c:ptCount val="69"/>
                <c:pt idx="0">
                  <c:v>-0.875</c:v>
                </c:pt>
                <c:pt idx="1">
                  <c:v>-1.3740000000000001</c:v>
                </c:pt>
                <c:pt idx="2">
                  <c:v>-1.4159999999999999</c:v>
                </c:pt>
                <c:pt idx="3">
                  <c:v>-0.437</c:v>
                </c:pt>
                <c:pt idx="4">
                  <c:v>-1.2609999999999999</c:v>
                </c:pt>
                <c:pt idx="5">
                  <c:v>-0.85</c:v>
                </c:pt>
                <c:pt idx="6">
                  <c:v>-1.391</c:v>
                </c:pt>
                <c:pt idx="7">
                  <c:v>-0.70799999999999996</c:v>
                </c:pt>
                <c:pt idx="8">
                  <c:v>-1.1919999999999999</c:v>
                </c:pt>
                <c:pt idx="9">
                  <c:v>-1.542</c:v>
                </c:pt>
                <c:pt idx="10">
                  <c:v>-1.099</c:v>
                </c:pt>
                <c:pt idx="11">
                  <c:v>-0.88600000000000001</c:v>
                </c:pt>
                <c:pt idx="12">
                  <c:v>-1.079</c:v>
                </c:pt>
                <c:pt idx="13">
                  <c:v>-1.226</c:v>
                </c:pt>
                <c:pt idx="14">
                  <c:v>-0.95199999999999996</c:v>
                </c:pt>
                <c:pt idx="15">
                  <c:v>-1.2010000000000001</c:v>
                </c:pt>
                <c:pt idx="16">
                  <c:v>-1.34</c:v>
                </c:pt>
                <c:pt idx="17">
                  <c:v>-1.339</c:v>
                </c:pt>
                <c:pt idx="18">
                  <c:v>-0.629</c:v>
                </c:pt>
                <c:pt idx="19">
                  <c:v>-1.0469999999999999</c:v>
                </c:pt>
                <c:pt idx="20">
                  <c:v>-0.97299999999999998</c:v>
                </c:pt>
                <c:pt idx="21">
                  <c:v>-0.96799999999999997</c:v>
                </c:pt>
                <c:pt idx="22">
                  <c:v>0.35</c:v>
                </c:pt>
                <c:pt idx="23">
                  <c:v>1.05</c:v>
                </c:pt>
                <c:pt idx="24">
                  <c:v>1.84</c:v>
                </c:pt>
                <c:pt idx="25">
                  <c:v>0.496</c:v>
                </c:pt>
                <c:pt idx="26">
                  <c:v>1.242</c:v>
                </c:pt>
                <c:pt idx="27">
                  <c:v>1.2869999999999999</c:v>
                </c:pt>
                <c:pt idx="28">
                  <c:v>1.28</c:v>
                </c:pt>
                <c:pt idx="29">
                  <c:v>0.71599999999999997</c:v>
                </c:pt>
                <c:pt idx="30">
                  <c:v>0.80500000000000005</c:v>
                </c:pt>
                <c:pt idx="31">
                  <c:v>0.501</c:v>
                </c:pt>
                <c:pt idx="32">
                  <c:v>0.91800000000000004</c:v>
                </c:pt>
                <c:pt idx="33">
                  <c:v>1.4810000000000001</c:v>
                </c:pt>
                <c:pt idx="34">
                  <c:v>0.66600000000000004</c:v>
                </c:pt>
                <c:pt idx="35">
                  <c:v>0.16300000000000001</c:v>
                </c:pt>
                <c:pt idx="36">
                  <c:v>0.95899999999999996</c:v>
                </c:pt>
                <c:pt idx="37">
                  <c:v>1.29</c:v>
                </c:pt>
                <c:pt idx="38">
                  <c:v>0.84499999999999997</c:v>
                </c:pt>
                <c:pt idx="39">
                  <c:v>1.64</c:v>
                </c:pt>
                <c:pt idx="40">
                  <c:v>0.872</c:v>
                </c:pt>
                <c:pt idx="41">
                  <c:v>0.94899999999999995</c:v>
                </c:pt>
                <c:pt idx="42">
                  <c:v>0.53200000000000003</c:v>
                </c:pt>
                <c:pt idx="43">
                  <c:v>0.81399999999999995</c:v>
                </c:pt>
                <c:pt idx="44">
                  <c:v>0.81399999999999995</c:v>
                </c:pt>
                <c:pt idx="45">
                  <c:v>0.81399999999999995</c:v>
                </c:pt>
                <c:pt idx="46">
                  <c:v>0.81399999999999995</c:v>
                </c:pt>
                <c:pt idx="47">
                  <c:v>0.81399999999999995</c:v>
                </c:pt>
                <c:pt idx="48">
                  <c:v>0.81399999999999995</c:v>
                </c:pt>
                <c:pt idx="49">
                  <c:v>0.81399999999999995</c:v>
                </c:pt>
                <c:pt idx="50">
                  <c:v>0.81399999999999995</c:v>
                </c:pt>
                <c:pt idx="51">
                  <c:v>0.81399999999999995</c:v>
                </c:pt>
                <c:pt idx="52">
                  <c:v>0.81399999999999995</c:v>
                </c:pt>
                <c:pt idx="53">
                  <c:v>0.81399999999999995</c:v>
                </c:pt>
                <c:pt idx="54">
                  <c:v>0.81399999999999995</c:v>
                </c:pt>
                <c:pt idx="55">
                  <c:v>0.81399999999999995</c:v>
                </c:pt>
                <c:pt idx="56">
                  <c:v>0.81399999999999995</c:v>
                </c:pt>
                <c:pt idx="57">
                  <c:v>0.81399999999999995</c:v>
                </c:pt>
                <c:pt idx="58">
                  <c:v>0.81399999999999995</c:v>
                </c:pt>
                <c:pt idx="59">
                  <c:v>0.81399999999999995</c:v>
                </c:pt>
                <c:pt idx="60">
                  <c:v>0.81399999999999995</c:v>
                </c:pt>
                <c:pt idx="61">
                  <c:v>0.81399999999999995</c:v>
                </c:pt>
                <c:pt idx="62">
                  <c:v>0.81399999999999995</c:v>
                </c:pt>
                <c:pt idx="63">
                  <c:v>0.81399999999999995</c:v>
                </c:pt>
                <c:pt idx="64">
                  <c:v>0.81399999999999995</c:v>
                </c:pt>
                <c:pt idx="65">
                  <c:v>0.81399999999999995</c:v>
                </c:pt>
                <c:pt idx="66">
                  <c:v>0.81399999999999995</c:v>
                </c:pt>
                <c:pt idx="67">
                  <c:v>0.81399999999999995</c:v>
                </c:pt>
                <c:pt idx="68">
                  <c:v>0.81399999999999995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CF-6842-824A-763979DB85EC}"/>
            </c:ext>
          </c:extLst>
        </c:ser>
        <c:ser>
          <c:idx val="1"/>
          <c:order val="1"/>
          <c:tx>
            <c:strRef>
              <c:f>Sheet1!$B$72</c:f>
              <c:strCache>
                <c:ptCount val="1"/>
                <c:pt idx="0">
                  <c:v>class 1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6"/>
            <c:spPr>
              <a:solidFill>
                <a:srgbClr val="B4551F"/>
              </a:solidFill>
              <a:ln w="9525">
                <a:solidFill>
                  <a:srgbClr val="B4551F"/>
                </a:solidFill>
              </a:ln>
            </c:spPr>
          </c:marker>
          <c:xVal>
            <c:numRef>
              <c:f>Sheet1!$A$73:$A$141</c:f>
              <c:numCache>
                <c:formatCode>General</c:formatCode>
                <c:ptCount val="69"/>
                <c:pt idx="0">
                  <c:v>-0.51</c:v>
                </c:pt>
                <c:pt idx="1">
                  <c:v>-1.01</c:v>
                </c:pt>
                <c:pt idx="2">
                  <c:v>-1.143</c:v>
                </c:pt>
                <c:pt idx="3">
                  <c:v>-1.002</c:v>
                </c:pt>
                <c:pt idx="4">
                  <c:v>-1.542</c:v>
                </c:pt>
                <c:pt idx="5">
                  <c:v>-1.7090000000000001</c:v>
                </c:pt>
                <c:pt idx="6">
                  <c:v>-1.1279999999999999</c:v>
                </c:pt>
                <c:pt idx="7">
                  <c:v>-0.93100000000000005</c:v>
                </c:pt>
                <c:pt idx="8">
                  <c:v>-1.349</c:v>
                </c:pt>
                <c:pt idx="9">
                  <c:v>-0.91400000000000003</c:v>
                </c:pt>
                <c:pt idx="10">
                  <c:v>-1.0740000000000001</c:v>
                </c:pt>
                <c:pt idx="11">
                  <c:v>-0.70499999999999996</c:v>
                </c:pt>
                <c:pt idx="12">
                  <c:v>-1.4339999999999999</c:v>
                </c:pt>
                <c:pt idx="13">
                  <c:v>-0.98499999999999999</c:v>
                </c:pt>
                <c:pt idx="14">
                  <c:v>-0.89100000000000001</c:v>
                </c:pt>
                <c:pt idx="15">
                  <c:v>-0.59199999999999997</c:v>
                </c:pt>
                <c:pt idx="16">
                  <c:v>-0.96199999999999997</c:v>
                </c:pt>
                <c:pt idx="17">
                  <c:v>-1.05</c:v>
                </c:pt>
                <c:pt idx="18">
                  <c:v>-1.4750000000000001</c:v>
                </c:pt>
                <c:pt idx="19">
                  <c:v>-1.8939999999999999</c:v>
                </c:pt>
                <c:pt idx="20">
                  <c:v>-1.7330000000000001</c:v>
                </c:pt>
                <c:pt idx="21">
                  <c:v>-1.355</c:v>
                </c:pt>
                <c:pt idx="22">
                  <c:v>1.0549999999999999</c:v>
                </c:pt>
                <c:pt idx="23">
                  <c:v>1.5249999999999999</c:v>
                </c:pt>
                <c:pt idx="24">
                  <c:v>0.97199999999999998</c:v>
                </c:pt>
                <c:pt idx="25">
                  <c:v>0.93300000000000005</c:v>
                </c:pt>
                <c:pt idx="26">
                  <c:v>1.4610000000000001</c:v>
                </c:pt>
                <c:pt idx="27">
                  <c:v>0.97899999999999998</c:v>
                </c:pt>
                <c:pt idx="28">
                  <c:v>0.73699999999999999</c:v>
                </c:pt>
                <c:pt idx="29">
                  <c:v>1.528</c:v>
                </c:pt>
                <c:pt idx="30">
                  <c:v>1.4059999999999999</c:v>
                </c:pt>
                <c:pt idx="31">
                  <c:v>0.70799999999999996</c:v>
                </c:pt>
                <c:pt idx="32">
                  <c:v>0.76500000000000001</c:v>
                </c:pt>
                <c:pt idx="33">
                  <c:v>0.84199999999999997</c:v>
                </c:pt>
                <c:pt idx="34">
                  <c:v>0.42099999999999999</c:v>
                </c:pt>
                <c:pt idx="35">
                  <c:v>1.6950000000000001</c:v>
                </c:pt>
                <c:pt idx="36">
                  <c:v>0.55700000000000005</c:v>
                </c:pt>
                <c:pt idx="37">
                  <c:v>1.591</c:v>
                </c:pt>
                <c:pt idx="38">
                  <c:v>0.91200000000000003</c:v>
                </c:pt>
                <c:pt idx="39">
                  <c:v>0.26</c:v>
                </c:pt>
                <c:pt idx="40">
                  <c:v>0.99</c:v>
                </c:pt>
                <c:pt idx="41">
                  <c:v>0.68400000000000005</c:v>
                </c:pt>
                <c:pt idx="42">
                  <c:v>0.77300000000000002</c:v>
                </c:pt>
                <c:pt idx="43">
                  <c:v>0.53500000000000003</c:v>
                </c:pt>
                <c:pt idx="44">
                  <c:v>0.53500000000000003</c:v>
                </c:pt>
                <c:pt idx="45">
                  <c:v>0.53500000000000003</c:v>
                </c:pt>
                <c:pt idx="46">
                  <c:v>0.53500000000000003</c:v>
                </c:pt>
                <c:pt idx="47">
                  <c:v>0.53500000000000003</c:v>
                </c:pt>
                <c:pt idx="48">
                  <c:v>0.53500000000000003</c:v>
                </c:pt>
                <c:pt idx="49">
                  <c:v>0.53500000000000003</c:v>
                </c:pt>
                <c:pt idx="50">
                  <c:v>0.53500000000000003</c:v>
                </c:pt>
                <c:pt idx="51">
                  <c:v>0.53500000000000003</c:v>
                </c:pt>
                <c:pt idx="52">
                  <c:v>0.53500000000000003</c:v>
                </c:pt>
                <c:pt idx="53">
                  <c:v>0.53500000000000003</c:v>
                </c:pt>
                <c:pt idx="54">
                  <c:v>0.53500000000000003</c:v>
                </c:pt>
                <c:pt idx="55">
                  <c:v>0.53500000000000003</c:v>
                </c:pt>
                <c:pt idx="56">
                  <c:v>0.53500000000000003</c:v>
                </c:pt>
                <c:pt idx="57">
                  <c:v>0.53500000000000003</c:v>
                </c:pt>
                <c:pt idx="58">
                  <c:v>0.53500000000000003</c:v>
                </c:pt>
                <c:pt idx="59">
                  <c:v>0.53500000000000003</c:v>
                </c:pt>
                <c:pt idx="60">
                  <c:v>0.53500000000000003</c:v>
                </c:pt>
                <c:pt idx="61">
                  <c:v>0.53500000000000003</c:v>
                </c:pt>
                <c:pt idx="62">
                  <c:v>0.53500000000000003</c:v>
                </c:pt>
                <c:pt idx="63">
                  <c:v>0.53500000000000003</c:v>
                </c:pt>
                <c:pt idx="64">
                  <c:v>0.53500000000000003</c:v>
                </c:pt>
                <c:pt idx="65">
                  <c:v>0.53500000000000003</c:v>
                </c:pt>
                <c:pt idx="66">
                  <c:v>0.53500000000000003</c:v>
                </c:pt>
                <c:pt idx="67">
                  <c:v>0.53500000000000003</c:v>
                </c:pt>
                <c:pt idx="68">
                  <c:v>0.53500000000000003</c:v>
                </c:pt>
              </c:numCache>
            </c:numRef>
          </c:xVal>
          <c:yVal>
            <c:numRef>
              <c:f>Sheet1!$B$73:$B$141</c:f>
              <c:numCache>
                <c:formatCode>General</c:formatCode>
                <c:ptCount val="69"/>
                <c:pt idx="0">
                  <c:v>1.274</c:v>
                </c:pt>
                <c:pt idx="1">
                  <c:v>1.2809999999999999</c:v>
                </c:pt>
                <c:pt idx="2">
                  <c:v>1.4419999999999999</c:v>
                </c:pt>
                <c:pt idx="3">
                  <c:v>1.2450000000000001</c:v>
                </c:pt>
                <c:pt idx="4">
                  <c:v>1.1459999999999999</c:v>
                </c:pt>
                <c:pt idx="5">
                  <c:v>0.14499999999999999</c:v>
                </c:pt>
                <c:pt idx="6">
                  <c:v>0.622</c:v>
                </c:pt>
                <c:pt idx="7">
                  <c:v>1.9430000000000001</c:v>
                </c:pt>
                <c:pt idx="8">
                  <c:v>0.73799999999999999</c:v>
                </c:pt>
                <c:pt idx="9">
                  <c:v>1.2070000000000001</c:v>
                </c:pt>
                <c:pt idx="10">
                  <c:v>0.91400000000000003</c:v>
                </c:pt>
                <c:pt idx="11">
                  <c:v>1.218</c:v>
                </c:pt>
                <c:pt idx="12">
                  <c:v>0.96699999999999997</c:v>
                </c:pt>
                <c:pt idx="13">
                  <c:v>0.55700000000000005</c:v>
                </c:pt>
                <c:pt idx="14">
                  <c:v>0.64</c:v>
                </c:pt>
                <c:pt idx="15">
                  <c:v>1.081</c:v>
                </c:pt>
                <c:pt idx="16">
                  <c:v>0.752</c:v>
                </c:pt>
                <c:pt idx="17">
                  <c:v>0.161</c:v>
                </c:pt>
                <c:pt idx="18">
                  <c:v>1.1519999999999999</c:v>
                </c:pt>
                <c:pt idx="19">
                  <c:v>1.3560000000000001</c:v>
                </c:pt>
                <c:pt idx="20">
                  <c:v>1.3180000000000001</c:v>
                </c:pt>
                <c:pt idx="21">
                  <c:v>1.327</c:v>
                </c:pt>
                <c:pt idx="22">
                  <c:v>-1.645</c:v>
                </c:pt>
                <c:pt idx="23">
                  <c:v>-0.39400000000000002</c:v>
                </c:pt>
                <c:pt idx="24">
                  <c:v>-1.115</c:v>
                </c:pt>
                <c:pt idx="25">
                  <c:v>-1.41</c:v>
                </c:pt>
                <c:pt idx="26">
                  <c:v>-1.228</c:v>
                </c:pt>
                <c:pt idx="27">
                  <c:v>-1.333</c:v>
                </c:pt>
                <c:pt idx="28">
                  <c:v>-1.5369999999999999</c:v>
                </c:pt>
                <c:pt idx="29">
                  <c:v>-1.0649999999999999</c:v>
                </c:pt>
                <c:pt idx="30">
                  <c:v>-0.99399999999999999</c:v>
                </c:pt>
                <c:pt idx="31">
                  <c:v>-1.137</c:v>
                </c:pt>
                <c:pt idx="32">
                  <c:v>-0.997</c:v>
                </c:pt>
                <c:pt idx="33">
                  <c:v>-1.1259999999999999</c:v>
                </c:pt>
                <c:pt idx="34">
                  <c:v>-1.339</c:v>
                </c:pt>
                <c:pt idx="35">
                  <c:v>-1.282</c:v>
                </c:pt>
                <c:pt idx="36">
                  <c:v>-0.85799999999999998</c:v>
                </c:pt>
                <c:pt idx="37">
                  <c:v>-1.611</c:v>
                </c:pt>
                <c:pt idx="38">
                  <c:v>-1.2649999999999999</c:v>
                </c:pt>
                <c:pt idx="39">
                  <c:v>-0.69099999999999995</c:v>
                </c:pt>
                <c:pt idx="40">
                  <c:v>-0.97</c:v>
                </c:pt>
                <c:pt idx="41">
                  <c:v>-0.80900000000000005</c:v>
                </c:pt>
                <c:pt idx="42">
                  <c:v>-1.06</c:v>
                </c:pt>
                <c:pt idx="43">
                  <c:v>-1.5109999999999999</c:v>
                </c:pt>
                <c:pt idx="44">
                  <c:v>-1.5109999999999999</c:v>
                </c:pt>
                <c:pt idx="45">
                  <c:v>-1.5109999999999999</c:v>
                </c:pt>
                <c:pt idx="46">
                  <c:v>-1.5109999999999999</c:v>
                </c:pt>
                <c:pt idx="47">
                  <c:v>-1.5109999999999999</c:v>
                </c:pt>
                <c:pt idx="48">
                  <c:v>-1.5109999999999999</c:v>
                </c:pt>
                <c:pt idx="49">
                  <c:v>-1.5109999999999999</c:v>
                </c:pt>
                <c:pt idx="50">
                  <c:v>-1.5109999999999999</c:v>
                </c:pt>
                <c:pt idx="51">
                  <c:v>-1.5109999999999999</c:v>
                </c:pt>
                <c:pt idx="52">
                  <c:v>-1.5109999999999999</c:v>
                </c:pt>
                <c:pt idx="53">
                  <c:v>-1.5109999999999999</c:v>
                </c:pt>
                <c:pt idx="54">
                  <c:v>-1.5109999999999999</c:v>
                </c:pt>
                <c:pt idx="55">
                  <c:v>-1.5109999999999999</c:v>
                </c:pt>
                <c:pt idx="56">
                  <c:v>-1.5109999999999999</c:v>
                </c:pt>
                <c:pt idx="57">
                  <c:v>-1.5109999999999999</c:v>
                </c:pt>
                <c:pt idx="58">
                  <c:v>-1.5109999999999999</c:v>
                </c:pt>
                <c:pt idx="59">
                  <c:v>-1.5109999999999999</c:v>
                </c:pt>
                <c:pt idx="60">
                  <c:v>-1.5109999999999999</c:v>
                </c:pt>
                <c:pt idx="61">
                  <c:v>-1.5109999999999999</c:v>
                </c:pt>
                <c:pt idx="62">
                  <c:v>-1.5109999999999999</c:v>
                </c:pt>
                <c:pt idx="63">
                  <c:v>-1.5109999999999999</c:v>
                </c:pt>
                <c:pt idx="64">
                  <c:v>-1.5109999999999999</c:v>
                </c:pt>
                <c:pt idx="65">
                  <c:v>-1.5109999999999999</c:v>
                </c:pt>
                <c:pt idx="66">
                  <c:v>-1.5109999999999999</c:v>
                </c:pt>
                <c:pt idx="67">
                  <c:v>-1.5109999999999999</c:v>
                </c:pt>
                <c:pt idx="68">
                  <c:v>-1.5109999999999999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CF-6842-824A-763979DB85EC}"/>
            </c:ext>
          </c:extLst>
        </c:ser>
        <c:ser>
          <c:idx val="2"/>
          <c:order val="2"/>
          <c:tx>
            <c:strRef>
              <c:f>Sheet1!$B$143</c:f>
              <c:strCache>
                <c:ptCount val="1"/>
                <c:pt idx="0">
                  <c:v>boundary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Sheet1!$A$144:$A$212</c:f>
              <c:numCache>
                <c:formatCode>General</c:formatCode>
                <c:ptCount val="69"/>
                <c:pt idx="0">
                  <c:v>-2.6</c:v>
                </c:pt>
                <c:pt idx="1">
                  <c:v>-2.5449999999999999</c:v>
                </c:pt>
                <c:pt idx="2">
                  <c:v>-2.4910000000000001</c:v>
                </c:pt>
                <c:pt idx="3">
                  <c:v>-2.4260000000000002</c:v>
                </c:pt>
                <c:pt idx="4">
                  <c:v>-2.3610000000000002</c:v>
                </c:pt>
                <c:pt idx="5">
                  <c:v>-2.306</c:v>
                </c:pt>
                <c:pt idx="6">
                  <c:v>-2.2519999999999998</c:v>
                </c:pt>
                <c:pt idx="7">
                  <c:v>-2.1869999999999998</c:v>
                </c:pt>
                <c:pt idx="8">
                  <c:v>-2.121</c:v>
                </c:pt>
                <c:pt idx="9">
                  <c:v>-2.0670000000000002</c:v>
                </c:pt>
                <c:pt idx="10">
                  <c:v>-2.0129999999999999</c:v>
                </c:pt>
                <c:pt idx="11">
                  <c:v>-1.9470000000000001</c:v>
                </c:pt>
                <c:pt idx="12">
                  <c:v>-1.8819999999999999</c:v>
                </c:pt>
                <c:pt idx="13">
                  <c:v>-1.8180000000000001</c:v>
                </c:pt>
                <c:pt idx="14">
                  <c:v>-1.76</c:v>
                </c:pt>
                <c:pt idx="15">
                  <c:v>-1.7</c:v>
                </c:pt>
                <c:pt idx="16">
                  <c:v>-1.637</c:v>
                </c:pt>
                <c:pt idx="17">
                  <c:v>-1.5720000000000001</c:v>
                </c:pt>
                <c:pt idx="18">
                  <c:v>-1.502</c:v>
                </c:pt>
                <c:pt idx="19">
                  <c:v>-1.427</c:v>
                </c:pt>
                <c:pt idx="20">
                  <c:v>-1.36</c:v>
                </c:pt>
                <c:pt idx="21">
                  <c:v>-1.2949999999999999</c:v>
                </c:pt>
                <c:pt idx="22">
                  <c:v>-1.216</c:v>
                </c:pt>
                <c:pt idx="23">
                  <c:v>-1.1419999999999999</c:v>
                </c:pt>
                <c:pt idx="24">
                  <c:v>-1.077</c:v>
                </c:pt>
                <c:pt idx="25">
                  <c:v>-0.99</c:v>
                </c:pt>
                <c:pt idx="26">
                  <c:v>-0.92500000000000004</c:v>
                </c:pt>
                <c:pt idx="27">
                  <c:v>-0.85899999999999999</c:v>
                </c:pt>
                <c:pt idx="28">
                  <c:v>-0.79200000000000004</c:v>
                </c:pt>
                <c:pt idx="29">
                  <c:v>-0.72499999999999998</c:v>
                </c:pt>
                <c:pt idx="30">
                  <c:v>-0.66400000000000003</c:v>
                </c:pt>
                <c:pt idx="31">
                  <c:v>-0.59799999999999998</c:v>
                </c:pt>
                <c:pt idx="32">
                  <c:v>-0.53300000000000003</c:v>
                </c:pt>
                <c:pt idx="33">
                  <c:v>-0.48599999999999999</c:v>
                </c:pt>
                <c:pt idx="34">
                  <c:v>-0.42399999999999999</c:v>
                </c:pt>
                <c:pt idx="35">
                  <c:v>-0.379</c:v>
                </c:pt>
                <c:pt idx="36">
                  <c:v>-0.318</c:v>
                </c:pt>
                <c:pt idx="37">
                  <c:v>-0.27200000000000002</c:v>
                </c:pt>
                <c:pt idx="38">
                  <c:v>-0.223</c:v>
                </c:pt>
                <c:pt idx="39">
                  <c:v>-0.17100000000000001</c:v>
                </c:pt>
                <c:pt idx="40">
                  <c:v>-0.125</c:v>
                </c:pt>
                <c:pt idx="41">
                  <c:v>-8.6999999999999994E-2</c:v>
                </c:pt>
                <c:pt idx="42">
                  <c:v>-5.3999999999999999E-2</c:v>
                </c:pt>
                <c:pt idx="43">
                  <c:v>-2.8000000000000001E-2</c:v>
                </c:pt>
                <c:pt idx="44">
                  <c:v>-1.0999999999999999E-2</c:v>
                </c:pt>
                <c:pt idx="45">
                  <c:v>-1E-3</c:v>
                </c:pt>
                <c:pt idx="46">
                  <c:v>-1E-3</c:v>
                </c:pt>
                <c:pt idx="47">
                  <c:v>-1.0999999999999999E-2</c:v>
                </c:pt>
                <c:pt idx="48">
                  <c:v>-0.03</c:v>
                </c:pt>
                <c:pt idx="49">
                  <c:v>-5.3999999999999999E-2</c:v>
                </c:pt>
                <c:pt idx="50">
                  <c:v>-8.4000000000000005E-2</c:v>
                </c:pt>
                <c:pt idx="51">
                  <c:v>-0.12</c:v>
                </c:pt>
                <c:pt idx="52">
                  <c:v>-0.16300000000000001</c:v>
                </c:pt>
                <c:pt idx="53">
                  <c:v>-0.20699999999999999</c:v>
                </c:pt>
                <c:pt idx="54">
                  <c:v>-0.255</c:v>
                </c:pt>
                <c:pt idx="55">
                  <c:v>-0.31</c:v>
                </c:pt>
                <c:pt idx="56">
                  <c:v>-0.35899999999999999</c:v>
                </c:pt>
                <c:pt idx="57">
                  <c:v>-0.40699999999999997</c:v>
                </c:pt>
                <c:pt idx="58">
                  <c:v>-0.46700000000000003</c:v>
                </c:pt>
                <c:pt idx="59">
                  <c:v>-0.51100000000000001</c:v>
                </c:pt>
                <c:pt idx="60">
                  <c:v>-0.56799999999999995</c:v>
                </c:pt>
                <c:pt idx="61">
                  <c:v>-0.62</c:v>
                </c:pt>
                <c:pt idx="62">
                  <c:v>-0.67</c:v>
                </c:pt>
                <c:pt idx="63">
                  <c:v>-0.72899999999999998</c:v>
                </c:pt>
                <c:pt idx="64">
                  <c:v>-0.77300000000000002</c:v>
                </c:pt>
                <c:pt idx="65">
                  <c:v>-0.83399999999999996</c:v>
                </c:pt>
                <c:pt idx="66">
                  <c:v>-0.88100000000000001</c:v>
                </c:pt>
                <c:pt idx="67">
                  <c:v>-0.93700000000000006</c:v>
                </c:pt>
                <c:pt idx="68">
                  <c:v>-0.99</c:v>
                </c:pt>
              </c:numCache>
            </c:numRef>
          </c:xVal>
          <c:yVal>
            <c:numRef>
              <c:f>Sheet1!$B$144:$B$212</c:f>
              <c:numCache>
                <c:formatCode>General</c:formatCode>
                <c:ptCount val="69"/>
                <c:pt idx="0">
                  <c:v>-1.2090000000000001</c:v>
                </c:pt>
                <c:pt idx="1">
                  <c:v>-1.1639999999999999</c:v>
                </c:pt>
                <c:pt idx="2">
                  <c:v>-1.1200000000000001</c:v>
                </c:pt>
                <c:pt idx="3">
                  <c:v>-1.0660000000000001</c:v>
                </c:pt>
                <c:pt idx="4">
                  <c:v>-1.0129999999999999</c:v>
                </c:pt>
                <c:pt idx="5">
                  <c:v>-0.96799999999999997</c:v>
                </c:pt>
                <c:pt idx="6">
                  <c:v>-0.92400000000000004</c:v>
                </c:pt>
                <c:pt idx="7">
                  <c:v>-0.87</c:v>
                </c:pt>
                <c:pt idx="8">
                  <c:v>-0.81699999999999995</c:v>
                </c:pt>
                <c:pt idx="9">
                  <c:v>-0.77200000000000002</c:v>
                </c:pt>
                <c:pt idx="10">
                  <c:v>-0.72899999999999998</c:v>
                </c:pt>
                <c:pt idx="11">
                  <c:v>-0.67700000000000005</c:v>
                </c:pt>
                <c:pt idx="12">
                  <c:v>-0.625</c:v>
                </c:pt>
                <c:pt idx="13">
                  <c:v>-0.57699999999999996</c:v>
                </c:pt>
                <c:pt idx="14">
                  <c:v>-0.53300000000000003</c:v>
                </c:pt>
                <c:pt idx="15">
                  <c:v>-0.49</c:v>
                </c:pt>
                <c:pt idx="16">
                  <c:v>-0.44600000000000001</c:v>
                </c:pt>
                <c:pt idx="17">
                  <c:v>-0.40300000000000002</c:v>
                </c:pt>
                <c:pt idx="18">
                  <c:v>-0.35899999999999999</c:v>
                </c:pt>
                <c:pt idx="19">
                  <c:v>-0.315</c:v>
                </c:pt>
                <c:pt idx="20">
                  <c:v>-0.27900000000000003</c:v>
                </c:pt>
                <c:pt idx="21">
                  <c:v>-0.246</c:v>
                </c:pt>
                <c:pt idx="22">
                  <c:v>-0.20699999999999999</c:v>
                </c:pt>
                <c:pt idx="23">
                  <c:v>-0.17199999999999999</c:v>
                </c:pt>
                <c:pt idx="24">
                  <c:v>-0.14000000000000001</c:v>
                </c:pt>
                <c:pt idx="25">
                  <c:v>-9.8000000000000004E-2</c:v>
                </c:pt>
                <c:pt idx="26">
                  <c:v>-6.5000000000000002E-2</c:v>
                </c:pt>
                <c:pt idx="27">
                  <c:v>-2.9000000000000001E-2</c:v>
                </c:pt>
                <c:pt idx="28">
                  <c:v>1.0999999999999999E-2</c:v>
                </c:pt>
                <c:pt idx="29">
                  <c:v>5.3999999999999999E-2</c:v>
                </c:pt>
                <c:pt idx="30">
                  <c:v>9.8000000000000004E-2</c:v>
                </c:pt>
                <c:pt idx="31">
                  <c:v>0.14899999999999999</c:v>
                </c:pt>
                <c:pt idx="32">
                  <c:v>0.20599999999999999</c:v>
                </c:pt>
                <c:pt idx="33">
                  <c:v>0.25</c:v>
                </c:pt>
                <c:pt idx="34">
                  <c:v>0.312</c:v>
                </c:pt>
                <c:pt idx="35">
                  <c:v>0.35899999999999999</c:v>
                </c:pt>
                <c:pt idx="36">
                  <c:v>0.42399999999999999</c:v>
                </c:pt>
                <c:pt idx="37">
                  <c:v>0.47599999999999998</c:v>
                </c:pt>
                <c:pt idx="38">
                  <c:v>0.53300000000000003</c:v>
                </c:pt>
                <c:pt idx="39">
                  <c:v>0.59799999999999998</c:v>
                </c:pt>
                <c:pt idx="40">
                  <c:v>0.66400000000000003</c:v>
                </c:pt>
                <c:pt idx="41">
                  <c:v>0.72899999999999998</c:v>
                </c:pt>
                <c:pt idx="42">
                  <c:v>0.8</c:v>
                </c:pt>
                <c:pt idx="43">
                  <c:v>0.88100000000000001</c:v>
                </c:pt>
                <c:pt idx="44">
                  <c:v>0.96799999999999997</c:v>
                </c:pt>
                <c:pt idx="45">
                  <c:v>1.077</c:v>
                </c:pt>
                <c:pt idx="46">
                  <c:v>1.1859999999999999</c:v>
                </c:pt>
                <c:pt idx="47">
                  <c:v>1.2829999999999999</c:v>
                </c:pt>
                <c:pt idx="48">
                  <c:v>1.3819999999999999</c:v>
                </c:pt>
                <c:pt idx="49">
                  <c:v>1.462</c:v>
                </c:pt>
                <c:pt idx="50">
                  <c:v>1.534</c:v>
                </c:pt>
                <c:pt idx="51">
                  <c:v>1.6020000000000001</c:v>
                </c:pt>
                <c:pt idx="52">
                  <c:v>1.6719999999999999</c:v>
                </c:pt>
                <c:pt idx="53">
                  <c:v>1.7330000000000001</c:v>
                </c:pt>
                <c:pt idx="54">
                  <c:v>1.7949999999999999</c:v>
                </c:pt>
                <c:pt idx="55">
                  <c:v>1.86</c:v>
                </c:pt>
                <c:pt idx="56">
                  <c:v>1.9159999999999999</c:v>
                </c:pt>
                <c:pt idx="57">
                  <c:v>1.9690000000000001</c:v>
                </c:pt>
                <c:pt idx="58">
                  <c:v>2.0339999999999998</c:v>
                </c:pt>
                <c:pt idx="59">
                  <c:v>2.0830000000000002</c:v>
                </c:pt>
                <c:pt idx="60">
                  <c:v>2.1429999999999998</c:v>
                </c:pt>
                <c:pt idx="61">
                  <c:v>2.1989999999999998</c:v>
                </c:pt>
                <c:pt idx="62">
                  <c:v>2.2519999999999998</c:v>
                </c:pt>
                <c:pt idx="63">
                  <c:v>2.3140000000000001</c:v>
                </c:pt>
                <c:pt idx="64">
                  <c:v>2.3610000000000002</c:v>
                </c:pt>
                <c:pt idx="65">
                  <c:v>2.4260000000000002</c:v>
                </c:pt>
                <c:pt idx="66">
                  <c:v>2.4750000000000001</c:v>
                </c:pt>
                <c:pt idx="67">
                  <c:v>2.5350000000000001</c:v>
                </c:pt>
                <c:pt idx="68">
                  <c:v>2.59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2CF-6842-824A-763979DB85EC}"/>
            </c:ext>
          </c:extLst>
        </c:ser>
        <c:ser>
          <c:idx val="3"/>
          <c:order val="3"/>
          <c:tx>
            <c:strRef>
              <c:f>Sheet1!$B$214</c:f>
              <c:strCache>
                <c:ptCount val="1"/>
                <c:pt idx="0">
                  <c:v>boundary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Sheet1!$A$215:$A$283</c:f>
              <c:numCache>
                <c:formatCode>General</c:formatCode>
                <c:ptCount val="69"/>
                <c:pt idx="0">
                  <c:v>2.6</c:v>
                </c:pt>
                <c:pt idx="1">
                  <c:v>2.5129999999999999</c:v>
                </c:pt>
                <c:pt idx="2">
                  <c:v>2.448</c:v>
                </c:pt>
                <c:pt idx="3">
                  <c:v>2.3610000000000002</c:v>
                </c:pt>
                <c:pt idx="4">
                  <c:v>2.2909999999999999</c:v>
                </c:pt>
                <c:pt idx="5">
                  <c:v>2.2080000000000002</c:v>
                </c:pt>
                <c:pt idx="6">
                  <c:v>2.1269999999999998</c:v>
                </c:pt>
                <c:pt idx="7">
                  <c:v>2.056</c:v>
                </c:pt>
                <c:pt idx="8">
                  <c:v>1.9690000000000001</c:v>
                </c:pt>
                <c:pt idx="9">
                  <c:v>1.8819999999999999</c:v>
                </c:pt>
                <c:pt idx="10">
                  <c:v>1.804</c:v>
                </c:pt>
                <c:pt idx="11">
                  <c:v>1.728</c:v>
                </c:pt>
                <c:pt idx="12">
                  <c:v>1.643</c:v>
                </c:pt>
                <c:pt idx="13">
                  <c:v>1.556</c:v>
                </c:pt>
                <c:pt idx="14">
                  <c:v>1.4690000000000001</c:v>
                </c:pt>
                <c:pt idx="15">
                  <c:v>1.3819999999999999</c:v>
                </c:pt>
                <c:pt idx="16">
                  <c:v>1.2949999999999999</c:v>
                </c:pt>
                <c:pt idx="17">
                  <c:v>1.208</c:v>
                </c:pt>
                <c:pt idx="18">
                  <c:v>1.121</c:v>
                </c:pt>
                <c:pt idx="19">
                  <c:v>1.0329999999999999</c:v>
                </c:pt>
                <c:pt idx="20">
                  <c:v>0.94599999999999995</c:v>
                </c:pt>
                <c:pt idx="21">
                  <c:v>0.85899999999999999</c:v>
                </c:pt>
                <c:pt idx="22">
                  <c:v>0.751</c:v>
                </c:pt>
                <c:pt idx="23">
                  <c:v>0.64200000000000002</c:v>
                </c:pt>
                <c:pt idx="24">
                  <c:v>0.56000000000000005</c:v>
                </c:pt>
                <c:pt idx="25">
                  <c:v>0.49</c:v>
                </c:pt>
                <c:pt idx="26">
                  <c:v>0.42399999999999999</c:v>
                </c:pt>
                <c:pt idx="27">
                  <c:v>0.36299999999999999</c:v>
                </c:pt>
                <c:pt idx="28">
                  <c:v>0.315</c:v>
                </c:pt>
                <c:pt idx="29">
                  <c:v>0.26200000000000001</c:v>
                </c:pt>
                <c:pt idx="30">
                  <c:v>0.21099999999999999</c:v>
                </c:pt>
                <c:pt idx="31">
                  <c:v>0.16700000000000001</c:v>
                </c:pt>
                <c:pt idx="32">
                  <c:v>0.126</c:v>
                </c:pt>
                <c:pt idx="33">
                  <c:v>8.8999999999999996E-2</c:v>
                </c:pt>
                <c:pt idx="34">
                  <c:v>5.3999999999999999E-2</c:v>
                </c:pt>
                <c:pt idx="35">
                  <c:v>1.4E-2</c:v>
                </c:pt>
                <c:pt idx="36">
                  <c:v>-1.4E-2</c:v>
                </c:pt>
                <c:pt idx="37">
                  <c:v>-4.9000000000000002E-2</c:v>
                </c:pt>
                <c:pt idx="38">
                  <c:v>-7.5999999999999998E-2</c:v>
                </c:pt>
                <c:pt idx="39">
                  <c:v>-0.105</c:v>
                </c:pt>
                <c:pt idx="40">
                  <c:v>-0.13800000000000001</c:v>
                </c:pt>
                <c:pt idx="41">
                  <c:v>-0.16300000000000001</c:v>
                </c:pt>
                <c:pt idx="42">
                  <c:v>-0.2</c:v>
                </c:pt>
                <c:pt idx="43">
                  <c:v>-0.23</c:v>
                </c:pt>
                <c:pt idx="44">
                  <c:v>-0.27200000000000002</c:v>
                </c:pt>
                <c:pt idx="45">
                  <c:v>-0.312</c:v>
                </c:pt>
                <c:pt idx="46">
                  <c:v>-0.35299999999999998</c:v>
                </c:pt>
                <c:pt idx="47">
                  <c:v>-0.39500000000000002</c:v>
                </c:pt>
                <c:pt idx="48">
                  <c:v>-0.44</c:v>
                </c:pt>
                <c:pt idx="49">
                  <c:v>-0.48699999999999999</c:v>
                </c:pt>
                <c:pt idx="50">
                  <c:v>-0.53300000000000003</c:v>
                </c:pt>
                <c:pt idx="51">
                  <c:v>-0.57699999999999996</c:v>
                </c:pt>
                <c:pt idx="52">
                  <c:v>-0.62</c:v>
                </c:pt>
                <c:pt idx="53">
                  <c:v>-0.66900000000000004</c:v>
                </c:pt>
                <c:pt idx="54">
                  <c:v>-0.71899999999999997</c:v>
                </c:pt>
                <c:pt idx="55">
                  <c:v>-0.76900000000000002</c:v>
                </c:pt>
                <c:pt idx="56">
                  <c:v>-0.81599999999999995</c:v>
                </c:pt>
                <c:pt idx="57">
                  <c:v>-0.85899999999999999</c:v>
                </c:pt>
                <c:pt idx="58">
                  <c:v>-0.90300000000000002</c:v>
                </c:pt>
                <c:pt idx="59">
                  <c:v>-0.95199999999999996</c:v>
                </c:pt>
                <c:pt idx="60">
                  <c:v>-1.0009999999999999</c:v>
                </c:pt>
                <c:pt idx="61">
                  <c:v>-1.05</c:v>
                </c:pt>
                <c:pt idx="62">
                  <c:v>-1.0980000000000001</c:v>
                </c:pt>
                <c:pt idx="63">
                  <c:v>-1.1419999999999999</c:v>
                </c:pt>
                <c:pt idx="64">
                  <c:v>-1.1859999999999999</c:v>
                </c:pt>
                <c:pt idx="65">
                  <c:v>-1.1859999999999999</c:v>
                </c:pt>
                <c:pt idx="66">
                  <c:v>-1.1859999999999999</c:v>
                </c:pt>
                <c:pt idx="67">
                  <c:v>-1.1859999999999999</c:v>
                </c:pt>
                <c:pt idx="68">
                  <c:v>-1.1859999999999999</c:v>
                </c:pt>
              </c:numCache>
            </c:numRef>
          </c:xVal>
          <c:yVal>
            <c:numRef>
              <c:f>Sheet1!$B$215:$B$283</c:f>
              <c:numCache>
                <c:formatCode>General</c:formatCode>
                <c:ptCount val="69"/>
                <c:pt idx="0">
                  <c:v>-0.50600000000000001</c:v>
                </c:pt>
                <c:pt idx="1">
                  <c:v>-0.47199999999999998</c:v>
                </c:pt>
                <c:pt idx="2">
                  <c:v>-0.44500000000000001</c:v>
                </c:pt>
                <c:pt idx="3">
                  <c:v>-0.40899999999999997</c:v>
                </c:pt>
                <c:pt idx="4">
                  <c:v>-0.38100000000000001</c:v>
                </c:pt>
                <c:pt idx="5">
                  <c:v>-0.34699999999999998</c:v>
                </c:pt>
                <c:pt idx="6">
                  <c:v>-0.315</c:v>
                </c:pt>
                <c:pt idx="7">
                  <c:v>-0.28899999999999998</c:v>
                </c:pt>
                <c:pt idx="8">
                  <c:v>-0.25900000000000001</c:v>
                </c:pt>
                <c:pt idx="9">
                  <c:v>-0.23</c:v>
                </c:pt>
                <c:pt idx="10">
                  <c:v>-0.20699999999999999</c:v>
                </c:pt>
                <c:pt idx="11">
                  <c:v>-0.185</c:v>
                </c:pt>
                <c:pt idx="12">
                  <c:v>-0.16200000000000001</c:v>
                </c:pt>
                <c:pt idx="13">
                  <c:v>-0.13900000000000001</c:v>
                </c:pt>
                <c:pt idx="14">
                  <c:v>-0.11700000000000001</c:v>
                </c:pt>
                <c:pt idx="15">
                  <c:v>-9.4E-2</c:v>
                </c:pt>
                <c:pt idx="16">
                  <c:v>-7.0999999999999994E-2</c:v>
                </c:pt>
                <c:pt idx="17">
                  <c:v>-4.5999999999999999E-2</c:v>
                </c:pt>
                <c:pt idx="18">
                  <c:v>-2.1999999999999999E-2</c:v>
                </c:pt>
                <c:pt idx="19">
                  <c:v>2E-3</c:v>
                </c:pt>
                <c:pt idx="20">
                  <c:v>2.4E-2</c:v>
                </c:pt>
                <c:pt idx="21">
                  <c:v>0.04</c:v>
                </c:pt>
                <c:pt idx="22">
                  <c:v>4.9000000000000002E-2</c:v>
                </c:pt>
                <c:pt idx="23">
                  <c:v>3.6999999999999998E-2</c:v>
                </c:pt>
                <c:pt idx="24">
                  <c:v>1.0999999999999999E-2</c:v>
                </c:pt>
                <c:pt idx="25">
                  <c:v>-2.4E-2</c:v>
                </c:pt>
                <c:pt idx="26">
                  <c:v>-6.8000000000000005E-2</c:v>
                </c:pt>
                <c:pt idx="27">
                  <c:v>-0.12</c:v>
                </c:pt>
                <c:pt idx="28">
                  <c:v>-0.16700000000000001</c:v>
                </c:pt>
                <c:pt idx="29">
                  <c:v>-0.22800000000000001</c:v>
                </c:pt>
                <c:pt idx="30">
                  <c:v>-0.29399999999999998</c:v>
                </c:pt>
                <c:pt idx="31">
                  <c:v>-0.35899999999999999</c:v>
                </c:pt>
                <c:pt idx="32">
                  <c:v>-0.42399999999999999</c:v>
                </c:pt>
                <c:pt idx="33">
                  <c:v>-0.49</c:v>
                </c:pt>
                <c:pt idx="34">
                  <c:v>-0.55600000000000005</c:v>
                </c:pt>
                <c:pt idx="35">
                  <c:v>-0.64200000000000002</c:v>
                </c:pt>
                <c:pt idx="36">
                  <c:v>-0.70699999999999996</c:v>
                </c:pt>
                <c:pt idx="37">
                  <c:v>-0.79400000000000004</c:v>
                </c:pt>
                <c:pt idx="38">
                  <c:v>-0.86699999999999999</c:v>
                </c:pt>
                <c:pt idx="39">
                  <c:v>-0.94599999999999995</c:v>
                </c:pt>
                <c:pt idx="40">
                  <c:v>-1.0329999999999999</c:v>
                </c:pt>
                <c:pt idx="41">
                  <c:v>-1.099</c:v>
                </c:pt>
                <c:pt idx="42">
                  <c:v>-1.1859999999999999</c:v>
                </c:pt>
                <c:pt idx="43">
                  <c:v>-1.2509999999999999</c:v>
                </c:pt>
                <c:pt idx="44">
                  <c:v>-1.3320000000000001</c:v>
                </c:pt>
                <c:pt idx="45">
                  <c:v>-1.403</c:v>
                </c:pt>
                <c:pt idx="46">
                  <c:v>-1.4690000000000001</c:v>
                </c:pt>
                <c:pt idx="47">
                  <c:v>-1.534</c:v>
                </c:pt>
                <c:pt idx="48">
                  <c:v>-1.599</c:v>
                </c:pt>
                <c:pt idx="49">
                  <c:v>-1.6639999999999999</c:v>
                </c:pt>
                <c:pt idx="50">
                  <c:v>-1.726</c:v>
                </c:pt>
                <c:pt idx="51">
                  <c:v>-1.784</c:v>
                </c:pt>
                <c:pt idx="52">
                  <c:v>-1.841</c:v>
                </c:pt>
                <c:pt idx="53">
                  <c:v>-1.9039999999999999</c:v>
                </c:pt>
                <c:pt idx="54">
                  <c:v>-1.9690000000000001</c:v>
                </c:pt>
                <c:pt idx="55">
                  <c:v>-2.0339999999999998</c:v>
                </c:pt>
                <c:pt idx="56">
                  <c:v>-2.0950000000000002</c:v>
                </c:pt>
                <c:pt idx="57">
                  <c:v>-2.1520000000000001</c:v>
                </c:pt>
                <c:pt idx="58">
                  <c:v>-2.2090000000000001</c:v>
                </c:pt>
                <c:pt idx="59">
                  <c:v>-2.274</c:v>
                </c:pt>
                <c:pt idx="60">
                  <c:v>-2.339</c:v>
                </c:pt>
                <c:pt idx="61">
                  <c:v>-2.4039999999999999</c:v>
                </c:pt>
                <c:pt idx="62">
                  <c:v>-2.4689999999999999</c:v>
                </c:pt>
                <c:pt idx="63">
                  <c:v>-2.5310000000000001</c:v>
                </c:pt>
                <c:pt idx="64">
                  <c:v>-2.5910000000000002</c:v>
                </c:pt>
                <c:pt idx="65">
                  <c:v>-2.5910000000000002</c:v>
                </c:pt>
                <c:pt idx="66">
                  <c:v>-2.5910000000000002</c:v>
                </c:pt>
                <c:pt idx="67">
                  <c:v>-2.5910000000000002</c:v>
                </c:pt>
                <c:pt idx="68">
                  <c:v>-2.5910000000000002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2CF-6842-824A-763979DB8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.6"/>
          <c:min val="-2.6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129643912"/>
        <c:crosses val="autoZero"/>
        <c:crossBetween val="midCat"/>
      </c:valAx>
      <c:valAx>
        <c:axId val="-2129643912"/>
        <c:scaling>
          <c:orientation val="minMax"/>
          <c:max val="2.6"/>
          <c:min val="-2.6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relu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-2.7</c:v>
                </c:pt>
                <c:pt idx="4">
                  <c:v>-2.6</c:v>
                </c:pt>
                <c:pt idx="5">
                  <c:v>-2.5</c:v>
                </c:pt>
                <c:pt idx="6">
                  <c:v>-2.4</c:v>
                </c:pt>
                <c:pt idx="7">
                  <c:v>-2.2999999999999998</c:v>
                </c:pt>
                <c:pt idx="8">
                  <c:v>-2.2000000000000002</c:v>
                </c:pt>
                <c:pt idx="9">
                  <c:v>-2.1</c:v>
                </c:pt>
                <c:pt idx="10">
                  <c:v>-2</c:v>
                </c:pt>
                <c:pt idx="11">
                  <c:v>-1.9</c:v>
                </c:pt>
                <c:pt idx="12">
                  <c:v>-1.8</c:v>
                </c:pt>
                <c:pt idx="13">
                  <c:v>-1.7</c:v>
                </c:pt>
                <c:pt idx="14">
                  <c:v>-1.6</c:v>
                </c:pt>
                <c:pt idx="15">
                  <c:v>-1.5</c:v>
                </c:pt>
                <c:pt idx="16">
                  <c:v>-1.4</c:v>
                </c:pt>
                <c:pt idx="17">
                  <c:v>-1.3</c:v>
                </c:pt>
                <c:pt idx="18">
                  <c:v>-1.2</c:v>
                </c:pt>
                <c:pt idx="19">
                  <c:v>-1.1000000000000001</c:v>
                </c:pt>
                <c:pt idx="20">
                  <c:v>-1</c:v>
                </c:pt>
                <c:pt idx="21">
                  <c:v>-0.9</c:v>
                </c:pt>
                <c:pt idx="22">
                  <c:v>-0.8</c:v>
                </c:pt>
                <c:pt idx="23">
                  <c:v>-0.7</c:v>
                </c:pt>
                <c:pt idx="24">
                  <c:v>-0.6</c:v>
                </c:pt>
                <c:pt idx="25">
                  <c:v>-0.5</c:v>
                </c:pt>
                <c:pt idx="26">
                  <c:v>-0.4</c:v>
                </c:pt>
                <c:pt idx="27">
                  <c:v>-0.3</c:v>
                </c:pt>
                <c:pt idx="28">
                  <c:v>-0.2</c:v>
                </c:pt>
                <c:pt idx="29">
                  <c:v>-0.1</c:v>
                </c:pt>
                <c:pt idx="30">
                  <c:v>0</c:v>
                </c:pt>
                <c:pt idx="31">
                  <c:v>0.1</c:v>
                </c:pt>
                <c:pt idx="32">
                  <c:v>0.2</c:v>
                </c:pt>
                <c:pt idx="33">
                  <c:v>0.3</c:v>
                </c:pt>
                <c:pt idx="34">
                  <c:v>0.4</c:v>
                </c:pt>
                <c:pt idx="35">
                  <c:v>0.5</c:v>
                </c:pt>
                <c:pt idx="36">
                  <c:v>0.6</c:v>
                </c:pt>
                <c:pt idx="37">
                  <c:v>0.7</c:v>
                </c:pt>
                <c:pt idx="38">
                  <c:v>0.8</c:v>
                </c:pt>
                <c:pt idx="39">
                  <c:v>0.9</c:v>
                </c:pt>
                <c:pt idx="40">
                  <c:v>1</c:v>
                </c:pt>
                <c:pt idx="41">
                  <c:v>1.1000000000000001</c:v>
                </c:pt>
                <c:pt idx="42">
                  <c:v>1.2</c:v>
                </c:pt>
                <c:pt idx="43">
                  <c:v>1.3</c:v>
                </c:pt>
                <c:pt idx="44">
                  <c:v>1.4</c:v>
                </c:pt>
                <c:pt idx="45">
                  <c:v>1.5</c:v>
                </c:pt>
                <c:pt idx="46">
                  <c:v>1.6</c:v>
                </c:pt>
                <c:pt idx="47">
                  <c:v>1.7</c:v>
                </c:pt>
                <c:pt idx="48">
                  <c:v>1.8</c:v>
                </c:pt>
                <c:pt idx="49">
                  <c:v>1.9</c:v>
                </c:pt>
                <c:pt idx="50">
                  <c:v>2</c:v>
                </c:pt>
                <c:pt idx="51">
                  <c:v>2.1</c:v>
                </c:pt>
                <c:pt idx="52">
                  <c:v>2.2000000000000002</c:v>
                </c:pt>
                <c:pt idx="53">
                  <c:v>2.2999999999999998</c:v>
                </c:pt>
                <c:pt idx="54">
                  <c:v>2.4</c:v>
                </c:pt>
                <c:pt idx="55">
                  <c:v>2.5</c:v>
                </c:pt>
                <c:pt idx="56">
                  <c:v>2.6</c:v>
                </c:pt>
                <c:pt idx="57">
                  <c:v>2.7</c:v>
                </c:pt>
                <c:pt idx="58">
                  <c:v>2.8</c:v>
                </c:pt>
                <c:pt idx="59">
                  <c:v>2.9</c:v>
                </c:pt>
                <c:pt idx="60">
                  <c:v>3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0.1</c:v>
                </c:pt>
                <c:pt idx="32">
                  <c:v>0.2</c:v>
                </c:pt>
                <c:pt idx="33">
                  <c:v>0.3</c:v>
                </c:pt>
                <c:pt idx="34">
                  <c:v>0.4</c:v>
                </c:pt>
                <c:pt idx="35">
                  <c:v>0.5</c:v>
                </c:pt>
                <c:pt idx="36">
                  <c:v>0.6</c:v>
                </c:pt>
                <c:pt idx="37">
                  <c:v>0.7</c:v>
                </c:pt>
                <c:pt idx="38">
                  <c:v>0.8</c:v>
                </c:pt>
                <c:pt idx="39">
                  <c:v>0.9</c:v>
                </c:pt>
                <c:pt idx="40">
                  <c:v>1</c:v>
                </c:pt>
                <c:pt idx="41">
                  <c:v>1.1000000000000001</c:v>
                </c:pt>
                <c:pt idx="42">
                  <c:v>1.2</c:v>
                </c:pt>
                <c:pt idx="43">
                  <c:v>1.3</c:v>
                </c:pt>
                <c:pt idx="44">
                  <c:v>1.4</c:v>
                </c:pt>
                <c:pt idx="45">
                  <c:v>1.5</c:v>
                </c:pt>
                <c:pt idx="46">
                  <c:v>1.6</c:v>
                </c:pt>
                <c:pt idx="47">
                  <c:v>1.7</c:v>
                </c:pt>
                <c:pt idx="48">
                  <c:v>1.8</c:v>
                </c:pt>
                <c:pt idx="49">
                  <c:v>1.9</c:v>
                </c:pt>
                <c:pt idx="50">
                  <c:v>2</c:v>
                </c:pt>
                <c:pt idx="51">
                  <c:v>2.1</c:v>
                </c:pt>
                <c:pt idx="52">
                  <c:v>2.2000000000000002</c:v>
                </c:pt>
                <c:pt idx="53">
                  <c:v>2.2999999999999998</c:v>
                </c:pt>
                <c:pt idx="54">
                  <c:v>2.4</c:v>
                </c:pt>
                <c:pt idx="55">
                  <c:v>2.5</c:v>
                </c:pt>
                <c:pt idx="56">
                  <c:v>2.6</c:v>
                </c:pt>
                <c:pt idx="57">
                  <c:v>2.7</c:v>
                </c:pt>
                <c:pt idx="58">
                  <c:v>2.8</c:v>
                </c:pt>
                <c:pt idx="59">
                  <c:v>2.9</c:v>
                </c:pt>
                <c:pt idx="60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70-7940-A434-A58996839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"/>
          <c:min val="-3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z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tanh</c:v>
                </c:pt>
              </c:strCache>
            </c:strRef>
          </c:tx>
          <c:spPr>
            <a:ln w="34925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-2.7</c:v>
                </c:pt>
                <c:pt idx="4">
                  <c:v>-2.6</c:v>
                </c:pt>
                <c:pt idx="5">
                  <c:v>-2.5</c:v>
                </c:pt>
                <c:pt idx="6">
                  <c:v>-2.4</c:v>
                </c:pt>
                <c:pt idx="7">
                  <c:v>-2.2999999999999998</c:v>
                </c:pt>
                <c:pt idx="8">
                  <c:v>-2.2000000000000002</c:v>
                </c:pt>
                <c:pt idx="9">
                  <c:v>-2.1</c:v>
                </c:pt>
                <c:pt idx="10">
                  <c:v>-2</c:v>
                </c:pt>
                <c:pt idx="11">
                  <c:v>-1.9</c:v>
                </c:pt>
                <c:pt idx="12">
                  <c:v>-1.8</c:v>
                </c:pt>
                <c:pt idx="13">
                  <c:v>-1.7</c:v>
                </c:pt>
                <c:pt idx="14">
                  <c:v>-1.6</c:v>
                </c:pt>
                <c:pt idx="15">
                  <c:v>-1.5</c:v>
                </c:pt>
                <c:pt idx="16">
                  <c:v>-1.4</c:v>
                </c:pt>
                <c:pt idx="17">
                  <c:v>-1.3</c:v>
                </c:pt>
                <c:pt idx="18">
                  <c:v>-1.2</c:v>
                </c:pt>
                <c:pt idx="19">
                  <c:v>-1.1000000000000001</c:v>
                </c:pt>
                <c:pt idx="20">
                  <c:v>-1</c:v>
                </c:pt>
                <c:pt idx="21">
                  <c:v>-0.9</c:v>
                </c:pt>
                <c:pt idx="22">
                  <c:v>-0.8</c:v>
                </c:pt>
                <c:pt idx="23">
                  <c:v>-0.7</c:v>
                </c:pt>
                <c:pt idx="24">
                  <c:v>-0.6</c:v>
                </c:pt>
                <c:pt idx="25">
                  <c:v>-0.5</c:v>
                </c:pt>
                <c:pt idx="26">
                  <c:v>-0.4</c:v>
                </c:pt>
                <c:pt idx="27">
                  <c:v>-0.3</c:v>
                </c:pt>
                <c:pt idx="28">
                  <c:v>-0.2</c:v>
                </c:pt>
                <c:pt idx="29">
                  <c:v>-0.1</c:v>
                </c:pt>
                <c:pt idx="30">
                  <c:v>0</c:v>
                </c:pt>
                <c:pt idx="31">
                  <c:v>0.1</c:v>
                </c:pt>
                <c:pt idx="32">
                  <c:v>0.2</c:v>
                </c:pt>
                <c:pt idx="33">
                  <c:v>0.3</c:v>
                </c:pt>
                <c:pt idx="34">
                  <c:v>0.4</c:v>
                </c:pt>
                <c:pt idx="35">
                  <c:v>0.5</c:v>
                </c:pt>
                <c:pt idx="36">
                  <c:v>0.6</c:v>
                </c:pt>
                <c:pt idx="37">
                  <c:v>0.7</c:v>
                </c:pt>
                <c:pt idx="38">
                  <c:v>0.8</c:v>
                </c:pt>
                <c:pt idx="39">
                  <c:v>0.9</c:v>
                </c:pt>
                <c:pt idx="40">
                  <c:v>1</c:v>
                </c:pt>
                <c:pt idx="41">
                  <c:v>1.1000000000000001</c:v>
                </c:pt>
                <c:pt idx="42">
                  <c:v>1.2</c:v>
                </c:pt>
                <c:pt idx="43">
                  <c:v>1.3</c:v>
                </c:pt>
                <c:pt idx="44">
                  <c:v>1.4</c:v>
                </c:pt>
                <c:pt idx="45">
                  <c:v>1.5</c:v>
                </c:pt>
                <c:pt idx="46">
                  <c:v>1.6</c:v>
                </c:pt>
                <c:pt idx="47">
                  <c:v>1.7</c:v>
                </c:pt>
                <c:pt idx="48">
                  <c:v>1.8</c:v>
                </c:pt>
                <c:pt idx="49">
                  <c:v>1.9</c:v>
                </c:pt>
                <c:pt idx="50">
                  <c:v>2</c:v>
                </c:pt>
                <c:pt idx="51">
                  <c:v>2.1</c:v>
                </c:pt>
                <c:pt idx="52">
                  <c:v>2.2000000000000002</c:v>
                </c:pt>
                <c:pt idx="53">
                  <c:v>2.2999999999999998</c:v>
                </c:pt>
                <c:pt idx="54">
                  <c:v>2.4</c:v>
                </c:pt>
                <c:pt idx="55">
                  <c:v>2.5</c:v>
                </c:pt>
                <c:pt idx="56">
                  <c:v>2.6</c:v>
                </c:pt>
                <c:pt idx="57">
                  <c:v>2.7</c:v>
                </c:pt>
                <c:pt idx="58">
                  <c:v>2.8</c:v>
                </c:pt>
                <c:pt idx="59">
                  <c:v>2.9</c:v>
                </c:pt>
                <c:pt idx="60">
                  <c:v>3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-0.99509999999999998</c:v>
                </c:pt>
                <c:pt idx="1">
                  <c:v>-0.99399999999999999</c:v>
                </c:pt>
                <c:pt idx="2">
                  <c:v>-0.99260000000000004</c:v>
                </c:pt>
                <c:pt idx="3">
                  <c:v>-0.99099999999999999</c:v>
                </c:pt>
                <c:pt idx="4">
                  <c:v>-0.98899999999999999</c:v>
                </c:pt>
                <c:pt idx="5">
                  <c:v>-0.98660000000000003</c:v>
                </c:pt>
                <c:pt idx="6">
                  <c:v>-0.98370000000000002</c:v>
                </c:pt>
                <c:pt idx="7">
                  <c:v>-0.98009999999999997</c:v>
                </c:pt>
                <c:pt idx="8">
                  <c:v>-0.97570000000000001</c:v>
                </c:pt>
                <c:pt idx="9">
                  <c:v>-0.97050000000000003</c:v>
                </c:pt>
                <c:pt idx="10">
                  <c:v>-0.96399999999999997</c:v>
                </c:pt>
                <c:pt idx="11">
                  <c:v>-0.95620000000000005</c:v>
                </c:pt>
                <c:pt idx="12">
                  <c:v>-0.94679999999999997</c:v>
                </c:pt>
                <c:pt idx="13">
                  <c:v>-0.93540000000000001</c:v>
                </c:pt>
                <c:pt idx="14">
                  <c:v>-0.92169999999999996</c:v>
                </c:pt>
                <c:pt idx="15">
                  <c:v>-0.90510000000000002</c:v>
                </c:pt>
                <c:pt idx="16">
                  <c:v>-0.88539999999999996</c:v>
                </c:pt>
                <c:pt idx="17">
                  <c:v>-0.86170000000000002</c:v>
                </c:pt>
                <c:pt idx="18">
                  <c:v>-0.8337</c:v>
                </c:pt>
                <c:pt idx="19">
                  <c:v>-0.80049999999999999</c:v>
                </c:pt>
                <c:pt idx="20">
                  <c:v>-0.76160000000000005</c:v>
                </c:pt>
                <c:pt idx="21">
                  <c:v>-0.71630000000000005</c:v>
                </c:pt>
                <c:pt idx="22">
                  <c:v>-0.66400000000000003</c:v>
                </c:pt>
                <c:pt idx="23">
                  <c:v>-0.60440000000000005</c:v>
                </c:pt>
                <c:pt idx="24">
                  <c:v>-0.53700000000000003</c:v>
                </c:pt>
                <c:pt idx="25">
                  <c:v>-0.46210000000000001</c:v>
                </c:pt>
                <c:pt idx="26">
                  <c:v>-0.37990000000000002</c:v>
                </c:pt>
                <c:pt idx="27">
                  <c:v>-0.2913</c:v>
                </c:pt>
                <c:pt idx="28">
                  <c:v>-0.19739999999999999</c:v>
                </c:pt>
                <c:pt idx="29">
                  <c:v>-9.9699999999999997E-2</c:v>
                </c:pt>
                <c:pt idx="30">
                  <c:v>0</c:v>
                </c:pt>
                <c:pt idx="31">
                  <c:v>9.9699999999999997E-2</c:v>
                </c:pt>
                <c:pt idx="32">
                  <c:v>0.19739999999999999</c:v>
                </c:pt>
                <c:pt idx="33">
                  <c:v>0.2913</c:v>
                </c:pt>
                <c:pt idx="34">
                  <c:v>0.37990000000000002</c:v>
                </c:pt>
                <c:pt idx="35">
                  <c:v>0.46210000000000001</c:v>
                </c:pt>
                <c:pt idx="36">
                  <c:v>0.53700000000000003</c:v>
                </c:pt>
                <c:pt idx="37">
                  <c:v>0.60440000000000005</c:v>
                </c:pt>
                <c:pt idx="38">
                  <c:v>0.66400000000000003</c:v>
                </c:pt>
                <c:pt idx="39">
                  <c:v>0.71630000000000005</c:v>
                </c:pt>
                <c:pt idx="40">
                  <c:v>0.76160000000000005</c:v>
                </c:pt>
                <c:pt idx="41">
                  <c:v>0.80049999999999999</c:v>
                </c:pt>
                <c:pt idx="42">
                  <c:v>0.8337</c:v>
                </c:pt>
                <c:pt idx="43">
                  <c:v>0.86170000000000002</c:v>
                </c:pt>
                <c:pt idx="44">
                  <c:v>0.88539999999999996</c:v>
                </c:pt>
                <c:pt idx="45">
                  <c:v>0.90510000000000002</c:v>
                </c:pt>
                <c:pt idx="46">
                  <c:v>0.92169999999999996</c:v>
                </c:pt>
                <c:pt idx="47">
                  <c:v>0.93540000000000001</c:v>
                </c:pt>
                <c:pt idx="48">
                  <c:v>0.94679999999999997</c:v>
                </c:pt>
                <c:pt idx="49">
                  <c:v>0.95620000000000005</c:v>
                </c:pt>
                <c:pt idx="50">
                  <c:v>0.96399999999999997</c:v>
                </c:pt>
                <c:pt idx="51">
                  <c:v>0.97050000000000003</c:v>
                </c:pt>
                <c:pt idx="52">
                  <c:v>0.97570000000000001</c:v>
                </c:pt>
                <c:pt idx="53">
                  <c:v>0.98009999999999997</c:v>
                </c:pt>
                <c:pt idx="54">
                  <c:v>0.98370000000000002</c:v>
                </c:pt>
                <c:pt idx="55">
                  <c:v>0.98660000000000003</c:v>
                </c:pt>
                <c:pt idx="56">
                  <c:v>0.98899999999999999</c:v>
                </c:pt>
                <c:pt idx="57">
                  <c:v>0.99099999999999999</c:v>
                </c:pt>
                <c:pt idx="58">
                  <c:v>0.99260000000000004</c:v>
                </c:pt>
                <c:pt idx="59">
                  <c:v>0.99399999999999999</c:v>
                </c:pt>
                <c:pt idx="60">
                  <c:v>0.99509999999999998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3D-F14D-A181-F3A2509E0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"/>
          <c:min val="-3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z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ln w="34925">
              <a:solidFill>
                <a:srgbClr val="A02B93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-2.7</c:v>
                </c:pt>
                <c:pt idx="4">
                  <c:v>-2.6</c:v>
                </c:pt>
                <c:pt idx="5">
                  <c:v>-2.5</c:v>
                </c:pt>
                <c:pt idx="6">
                  <c:v>-2.4</c:v>
                </c:pt>
                <c:pt idx="7">
                  <c:v>-2.2999999999999998</c:v>
                </c:pt>
                <c:pt idx="8">
                  <c:v>-2.2000000000000002</c:v>
                </c:pt>
                <c:pt idx="9">
                  <c:v>-2.1</c:v>
                </c:pt>
                <c:pt idx="10">
                  <c:v>-2</c:v>
                </c:pt>
                <c:pt idx="11">
                  <c:v>-1.9</c:v>
                </c:pt>
                <c:pt idx="12">
                  <c:v>-1.8</c:v>
                </c:pt>
                <c:pt idx="13">
                  <c:v>-1.7</c:v>
                </c:pt>
                <c:pt idx="14">
                  <c:v>-1.6</c:v>
                </c:pt>
                <c:pt idx="15">
                  <c:v>-1.5</c:v>
                </c:pt>
                <c:pt idx="16">
                  <c:v>-1.4</c:v>
                </c:pt>
                <c:pt idx="17">
                  <c:v>-1.3</c:v>
                </c:pt>
                <c:pt idx="18">
                  <c:v>-1.2</c:v>
                </c:pt>
                <c:pt idx="19">
                  <c:v>-1.1000000000000001</c:v>
                </c:pt>
                <c:pt idx="20">
                  <c:v>-1</c:v>
                </c:pt>
                <c:pt idx="21">
                  <c:v>-0.9</c:v>
                </c:pt>
                <c:pt idx="22">
                  <c:v>-0.8</c:v>
                </c:pt>
                <c:pt idx="23">
                  <c:v>-0.7</c:v>
                </c:pt>
                <c:pt idx="24">
                  <c:v>-0.6</c:v>
                </c:pt>
                <c:pt idx="25">
                  <c:v>-0.5</c:v>
                </c:pt>
                <c:pt idx="26">
                  <c:v>-0.4</c:v>
                </c:pt>
                <c:pt idx="27">
                  <c:v>-0.3</c:v>
                </c:pt>
                <c:pt idx="28">
                  <c:v>-0.2</c:v>
                </c:pt>
                <c:pt idx="29">
                  <c:v>-0.1</c:v>
                </c:pt>
                <c:pt idx="30">
                  <c:v>0</c:v>
                </c:pt>
                <c:pt idx="31">
                  <c:v>0.1</c:v>
                </c:pt>
                <c:pt idx="32">
                  <c:v>0.2</c:v>
                </c:pt>
                <c:pt idx="33">
                  <c:v>0.3</c:v>
                </c:pt>
                <c:pt idx="34">
                  <c:v>0.4</c:v>
                </c:pt>
                <c:pt idx="35">
                  <c:v>0.5</c:v>
                </c:pt>
                <c:pt idx="36">
                  <c:v>0.6</c:v>
                </c:pt>
                <c:pt idx="37">
                  <c:v>0.7</c:v>
                </c:pt>
                <c:pt idx="38">
                  <c:v>0.8</c:v>
                </c:pt>
                <c:pt idx="39">
                  <c:v>0.9</c:v>
                </c:pt>
                <c:pt idx="40">
                  <c:v>1</c:v>
                </c:pt>
                <c:pt idx="41">
                  <c:v>1.1000000000000001</c:v>
                </c:pt>
                <c:pt idx="42">
                  <c:v>1.2</c:v>
                </c:pt>
                <c:pt idx="43">
                  <c:v>1.3</c:v>
                </c:pt>
                <c:pt idx="44">
                  <c:v>1.4</c:v>
                </c:pt>
                <c:pt idx="45">
                  <c:v>1.5</c:v>
                </c:pt>
                <c:pt idx="46">
                  <c:v>1.6</c:v>
                </c:pt>
                <c:pt idx="47">
                  <c:v>1.7</c:v>
                </c:pt>
                <c:pt idx="48">
                  <c:v>1.8</c:v>
                </c:pt>
                <c:pt idx="49">
                  <c:v>1.9</c:v>
                </c:pt>
                <c:pt idx="50">
                  <c:v>2</c:v>
                </c:pt>
                <c:pt idx="51">
                  <c:v>2.1</c:v>
                </c:pt>
                <c:pt idx="52">
                  <c:v>2.2000000000000002</c:v>
                </c:pt>
                <c:pt idx="53">
                  <c:v>2.2999999999999998</c:v>
                </c:pt>
                <c:pt idx="54">
                  <c:v>2.4</c:v>
                </c:pt>
                <c:pt idx="55">
                  <c:v>2.5</c:v>
                </c:pt>
                <c:pt idx="56">
                  <c:v>2.6</c:v>
                </c:pt>
                <c:pt idx="57">
                  <c:v>2.7</c:v>
                </c:pt>
                <c:pt idx="58">
                  <c:v>2.8</c:v>
                </c:pt>
                <c:pt idx="59">
                  <c:v>2.9</c:v>
                </c:pt>
                <c:pt idx="60">
                  <c:v>3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4.7399999999999998E-2</c:v>
                </c:pt>
                <c:pt idx="1">
                  <c:v>5.2200000000000003E-2</c:v>
                </c:pt>
                <c:pt idx="2">
                  <c:v>5.7299999999999997E-2</c:v>
                </c:pt>
                <c:pt idx="3">
                  <c:v>6.3E-2</c:v>
                </c:pt>
                <c:pt idx="4">
                  <c:v>6.9099999999999995E-2</c:v>
                </c:pt>
                <c:pt idx="5">
                  <c:v>7.5899999999999995E-2</c:v>
                </c:pt>
                <c:pt idx="6">
                  <c:v>8.3199999999999996E-2</c:v>
                </c:pt>
                <c:pt idx="7">
                  <c:v>9.11E-2</c:v>
                </c:pt>
                <c:pt idx="8">
                  <c:v>9.98E-2</c:v>
                </c:pt>
                <c:pt idx="9">
                  <c:v>0.1091</c:v>
                </c:pt>
                <c:pt idx="10">
                  <c:v>0.1192</c:v>
                </c:pt>
                <c:pt idx="11">
                  <c:v>0.13009999999999999</c:v>
                </c:pt>
                <c:pt idx="12">
                  <c:v>0.1419</c:v>
                </c:pt>
                <c:pt idx="13">
                  <c:v>0.1545</c:v>
                </c:pt>
                <c:pt idx="14">
                  <c:v>0.16800000000000001</c:v>
                </c:pt>
                <c:pt idx="15">
                  <c:v>0.18240000000000001</c:v>
                </c:pt>
                <c:pt idx="16">
                  <c:v>0.1978</c:v>
                </c:pt>
                <c:pt idx="17">
                  <c:v>0.2142</c:v>
                </c:pt>
                <c:pt idx="18">
                  <c:v>0.23150000000000001</c:v>
                </c:pt>
                <c:pt idx="19">
                  <c:v>0.24970000000000001</c:v>
                </c:pt>
                <c:pt idx="20">
                  <c:v>0.26889999999999997</c:v>
                </c:pt>
                <c:pt idx="21">
                  <c:v>0.28910000000000002</c:v>
                </c:pt>
                <c:pt idx="22">
                  <c:v>0.31</c:v>
                </c:pt>
                <c:pt idx="23">
                  <c:v>0.33179999999999998</c:v>
                </c:pt>
                <c:pt idx="24">
                  <c:v>0.3543</c:v>
                </c:pt>
                <c:pt idx="25">
                  <c:v>0.3775</c:v>
                </c:pt>
                <c:pt idx="26">
                  <c:v>0.40129999999999999</c:v>
                </c:pt>
                <c:pt idx="27">
                  <c:v>0.42559999999999998</c:v>
                </c:pt>
                <c:pt idx="28">
                  <c:v>0.45019999999999999</c:v>
                </c:pt>
                <c:pt idx="29">
                  <c:v>0.47499999999999998</c:v>
                </c:pt>
                <c:pt idx="30">
                  <c:v>0.5</c:v>
                </c:pt>
                <c:pt idx="31">
                  <c:v>0.52500000000000002</c:v>
                </c:pt>
                <c:pt idx="32">
                  <c:v>0.54979999999999996</c:v>
                </c:pt>
                <c:pt idx="33">
                  <c:v>0.57440000000000002</c:v>
                </c:pt>
                <c:pt idx="34">
                  <c:v>0.59870000000000001</c:v>
                </c:pt>
                <c:pt idx="35">
                  <c:v>0.62250000000000005</c:v>
                </c:pt>
                <c:pt idx="36">
                  <c:v>0.64570000000000005</c:v>
                </c:pt>
                <c:pt idx="37">
                  <c:v>0.66820000000000002</c:v>
                </c:pt>
                <c:pt idx="38">
                  <c:v>0.69</c:v>
                </c:pt>
                <c:pt idx="39">
                  <c:v>0.71089999999999998</c:v>
                </c:pt>
                <c:pt idx="40">
                  <c:v>0.73109999999999997</c:v>
                </c:pt>
                <c:pt idx="41">
                  <c:v>0.75029999999999997</c:v>
                </c:pt>
                <c:pt idx="42">
                  <c:v>0.76849999999999996</c:v>
                </c:pt>
                <c:pt idx="43">
                  <c:v>0.78580000000000005</c:v>
                </c:pt>
                <c:pt idx="44">
                  <c:v>0.80220000000000002</c:v>
                </c:pt>
                <c:pt idx="45">
                  <c:v>0.81759999999999999</c:v>
                </c:pt>
                <c:pt idx="46">
                  <c:v>0.83199999999999996</c:v>
                </c:pt>
                <c:pt idx="47">
                  <c:v>0.84550000000000003</c:v>
                </c:pt>
                <c:pt idx="48">
                  <c:v>0.85809999999999997</c:v>
                </c:pt>
                <c:pt idx="49">
                  <c:v>0.86990000000000001</c:v>
                </c:pt>
                <c:pt idx="50">
                  <c:v>0.88080000000000003</c:v>
                </c:pt>
                <c:pt idx="51">
                  <c:v>0.89090000000000003</c:v>
                </c:pt>
                <c:pt idx="52">
                  <c:v>0.9002</c:v>
                </c:pt>
                <c:pt idx="53">
                  <c:v>0.90890000000000004</c:v>
                </c:pt>
                <c:pt idx="54">
                  <c:v>0.91679999999999995</c:v>
                </c:pt>
                <c:pt idx="55">
                  <c:v>0.92410000000000003</c:v>
                </c:pt>
                <c:pt idx="56">
                  <c:v>0.93089999999999995</c:v>
                </c:pt>
                <c:pt idx="57">
                  <c:v>0.93700000000000006</c:v>
                </c:pt>
                <c:pt idx="58">
                  <c:v>0.94269999999999998</c:v>
                </c:pt>
                <c:pt idx="59">
                  <c:v>0.94779999999999998</c:v>
                </c:pt>
                <c:pt idx="60">
                  <c:v>0.9526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13-F946-A047-4030CABC6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"/>
          <c:min val="-3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z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8575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Sheet1!$A$2:$A$126</c:f>
              <c:numCache>
                <c:formatCode>General</c:formatCode>
                <c:ptCount val="125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  <c:pt idx="6">
                  <c:v>1200</c:v>
                </c:pt>
                <c:pt idx="7">
                  <c:v>1400</c:v>
                </c:pt>
                <c:pt idx="8">
                  <c:v>1600</c:v>
                </c:pt>
                <c:pt idx="9">
                  <c:v>1800</c:v>
                </c:pt>
                <c:pt idx="10">
                  <c:v>2000</c:v>
                </c:pt>
                <c:pt idx="11">
                  <c:v>2200</c:v>
                </c:pt>
                <c:pt idx="12">
                  <c:v>2400</c:v>
                </c:pt>
                <c:pt idx="13">
                  <c:v>2600</c:v>
                </c:pt>
                <c:pt idx="14">
                  <c:v>2800</c:v>
                </c:pt>
                <c:pt idx="15">
                  <c:v>3000</c:v>
                </c:pt>
                <c:pt idx="16">
                  <c:v>3200</c:v>
                </c:pt>
                <c:pt idx="17">
                  <c:v>3400</c:v>
                </c:pt>
                <c:pt idx="18">
                  <c:v>3600</c:v>
                </c:pt>
                <c:pt idx="19">
                  <c:v>3800</c:v>
                </c:pt>
                <c:pt idx="20">
                  <c:v>4000</c:v>
                </c:pt>
                <c:pt idx="21">
                  <c:v>4200</c:v>
                </c:pt>
                <c:pt idx="22">
                  <c:v>4400</c:v>
                </c:pt>
                <c:pt idx="23">
                  <c:v>4600</c:v>
                </c:pt>
                <c:pt idx="24">
                  <c:v>4800</c:v>
                </c:pt>
                <c:pt idx="25">
                  <c:v>5000</c:v>
                </c:pt>
                <c:pt idx="26">
                  <c:v>5200</c:v>
                </c:pt>
                <c:pt idx="27">
                  <c:v>5400</c:v>
                </c:pt>
                <c:pt idx="28">
                  <c:v>5600</c:v>
                </c:pt>
                <c:pt idx="29">
                  <c:v>5800</c:v>
                </c:pt>
                <c:pt idx="30">
                  <c:v>6000</c:v>
                </c:pt>
                <c:pt idx="31">
                  <c:v>6200</c:v>
                </c:pt>
                <c:pt idx="32">
                  <c:v>6400</c:v>
                </c:pt>
                <c:pt idx="33">
                  <c:v>6600</c:v>
                </c:pt>
                <c:pt idx="34">
                  <c:v>6800</c:v>
                </c:pt>
                <c:pt idx="35">
                  <c:v>7000</c:v>
                </c:pt>
                <c:pt idx="36">
                  <c:v>7200</c:v>
                </c:pt>
                <c:pt idx="37">
                  <c:v>7400</c:v>
                </c:pt>
                <c:pt idx="38">
                  <c:v>7600</c:v>
                </c:pt>
                <c:pt idx="39">
                  <c:v>7800</c:v>
                </c:pt>
                <c:pt idx="40">
                  <c:v>8000</c:v>
                </c:pt>
                <c:pt idx="41">
                  <c:v>8200</c:v>
                </c:pt>
                <c:pt idx="42">
                  <c:v>8400</c:v>
                </c:pt>
                <c:pt idx="43">
                  <c:v>8600</c:v>
                </c:pt>
                <c:pt idx="44">
                  <c:v>8800</c:v>
                </c:pt>
                <c:pt idx="45">
                  <c:v>9000</c:v>
                </c:pt>
                <c:pt idx="46">
                  <c:v>9200</c:v>
                </c:pt>
                <c:pt idx="47">
                  <c:v>9400</c:v>
                </c:pt>
                <c:pt idx="48">
                  <c:v>9600</c:v>
                </c:pt>
                <c:pt idx="49">
                  <c:v>9800</c:v>
                </c:pt>
                <c:pt idx="50">
                  <c:v>10000</c:v>
                </c:pt>
                <c:pt idx="51">
                  <c:v>10200</c:v>
                </c:pt>
                <c:pt idx="52">
                  <c:v>10400</c:v>
                </c:pt>
                <c:pt idx="53">
                  <c:v>10600</c:v>
                </c:pt>
                <c:pt idx="54">
                  <c:v>10800</c:v>
                </c:pt>
                <c:pt idx="55">
                  <c:v>11000</c:v>
                </c:pt>
                <c:pt idx="56">
                  <c:v>11200</c:v>
                </c:pt>
                <c:pt idx="57">
                  <c:v>11400</c:v>
                </c:pt>
                <c:pt idx="58">
                  <c:v>11600</c:v>
                </c:pt>
                <c:pt idx="59">
                  <c:v>11800</c:v>
                </c:pt>
                <c:pt idx="60">
                  <c:v>12000</c:v>
                </c:pt>
                <c:pt idx="61">
                  <c:v>12200</c:v>
                </c:pt>
                <c:pt idx="62">
                  <c:v>12400</c:v>
                </c:pt>
                <c:pt idx="63">
                  <c:v>12600</c:v>
                </c:pt>
                <c:pt idx="64">
                  <c:v>12800</c:v>
                </c:pt>
                <c:pt idx="65">
                  <c:v>13000</c:v>
                </c:pt>
                <c:pt idx="66">
                  <c:v>13200</c:v>
                </c:pt>
                <c:pt idx="67">
                  <c:v>13400</c:v>
                </c:pt>
                <c:pt idx="68">
                  <c:v>13600</c:v>
                </c:pt>
                <c:pt idx="69">
                  <c:v>13800</c:v>
                </c:pt>
                <c:pt idx="70">
                  <c:v>14000</c:v>
                </c:pt>
                <c:pt idx="71">
                  <c:v>14200</c:v>
                </c:pt>
                <c:pt idx="72">
                  <c:v>14400</c:v>
                </c:pt>
                <c:pt idx="73">
                  <c:v>14600</c:v>
                </c:pt>
                <c:pt idx="74">
                  <c:v>14800</c:v>
                </c:pt>
                <c:pt idx="75">
                  <c:v>15000</c:v>
                </c:pt>
                <c:pt idx="76">
                  <c:v>15200</c:v>
                </c:pt>
                <c:pt idx="77">
                  <c:v>15400</c:v>
                </c:pt>
                <c:pt idx="78">
                  <c:v>15600</c:v>
                </c:pt>
                <c:pt idx="79">
                  <c:v>15800</c:v>
                </c:pt>
                <c:pt idx="80">
                  <c:v>16000</c:v>
                </c:pt>
                <c:pt idx="81">
                  <c:v>16200</c:v>
                </c:pt>
                <c:pt idx="82">
                  <c:v>16400</c:v>
                </c:pt>
                <c:pt idx="83">
                  <c:v>16600</c:v>
                </c:pt>
                <c:pt idx="84">
                  <c:v>16800</c:v>
                </c:pt>
                <c:pt idx="85">
                  <c:v>17000</c:v>
                </c:pt>
                <c:pt idx="86">
                  <c:v>17200</c:v>
                </c:pt>
                <c:pt idx="87">
                  <c:v>17400</c:v>
                </c:pt>
                <c:pt idx="88">
                  <c:v>17600</c:v>
                </c:pt>
                <c:pt idx="89">
                  <c:v>17800</c:v>
                </c:pt>
                <c:pt idx="90">
                  <c:v>18000</c:v>
                </c:pt>
                <c:pt idx="91">
                  <c:v>18200</c:v>
                </c:pt>
                <c:pt idx="92">
                  <c:v>18400</c:v>
                </c:pt>
                <c:pt idx="93">
                  <c:v>18600</c:v>
                </c:pt>
                <c:pt idx="94">
                  <c:v>18800</c:v>
                </c:pt>
                <c:pt idx="95">
                  <c:v>19000</c:v>
                </c:pt>
                <c:pt idx="96">
                  <c:v>19200</c:v>
                </c:pt>
                <c:pt idx="97">
                  <c:v>19400</c:v>
                </c:pt>
                <c:pt idx="98">
                  <c:v>19600</c:v>
                </c:pt>
                <c:pt idx="99">
                  <c:v>19800</c:v>
                </c:pt>
                <c:pt idx="100">
                  <c:v>20000</c:v>
                </c:pt>
                <c:pt idx="101">
                  <c:v>20200</c:v>
                </c:pt>
                <c:pt idx="102">
                  <c:v>20400</c:v>
                </c:pt>
                <c:pt idx="103">
                  <c:v>20600</c:v>
                </c:pt>
                <c:pt idx="104">
                  <c:v>20800</c:v>
                </c:pt>
                <c:pt idx="105">
                  <c:v>21000</c:v>
                </c:pt>
                <c:pt idx="106">
                  <c:v>21200</c:v>
                </c:pt>
                <c:pt idx="107">
                  <c:v>21400</c:v>
                </c:pt>
                <c:pt idx="108">
                  <c:v>21600</c:v>
                </c:pt>
                <c:pt idx="109">
                  <c:v>21800</c:v>
                </c:pt>
                <c:pt idx="110">
                  <c:v>22000</c:v>
                </c:pt>
                <c:pt idx="111">
                  <c:v>22200</c:v>
                </c:pt>
                <c:pt idx="112">
                  <c:v>22400</c:v>
                </c:pt>
                <c:pt idx="113">
                  <c:v>22600</c:v>
                </c:pt>
                <c:pt idx="114">
                  <c:v>22800</c:v>
                </c:pt>
                <c:pt idx="115">
                  <c:v>23000</c:v>
                </c:pt>
                <c:pt idx="116">
                  <c:v>23200</c:v>
                </c:pt>
                <c:pt idx="117">
                  <c:v>23400</c:v>
                </c:pt>
                <c:pt idx="118">
                  <c:v>23600</c:v>
                </c:pt>
                <c:pt idx="119">
                  <c:v>23800</c:v>
                </c:pt>
                <c:pt idx="120">
                  <c:v>24000</c:v>
                </c:pt>
                <c:pt idx="121">
                  <c:v>24200</c:v>
                </c:pt>
                <c:pt idx="122">
                  <c:v>24400</c:v>
                </c:pt>
                <c:pt idx="123">
                  <c:v>24600</c:v>
                </c:pt>
                <c:pt idx="124">
                  <c:v>24800</c:v>
                </c:pt>
              </c:numCache>
            </c:numRef>
          </c:xVal>
          <c:yVal>
            <c:numRef>
              <c:f>Sheet1!$B$2:$B$126</c:f>
              <c:numCache>
                <c:formatCode>General</c:formatCode>
                <c:ptCount val="125"/>
                <c:pt idx="0">
                  <c:v>0.7944</c:v>
                </c:pt>
                <c:pt idx="1">
                  <c:v>0.49159999999999998</c:v>
                </c:pt>
                <c:pt idx="2">
                  <c:v>0.25140000000000001</c:v>
                </c:pt>
                <c:pt idx="3">
                  <c:v>0.2472</c:v>
                </c:pt>
                <c:pt idx="4">
                  <c:v>0.24610000000000001</c:v>
                </c:pt>
                <c:pt idx="5">
                  <c:v>0.24560000000000001</c:v>
                </c:pt>
                <c:pt idx="6">
                  <c:v>0.24540000000000001</c:v>
                </c:pt>
                <c:pt idx="7">
                  <c:v>0.2452</c:v>
                </c:pt>
                <c:pt idx="8">
                  <c:v>0.24510000000000001</c:v>
                </c:pt>
                <c:pt idx="9">
                  <c:v>0.245</c:v>
                </c:pt>
                <c:pt idx="10">
                  <c:v>0.245</c:v>
                </c:pt>
                <c:pt idx="11">
                  <c:v>0.24490000000000001</c:v>
                </c:pt>
                <c:pt idx="12">
                  <c:v>0.24490000000000001</c:v>
                </c:pt>
                <c:pt idx="13">
                  <c:v>0.24490000000000001</c:v>
                </c:pt>
                <c:pt idx="14">
                  <c:v>0.24479999999999999</c:v>
                </c:pt>
                <c:pt idx="15">
                  <c:v>0.24479999999999999</c:v>
                </c:pt>
                <c:pt idx="16">
                  <c:v>0.24479999999999999</c:v>
                </c:pt>
                <c:pt idx="17">
                  <c:v>0.24479999999999999</c:v>
                </c:pt>
                <c:pt idx="18">
                  <c:v>0.24479999999999999</c:v>
                </c:pt>
                <c:pt idx="19">
                  <c:v>0.24479999999999999</c:v>
                </c:pt>
                <c:pt idx="20">
                  <c:v>0.24479999999999999</c:v>
                </c:pt>
                <c:pt idx="21">
                  <c:v>0.24479999999999999</c:v>
                </c:pt>
                <c:pt idx="22">
                  <c:v>0.24479999999999999</c:v>
                </c:pt>
                <c:pt idx="23">
                  <c:v>0.2447</c:v>
                </c:pt>
                <c:pt idx="24">
                  <c:v>0.2447</c:v>
                </c:pt>
                <c:pt idx="25">
                  <c:v>0.2447</c:v>
                </c:pt>
                <c:pt idx="26">
                  <c:v>0.2447</c:v>
                </c:pt>
                <c:pt idx="27">
                  <c:v>0.2447</c:v>
                </c:pt>
                <c:pt idx="28">
                  <c:v>0.2447</c:v>
                </c:pt>
                <c:pt idx="29">
                  <c:v>0.2447</c:v>
                </c:pt>
                <c:pt idx="30">
                  <c:v>0.2447</c:v>
                </c:pt>
                <c:pt idx="31">
                  <c:v>0.2447</c:v>
                </c:pt>
                <c:pt idx="32">
                  <c:v>0.2447</c:v>
                </c:pt>
                <c:pt idx="33">
                  <c:v>0.2447</c:v>
                </c:pt>
                <c:pt idx="34">
                  <c:v>0.2447</c:v>
                </c:pt>
                <c:pt idx="35">
                  <c:v>0.2447</c:v>
                </c:pt>
                <c:pt idx="36">
                  <c:v>0.2447</c:v>
                </c:pt>
                <c:pt idx="37">
                  <c:v>0.2447</c:v>
                </c:pt>
                <c:pt idx="38">
                  <c:v>0.2447</c:v>
                </c:pt>
                <c:pt idx="39">
                  <c:v>0.2447</c:v>
                </c:pt>
                <c:pt idx="40">
                  <c:v>0.2447</c:v>
                </c:pt>
                <c:pt idx="41">
                  <c:v>0.24479999999999999</c:v>
                </c:pt>
                <c:pt idx="42">
                  <c:v>0.2447</c:v>
                </c:pt>
                <c:pt idx="43">
                  <c:v>0.2447</c:v>
                </c:pt>
                <c:pt idx="44">
                  <c:v>0.2447</c:v>
                </c:pt>
                <c:pt idx="45">
                  <c:v>0.2447</c:v>
                </c:pt>
                <c:pt idx="46">
                  <c:v>0.2447</c:v>
                </c:pt>
                <c:pt idx="47">
                  <c:v>0.2447</c:v>
                </c:pt>
                <c:pt idx="48">
                  <c:v>0.2447</c:v>
                </c:pt>
                <c:pt idx="49">
                  <c:v>0.2447</c:v>
                </c:pt>
                <c:pt idx="50">
                  <c:v>0.2447</c:v>
                </c:pt>
                <c:pt idx="51">
                  <c:v>0.2447</c:v>
                </c:pt>
                <c:pt idx="52">
                  <c:v>0.2447</c:v>
                </c:pt>
                <c:pt idx="53">
                  <c:v>0.24460000000000001</c:v>
                </c:pt>
                <c:pt idx="54">
                  <c:v>0.24429999999999999</c:v>
                </c:pt>
                <c:pt idx="55">
                  <c:v>0.24390000000000001</c:v>
                </c:pt>
                <c:pt idx="56">
                  <c:v>0.23749999999999999</c:v>
                </c:pt>
                <c:pt idx="57">
                  <c:v>0.13900000000000001</c:v>
                </c:pt>
                <c:pt idx="58">
                  <c:v>0.1351</c:v>
                </c:pt>
                <c:pt idx="59">
                  <c:v>0.13289999999999999</c:v>
                </c:pt>
                <c:pt idx="60">
                  <c:v>0.13139999999999999</c:v>
                </c:pt>
                <c:pt idx="61">
                  <c:v>0.1303</c:v>
                </c:pt>
                <c:pt idx="62">
                  <c:v>0.1295</c:v>
                </c:pt>
                <c:pt idx="63">
                  <c:v>0.12870000000000001</c:v>
                </c:pt>
                <c:pt idx="64">
                  <c:v>0.12809999999999999</c:v>
                </c:pt>
                <c:pt idx="65">
                  <c:v>0.1275</c:v>
                </c:pt>
                <c:pt idx="66">
                  <c:v>0.1236</c:v>
                </c:pt>
                <c:pt idx="67">
                  <c:v>0.12139999999999999</c:v>
                </c:pt>
                <c:pt idx="68">
                  <c:v>0.12089999999999999</c:v>
                </c:pt>
                <c:pt idx="69">
                  <c:v>0.1207</c:v>
                </c:pt>
                <c:pt idx="70">
                  <c:v>0.1206</c:v>
                </c:pt>
                <c:pt idx="71">
                  <c:v>0.1206</c:v>
                </c:pt>
                <c:pt idx="72">
                  <c:v>0.1205</c:v>
                </c:pt>
                <c:pt idx="73">
                  <c:v>0.1205</c:v>
                </c:pt>
                <c:pt idx="74">
                  <c:v>0.1205</c:v>
                </c:pt>
                <c:pt idx="75">
                  <c:v>0.1205</c:v>
                </c:pt>
                <c:pt idx="76">
                  <c:v>0.1205</c:v>
                </c:pt>
                <c:pt idx="77">
                  <c:v>0.1205</c:v>
                </c:pt>
                <c:pt idx="78">
                  <c:v>0.1205</c:v>
                </c:pt>
                <c:pt idx="79">
                  <c:v>0.1205</c:v>
                </c:pt>
                <c:pt idx="80">
                  <c:v>0.12039999999999999</c:v>
                </c:pt>
                <c:pt idx="81">
                  <c:v>0.12039999999999999</c:v>
                </c:pt>
                <c:pt idx="82">
                  <c:v>0.12039999999999999</c:v>
                </c:pt>
                <c:pt idx="83">
                  <c:v>0.12039999999999999</c:v>
                </c:pt>
                <c:pt idx="84">
                  <c:v>0.12039999999999999</c:v>
                </c:pt>
                <c:pt idx="85">
                  <c:v>0.12039999999999999</c:v>
                </c:pt>
                <c:pt idx="86">
                  <c:v>0.12039999999999999</c:v>
                </c:pt>
                <c:pt idx="87">
                  <c:v>0.12039999999999999</c:v>
                </c:pt>
                <c:pt idx="88">
                  <c:v>0.12039999999999999</c:v>
                </c:pt>
                <c:pt idx="89">
                  <c:v>0.12039999999999999</c:v>
                </c:pt>
                <c:pt idx="90">
                  <c:v>0.12039999999999999</c:v>
                </c:pt>
                <c:pt idx="91">
                  <c:v>0.12039999999999999</c:v>
                </c:pt>
                <c:pt idx="92">
                  <c:v>0.12039999999999999</c:v>
                </c:pt>
                <c:pt idx="93">
                  <c:v>0.12039999999999999</c:v>
                </c:pt>
                <c:pt idx="94">
                  <c:v>0.12039999999999999</c:v>
                </c:pt>
                <c:pt idx="95">
                  <c:v>0.12039999999999999</c:v>
                </c:pt>
                <c:pt idx="96">
                  <c:v>0.12039999999999999</c:v>
                </c:pt>
                <c:pt idx="97">
                  <c:v>0.12039999999999999</c:v>
                </c:pt>
                <c:pt idx="98">
                  <c:v>0.12039999999999999</c:v>
                </c:pt>
                <c:pt idx="99">
                  <c:v>0.12039999999999999</c:v>
                </c:pt>
                <c:pt idx="100">
                  <c:v>0.12039999999999999</c:v>
                </c:pt>
                <c:pt idx="101">
                  <c:v>0.12039999999999999</c:v>
                </c:pt>
                <c:pt idx="102">
                  <c:v>0.12039999999999999</c:v>
                </c:pt>
                <c:pt idx="103">
                  <c:v>0.12039999999999999</c:v>
                </c:pt>
                <c:pt idx="104">
                  <c:v>0.12039999999999999</c:v>
                </c:pt>
                <c:pt idx="105">
                  <c:v>0.12039999999999999</c:v>
                </c:pt>
                <c:pt idx="106">
                  <c:v>0.12039999999999999</c:v>
                </c:pt>
                <c:pt idx="107">
                  <c:v>0.12039999999999999</c:v>
                </c:pt>
                <c:pt idx="108">
                  <c:v>0.12039999999999999</c:v>
                </c:pt>
                <c:pt idx="109">
                  <c:v>0.12039999999999999</c:v>
                </c:pt>
                <c:pt idx="110">
                  <c:v>0.12039999999999999</c:v>
                </c:pt>
                <c:pt idx="111">
                  <c:v>0.12039999999999999</c:v>
                </c:pt>
                <c:pt idx="112">
                  <c:v>0.12039999999999999</c:v>
                </c:pt>
                <c:pt idx="113">
                  <c:v>0.12039999999999999</c:v>
                </c:pt>
                <c:pt idx="114">
                  <c:v>0.12039999999999999</c:v>
                </c:pt>
                <c:pt idx="115">
                  <c:v>0.12039999999999999</c:v>
                </c:pt>
                <c:pt idx="116">
                  <c:v>0.12039999999999999</c:v>
                </c:pt>
                <c:pt idx="117">
                  <c:v>0.12039999999999999</c:v>
                </c:pt>
                <c:pt idx="118">
                  <c:v>0.12039999999999999</c:v>
                </c:pt>
                <c:pt idx="119">
                  <c:v>0.12039999999999999</c:v>
                </c:pt>
                <c:pt idx="120">
                  <c:v>0.12039999999999999</c:v>
                </c:pt>
                <c:pt idx="121">
                  <c:v>0.12039999999999999</c:v>
                </c:pt>
                <c:pt idx="122">
                  <c:v>0.12039999999999999</c:v>
                </c:pt>
                <c:pt idx="123">
                  <c:v>0.12039999999999999</c:v>
                </c:pt>
                <c:pt idx="124">
                  <c:v>0.12039999999999999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7C-5B48-A1BF-E2A20826C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50" b="0">
                    <a:solidFill>
                      <a:srgbClr val="6E7480"/>
                    </a:solidFill>
                    <a:latin typeface="Avenir Book"/>
                  </a:rPr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50" b="0">
                    <a:solidFill>
                      <a:srgbClr val="6E7480"/>
                    </a:solidFill>
                    <a:latin typeface="Avenir Book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50">
          <a:latin typeface="Avenir Book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540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-2.6</c:v>
                </c:pt>
                <c:pt idx="1">
                  <c:v>-2.4780000000000002</c:v>
                </c:pt>
                <c:pt idx="2">
                  <c:v>-2.3559999999999999</c:v>
                </c:pt>
                <c:pt idx="3">
                  <c:v>-2.234</c:v>
                </c:pt>
                <c:pt idx="4">
                  <c:v>-2.1120000000000001</c:v>
                </c:pt>
                <c:pt idx="5">
                  <c:v>-1.99</c:v>
                </c:pt>
                <c:pt idx="6">
                  <c:v>-1.8680000000000001</c:v>
                </c:pt>
                <c:pt idx="7">
                  <c:v>-1.746</c:v>
                </c:pt>
                <c:pt idx="8">
                  <c:v>-1.6240000000000001</c:v>
                </c:pt>
                <c:pt idx="9">
                  <c:v>-1.502</c:v>
                </c:pt>
                <c:pt idx="10">
                  <c:v>-1.38</c:v>
                </c:pt>
                <c:pt idx="11">
                  <c:v>-1.258</c:v>
                </c:pt>
                <c:pt idx="12">
                  <c:v>-1.1359999999999999</c:v>
                </c:pt>
                <c:pt idx="13">
                  <c:v>-1.014</c:v>
                </c:pt>
                <c:pt idx="14">
                  <c:v>-0.89200000000000002</c:v>
                </c:pt>
                <c:pt idx="15">
                  <c:v>-0.76900000000000002</c:v>
                </c:pt>
                <c:pt idx="16">
                  <c:v>-0.64700000000000002</c:v>
                </c:pt>
                <c:pt idx="17">
                  <c:v>-0.52500000000000002</c:v>
                </c:pt>
                <c:pt idx="18">
                  <c:v>-0.40300000000000002</c:v>
                </c:pt>
                <c:pt idx="19">
                  <c:v>-0.28100000000000003</c:v>
                </c:pt>
                <c:pt idx="20">
                  <c:v>-0.159</c:v>
                </c:pt>
                <c:pt idx="21">
                  <c:v>-3.6999999999999998E-2</c:v>
                </c:pt>
                <c:pt idx="22">
                  <c:v>8.5000000000000006E-2</c:v>
                </c:pt>
                <c:pt idx="23">
                  <c:v>0.20699999999999999</c:v>
                </c:pt>
                <c:pt idx="24">
                  <c:v>0.32900000000000001</c:v>
                </c:pt>
                <c:pt idx="25">
                  <c:v>0.45100000000000001</c:v>
                </c:pt>
                <c:pt idx="26">
                  <c:v>0.57299999999999995</c:v>
                </c:pt>
                <c:pt idx="27">
                  <c:v>0.69499999999999995</c:v>
                </c:pt>
                <c:pt idx="28">
                  <c:v>0.81699999999999995</c:v>
                </c:pt>
                <c:pt idx="29">
                  <c:v>0.93899999999999995</c:v>
                </c:pt>
                <c:pt idx="30">
                  <c:v>1.0609999999999999</c:v>
                </c:pt>
                <c:pt idx="31">
                  <c:v>1.1830000000000001</c:v>
                </c:pt>
                <c:pt idx="32">
                  <c:v>1.3049999999999999</c:v>
                </c:pt>
                <c:pt idx="33">
                  <c:v>1.427</c:v>
                </c:pt>
                <c:pt idx="34">
                  <c:v>1.5489999999999999</c:v>
                </c:pt>
                <c:pt idx="35">
                  <c:v>1.671</c:v>
                </c:pt>
                <c:pt idx="36">
                  <c:v>1.7929999999999999</c:v>
                </c:pt>
                <c:pt idx="37">
                  <c:v>1.915</c:v>
                </c:pt>
                <c:pt idx="38">
                  <c:v>2.0369999999999999</c:v>
                </c:pt>
                <c:pt idx="39">
                  <c:v>2.1589999999999998</c:v>
                </c:pt>
                <c:pt idx="40">
                  <c:v>2.2810000000000001</c:v>
                </c:pt>
                <c:pt idx="41">
                  <c:v>2.403</c:v>
                </c:pt>
                <c:pt idx="42">
                  <c:v>2.5249999999999999</c:v>
                </c:pt>
                <c:pt idx="43">
                  <c:v>2.6469999999999998</c:v>
                </c:pt>
                <c:pt idx="44">
                  <c:v>2.7690000000000001</c:v>
                </c:pt>
                <c:pt idx="45">
                  <c:v>2.8919999999999999</c:v>
                </c:pt>
                <c:pt idx="46">
                  <c:v>3.0139999999999998</c:v>
                </c:pt>
                <c:pt idx="47">
                  <c:v>3.1360000000000001</c:v>
                </c:pt>
                <c:pt idx="48">
                  <c:v>3.258</c:v>
                </c:pt>
                <c:pt idx="49">
                  <c:v>3.38</c:v>
                </c:pt>
                <c:pt idx="50">
                  <c:v>3.5019999999999998</c:v>
                </c:pt>
                <c:pt idx="51">
                  <c:v>3.6240000000000001</c:v>
                </c:pt>
                <c:pt idx="52">
                  <c:v>3.746</c:v>
                </c:pt>
                <c:pt idx="53">
                  <c:v>3.8679999999999999</c:v>
                </c:pt>
                <c:pt idx="54">
                  <c:v>3.99</c:v>
                </c:pt>
                <c:pt idx="55">
                  <c:v>4.1120000000000001</c:v>
                </c:pt>
                <c:pt idx="56">
                  <c:v>4.234</c:v>
                </c:pt>
                <c:pt idx="57">
                  <c:v>4.3559999999999999</c:v>
                </c:pt>
                <c:pt idx="58">
                  <c:v>4.4779999999999998</c:v>
                </c:pt>
                <c:pt idx="59">
                  <c:v>4.5999999999999996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13.56</c:v>
                </c:pt>
                <c:pt idx="1">
                  <c:v>12.696</c:v>
                </c:pt>
                <c:pt idx="2">
                  <c:v>11.862</c:v>
                </c:pt>
                <c:pt idx="3">
                  <c:v>11.058</c:v>
                </c:pt>
                <c:pt idx="4">
                  <c:v>10.284000000000001</c:v>
                </c:pt>
                <c:pt idx="5">
                  <c:v>9.5389999999999997</c:v>
                </c:pt>
                <c:pt idx="6">
                  <c:v>8.8239999999999998</c:v>
                </c:pt>
                <c:pt idx="7">
                  <c:v>8.1389999999999993</c:v>
                </c:pt>
                <c:pt idx="8">
                  <c:v>7.484</c:v>
                </c:pt>
                <c:pt idx="9">
                  <c:v>6.8579999999999997</c:v>
                </c:pt>
                <c:pt idx="10">
                  <c:v>6.2629999999999999</c:v>
                </c:pt>
                <c:pt idx="11">
                  <c:v>5.6970000000000001</c:v>
                </c:pt>
                <c:pt idx="12">
                  <c:v>5.1609999999999996</c:v>
                </c:pt>
                <c:pt idx="13">
                  <c:v>4.6539999999999999</c:v>
                </c:pt>
                <c:pt idx="14">
                  <c:v>4.1779999999999999</c:v>
                </c:pt>
                <c:pt idx="15">
                  <c:v>3.7309999999999999</c:v>
                </c:pt>
                <c:pt idx="16">
                  <c:v>3.3140000000000001</c:v>
                </c:pt>
                <c:pt idx="17">
                  <c:v>2.927</c:v>
                </c:pt>
                <c:pt idx="18">
                  <c:v>2.57</c:v>
                </c:pt>
                <c:pt idx="19">
                  <c:v>2.242</c:v>
                </c:pt>
                <c:pt idx="20">
                  <c:v>1.944</c:v>
                </c:pt>
                <c:pt idx="21">
                  <c:v>1.6759999999999999</c:v>
                </c:pt>
                <c:pt idx="22">
                  <c:v>1.4379999999999999</c:v>
                </c:pt>
                <c:pt idx="23">
                  <c:v>1.2290000000000001</c:v>
                </c:pt>
                <c:pt idx="24">
                  <c:v>1.05</c:v>
                </c:pt>
                <c:pt idx="25">
                  <c:v>0.90200000000000002</c:v>
                </c:pt>
                <c:pt idx="26">
                  <c:v>0.78200000000000003</c:v>
                </c:pt>
                <c:pt idx="27">
                  <c:v>0.69299999999999995</c:v>
                </c:pt>
                <c:pt idx="28">
                  <c:v>0.63400000000000001</c:v>
                </c:pt>
                <c:pt idx="29">
                  <c:v>0.60399999999999998</c:v>
                </c:pt>
                <c:pt idx="30">
                  <c:v>0.60399999999999998</c:v>
                </c:pt>
                <c:pt idx="31">
                  <c:v>0.63400000000000001</c:v>
                </c:pt>
                <c:pt idx="32">
                  <c:v>0.69299999999999995</c:v>
                </c:pt>
                <c:pt idx="33">
                  <c:v>0.78200000000000003</c:v>
                </c:pt>
                <c:pt idx="34">
                  <c:v>0.90200000000000002</c:v>
                </c:pt>
                <c:pt idx="35">
                  <c:v>1.05</c:v>
                </c:pt>
                <c:pt idx="36">
                  <c:v>1.2290000000000001</c:v>
                </c:pt>
                <c:pt idx="37">
                  <c:v>1.4379999999999999</c:v>
                </c:pt>
                <c:pt idx="38">
                  <c:v>1.6759999999999999</c:v>
                </c:pt>
                <c:pt idx="39">
                  <c:v>1.944</c:v>
                </c:pt>
                <c:pt idx="40">
                  <c:v>2.242</c:v>
                </c:pt>
                <c:pt idx="41">
                  <c:v>2.57</c:v>
                </c:pt>
                <c:pt idx="42">
                  <c:v>2.927</c:v>
                </c:pt>
                <c:pt idx="43">
                  <c:v>3.3140000000000001</c:v>
                </c:pt>
                <c:pt idx="44">
                  <c:v>3.7309999999999999</c:v>
                </c:pt>
                <c:pt idx="45">
                  <c:v>4.1779999999999999</c:v>
                </c:pt>
                <c:pt idx="46">
                  <c:v>4.6539999999999999</c:v>
                </c:pt>
                <c:pt idx="47">
                  <c:v>5.1609999999999996</c:v>
                </c:pt>
                <c:pt idx="48">
                  <c:v>5.6970000000000001</c:v>
                </c:pt>
                <c:pt idx="49">
                  <c:v>6.2629999999999999</c:v>
                </c:pt>
                <c:pt idx="50">
                  <c:v>6.8579999999999997</c:v>
                </c:pt>
                <c:pt idx="51">
                  <c:v>7.484</c:v>
                </c:pt>
                <c:pt idx="52">
                  <c:v>8.1389999999999993</c:v>
                </c:pt>
                <c:pt idx="53">
                  <c:v>8.8239999999999998</c:v>
                </c:pt>
                <c:pt idx="54">
                  <c:v>9.5389999999999997</c:v>
                </c:pt>
                <c:pt idx="55">
                  <c:v>10.284000000000001</c:v>
                </c:pt>
                <c:pt idx="56">
                  <c:v>11.058</c:v>
                </c:pt>
                <c:pt idx="57">
                  <c:v>11.862</c:v>
                </c:pt>
                <c:pt idx="58">
                  <c:v>12.696</c:v>
                </c:pt>
                <c:pt idx="59">
                  <c:v>13.56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E34-914D-9F3C-860BDF2DCE92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steps</c:v>
                </c:pt>
              </c:strCache>
            </c:strRef>
          </c:tx>
          <c:spPr>
            <a:ln w="1778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 w="9525">
                <a:solidFill>
                  <a:srgbClr val="E97132"/>
                </a:solidFill>
              </a:ln>
            </c:spPr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-2.2000000000000002</c:v>
                </c:pt>
                <c:pt idx="1">
                  <c:v>-1.976</c:v>
                </c:pt>
                <c:pt idx="2">
                  <c:v>-1.7677</c:v>
                </c:pt>
                <c:pt idx="3">
                  <c:v>-1.5739000000000001</c:v>
                </c:pt>
                <c:pt idx="4">
                  <c:v>-1.3937999999999999</c:v>
                </c:pt>
                <c:pt idx="5">
                  <c:v>-1.2262</c:v>
                </c:pt>
                <c:pt idx="6">
                  <c:v>-1.0704</c:v>
                </c:pt>
                <c:pt idx="7">
                  <c:v>-0.9254</c:v>
                </c:pt>
                <c:pt idx="8">
                  <c:v>-0.79069999999999996</c:v>
                </c:pt>
                <c:pt idx="9">
                  <c:v>-0.6653</c:v>
                </c:pt>
                <c:pt idx="10">
                  <c:v>-0.54869999999999997</c:v>
                </c:pt>
                <c:pt idx="11">
                  <c:v>-0.44030000000000002</c:v>
                </c:pt>
                <c:pt idx="12">
                  <c:v>-0.44030000000000002</c:v>
                </c:pt>
                <c:pt idx="13">
                  <c:v>-0.44030000000000002</c:v>
                </c:pt>
                <c:pt idx="14">
                  <c:v>-0.44030000000000002</c:v>
                </c:pt>
                <c:pt idx="15">
                  <c:v>-0.44030000000000002</c:v>
                </c:pt>
                <c:pt idx="16">
                  <c:v>-0.44030000000000002</c:v>
                </c:pt>
                <c:pt idx="17">
                  <c:v>-0.44030000000000002</c:v>
                </c:pt>
                <c:pt idx="18">
                  <c:v>-0.44030000000000002</c:v>
                </c:pt>
                <c:pt idx="19">
                  <c:v>-0.44030000000000002</c:v>
                </c:pt>
                <c:pt idx="20">
                  <c:v>-0.44030000000000002</c:v>
                </c:pt>
                <c:pt idx="21">
                  <c:v>-0.44030000000000002</c:v>
                </c:pt>
                <c:pt idx="22">
                  <c:v>-0.44030000000000002</c:v>
                </c:pt>
                <c:pt idx="23">
                  <c:v>-0.44030000000000002</c:v>
                </c:pt>
                <c:pt idx="24">
                  <c:v>-0.44030000000000002</c:v>
                </c:pt>
                <c:pt idx="25">
                  <c:v>-0.44030000000000002</c:v>
                </c:pt>
                <c:pt idx="26">
                  <c:v>-0.44030000000000002</c:v>
                </c:pt>
                <c:pt idx="27">
                  <c:v>-0.44030000000000002</c:v>
                </c:pt>
                <c:pt idx="28">
                  <c:v>-0.44030000000000002</c:v>
                </c:pt>
                <c:pt idx="29">
                  <c:v>-0.44030000000000002</c:v>
                </c:pt>
                <c:pt idx="30">
                  <c:v>-0.44030000000000002</c:v>
                </c:pt>
                <c:pt idx="31">
                  <c:v>-0.44030000000000002</c:v>
                </c:pt>
                <c:pt idx="32">
                  <c:v>-0.44030000000000002</c:v>
                </c:pt>
                <c:pt idx="33">
                  <c:v>-0.44030000000000002</c:v>
                </c:pt>
                <c:pt idx="34">
                  <c:v>-0.44030000000000002</c:v>
                </c:pt>
                <c:pt idx="35">
                  <c:v>-0.44030000000000002</c:v>
                </c:pt>
                <c:pt idx="36">
                  <c:v>-0.44030000000000002</c:v>
                </c:pt>
                <c:pt idx="37">
                  <c:v>-0.44030000000000002</c:v>
                </c:pt>
                <c:pt idx="38">
                  <c:v>-0.44030000000000002</c:v>
                </c:pt>
                <c:pt idx="39">
                  <c:v>-0.44030000000000002</c:v>
                </c:pt>
                <c:pt idx="40">
                  <c:v>-0.44030000000000002</c:v>
                </c:pt>
                <c:pt idx="41">
                  <c:v>-0.44030000000000002</c:v>
                </c:pt>
                <c:pt idx="42">
                  <c:v>-0.44030000000000002</c:v>
                </c:pt>
                <c:pt idx="43">
                  <c:v>-0.44030000000000002</c:v>
                </c:pt>
                <c:pt idx="44">
                  <c:v>-0.44030000000000002</c:v>
                </c:pt>
                <c:pt idx="45">
                  <c:v>-0.44030000000000002</c:v>
                </c:pt>
                <c:pt idx="46">
                  <c:v>-0.44030000000000002</c:v>
                </c:pt>
                <c:pt idx="47">
                  <c:v>-0.44030000000000002</c:v>
                </c:pt>
                <c:pt idx="48">
                  <c:v>-0.44030000000000002</c:v>
                </c:pt>
                <c:pt idx="49">
                  <c:v>-0.44030000000000002</c:v>
                </c:pt>
                <c:pt idx="50">
                  <c:v>-0.44030000000000002</c:v>
                </c:pt>
                <c:pt idx="51">
                  <c:v>-0.44030000000000002</c:v>
                </c:pt>
                <c:pt idx="52">
                  <c:v>-0.44030000000000002</c:v>
                </c:pt>
                <c:pt idx="53">
                  <c:v>-0.44030000000000002</c:v>
                </c:pt>
                <c:pt idx="54">
                  <c:v>-0.44030000000000002</c:v>
                </c:pt>
                <c:pt idx="55">
                  <c:v>-0.44030000000000002</c:v>
                </c:pt>
                <c:pt idx="56">
                  <c:v>-0.44030000000000002</c:v>
                </c:pt>
                <c:pt idx="57">
                  <c:v>-0.44030000000000002</c:v>
                </c:pt>
                <c:pt idx="58">
                  <c:v>-0.44030000000000002</c:v>
                </c:pt>
                <c:pt idx="59">
                  <c:v>-0.44030000000000002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10.84</c:v>
                </c:pt>
                <c:pt idx="1">
                  <c:v>9.4565999999999999</c:v>
                </c:pt>
                <c:pt idx="2">
                  <c:v>8.2600999999999996</c:v>
                </c:pt>
                <c:pt idx="3">
                  <c:v>7.2252000000000001</c:v>
                </c:pt>
                <c:pt idx="4">
                  <c:v>6.3300999999999998</c:v>
                </c:pt>
                <c:pt idx="5">
                  <c:v>5.556</c:v>
                </c:pt>
                <c:pt idx="6">
                  <c:v>4.8864000000000001</c:v>
                </c:pt>
                <c:pt idx="7">
                  <c:v>4.3072999999999997</c:v>
                </c:pt>
                <c:pt idx="8">
                  <c:v>3.8065000000000002</c:v>
                </c:pt>
                <c:pt idx="9">
                  <c:v>3.3733</c:v>
                </c:pt>
                <c:pt idx="10">
                  <c:v>2.9986000000000002</c:v>
                </c:pt>
                <c:pt idx="11">
                  <c:v>2.6745999999999999</c:v>
                </c:pt>
                <c:pt idx="12">
                  <c:v>2.6745999999999999</c:v>
                </c:pt>
                <c:pt idx="13">
                  <c:v>2.6745999999999999</c:v>
                </c:pt>
                <c:pt idx="14">
                  <c:v>2.6745999999999999</c:v>
                </c:pt>
                <c:pt idx="15">
                  <c:v>2.6745999999999999</c:v>
                </c:pt>
                <c:pt idx="16">
                  <c:v>2.6745999999999999</c:v>
                </c:pt>
                <c:pt idx="17">
                  <c:v>2.6745999999999999</c:v>
                </c:pt>
                <c:pt idx="18">
                  <c:v>2.6745999999999999</c:v>
                </c:pt>
                <c:pt idx="19">
                  <c:v>2.6745999999999999</c:v>
                </c:pt>
                <c:pt idx="20">
                  <c:v>2.6745999999999999</c:v>
                </c:pt>
                <c:pt idx="21">
                  <c:v>2.6745999999999999</c:v>
                </c:pt>
                <c:pt idx="22">
                  <c:v>2.6745999999999999</c:v>
                </c:pt>
                <c:pt idx="23">
                  <c:v>2.6745999999999999</c:v>
                </c:pt>
                <c:pt idx="24">
                  <c:v>2.6745999999999999</c:v>
                </c:pt>
                <c:pt idx="25">
                  <c:v>2.6745999999999999</c:v>
                </c:pt>
                <c:pt idx="26">
                  <c:v>2.6745999999999999</c:v>
                </c:pt>
                <c:pt idx="27">
                  <c:v>2.6745999999999999</c:v>
                </c:pt>
                <c:pt idx="28">
                  <c:v>2.6745999999999999</c:v>
                </c:pt>
                <c:pt idx="29">
                  <c:v>2.6745999999999999</c:v>
                </c:pt>
                <c:pt idx="30">
                  <c:v>2.6745999999999999</c:v>
                </c:pt>
                <c:pt idx="31">
                  <c:v>2.6745999999999999</c:v>
                </c:pt>
                <c:pt idx="32">
                  <c:v>2.6745999999999999</c:v>
                </c:pt>
                <c:pt idx="33">
                  <c:v>2.6745999999999999</c:v>
                </c:pt>
                <c:pt idx="34">
                  <c:v>2.6745999999999999</c:v>
                </c:pt>
                <c:pt idx="35">
                  <c:v>2.6745999999999999</c:v>
                </c:pt>
                <c:pt idx="36">
                  <c:v>2.6745999999999999</c:v>
                </c:pt>
                <c:pt idx="37">
                  <c:v>2.6745999999999999</c:v>
                </c:pt>
                <c:pt idx="38">
                  <c:v>2.6745999999999999</c:v>
                </c:pt>
                <c:pt idx="39">
                  <c:v>2.6745999999999999</c:v>
                </c:pt>
                <c:pt idx="40">
                  <c:v>2.6745999999999999</c:v>
                </c:pt>
                <c:pt idx="41">
                  <c:v>2.6745999999999999</c:v>
                </c:pt>
                <c:pt idx="42">
                  <c:v>2.6745999999999999</c:v>
                </c:pt>
                <c:pt idx="43">
                  <c:v>2.6745999999999999</c:v>
                </c:pt>
                <c:pt idx="44">
                  <c:v>2.6745999999999999</c:v>
                </c:pt>
                <c:pt idx="45">
                  <c:v>2.6745999999999999</c:v>
                </c:pt>
                <c:pt idx="46">
                  <c:v>2.6745999999999999</c:v>
                </c:pt>
                <c:pt idx="47">
                  <c:v>2.6745999999999999</c:v>
                </c:pt>
                <c:pt idx="48">
                  <c:v>2.6745999999999999</c:v>
                </c:pt>
                <c:pt idx="49">
                  <c:v>2.6745999999999999</c:v>
                </c:pt>
                <c:pt idx="50">
                  <c:v>2.6745999999999999</c:v>
                </c:pt>
                <c:pt idx="51">
                  <c:v>2.6745999999999999</c:v>
                </c:pt>
                <c:pt idx="52">
                  <c:v>2.6745999999999999</c:v>
                </c:pt>
                <c:pt idx="53">
                  <c:v>2.6745999999999999</c:v>
                </c:pt>
                <c:pt idx="54">
                  <c:v>2.6745999999999999</c:v>
                </c:pt>
                <c:pt idx="55">
                  <c:v>2.6745999999999999</c:v>
                </c:pt>
                <c:pt idx="56">
                  <c:v>2.6745999999999999</c:v>
                </c:pt>
                <c:pt idx="57">
                  <c:v>2.6745999999999999</c:v>
                </c:pt>
                <c:pt idx="58">
                  <c:v>2.6745999999999999</c:v>
                </c:pt>
                <c:pt idx="59">
                  <c:v>2.6745999999999999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E34-914D-9F3C-860BDF2DCE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weight 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540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-2.6</c:v>
                </c:pt>
                <c:pt idx="1">
                  <c:v>-2.4780000000000002</c:v>
                </c:pt>
                <c:pt idx="2">
                  <c:v>-2.3559999999999999</c:v>
                </c:pt>
                <c:pt idx="3">
                  <c:v>-2.234</c:v>
                </c:pt>
                <c:pt idx="4">
                  <c:v>-2.1120000000000001</c:v>
                </c:pt>
                <c:pt idx="5">
                  <c:v>-1.99</c:v>
                </c:pt>
                <c:pt idx="6">
                  <c:v>-1.8680000000000001</c:v>
                </c:pt>
                <c:pt idx="7">
                  <c:v>-1.746</c:v>
                </c:pt>
                <c:pt idx="8">
                  <c:v>-1.6240000000000001</c:v>
                </c:pt>
                <c:pt idx="9">
                  <c:v>-1.502</c:v>
                </c:pt>
                <c:pt idx="10">
                  <c:v>-1.38</c:v>
                </c:pt>
                <c:pt idx="11">
                  <c:v>-1.258</c:v>
                </c:pt>
                <c:pt idx="12">
                  <c:v>-1.1359999999999999</c:v>
                </c:pt>
                <c:pt idx="13">
                  <c:v>-1.014</c:v>
                </c:pt>
                <c:pt idx="14">
                  <c:v>-0.89200000000000002</c:v>
                </c:pt>
                <c:pt idx="15">
                  <c:v>-0.76900000000000002</c:v>
                </c:pt>
                <c:pt idx="16">
                  <c:v>-0.64700000000000002</c:v>
                </c:pt>
                <c:pt idx="17">
                  <c:v>-0.52500000000000002</c:v>
                </c:pt>
                <c:pt idx="18">
                  <c:v>-0.40300000000000002</c:v>
                </c:pt>
                <c:pt idx="19">
                  <c:v>-0.28100000000000003</c:v>
                </c:pt>
                <c:pt idx="20">
                  <c:v>-0.159</c:v>
                </c:pt>
                <c:pt idx="21">
                  <c:v>-3.6999999999999998E-2</c:v>
                </c:pt>
                <c:pt idx="22">
                  <c:v>8.5000000000000006E-2</c:v>
                </c:pt>
                <c:pt idx="23">
                  <c:v>0.20699999999999999</c:v>
                </c:pt>
                <c:pt idx="24">
                  <c:v>0.32900000000000001</c:v>
                </c:pt>
                <c:pt idx="25">
                  <c:v>0.45100000000000001</c:v>
                </c:pt>
                <c:pt idx="26">
                  <c:v>0.57299999999999995</c:v>
                </c:pt>
                <c:pt idx="27">
                  <c:v>0.69499999999999995</c:v>
                </c:pt>
                <c:pt idx="28">
                  <c:v>0.81699999999999995</c:v>
                </c:pt>
                <c:pt idx="29">
                  <c:v>0.93899999999999995</c:v>
                </c:pt>
                <c:pt idx="30">
                  <c:v>1.0609999999999999</c:v>
                </c:pt>
                <c:pt idx="31">
                  <c:v>1.1830000000000001</c:v>
                </c:pt>
                <c:pt idx="32">
                  <c:v>1.3049999999999999</c:v>
                </c:pt>
                <c:pt idx="33">
                  <c:v>1.427</c:v>
                </c:pt>
                <c:pt idx="34">
                  <c:v>1.5489999999999999</c:v>
                </c:pt>
                <c:pt idx="35">
                  <c:v>1.671</c:v>
                </c:pt>
                <c:pt idx="36">
                  <c:v>1.7929999999999999</c:v>
                </c:pt>
                <c:pt idx="37">
                  <c:v>1.915</c:v>
                </c:pt>
                <c:pt idx="38">
                  <c:v>2.0369999999999999</c:v>
                </c:pt>
                <c:pt idx="39">
                  <c:v>2.1589999999999998</c:v>
                </c:pt>
                <c:pt idx="40">
                  <c:v>2.2810000000000001</c:v>
                </c:pt>
                <c:pt idx="41">
                  <c:v>2.403</c:v>
                </c:pt>
                <c:pt idx="42">
                  <c:v>2.5249999999999999</c:v>
                </c:pt>
                <c:pt idx="43">
                  <c:v>2.6469999999999998</c:v>
                </c:pt>
                <c:pt idx="44">
                  <c:v>2.7690000000000001</c:v>
                </c:pt>
                <c:pt idx="45">
                  <c:v>2.8919999999999999</c:v>
                </c:pt>
                <c:pt idx="46">
                  <c:v>3.0139999999999998</c:v>
                </c:pt>
                <c:pt idx="47">
                  <c:v>3.1360000000000001</c:v>
                </c:pt>
                <c:pt idx="48">
                  <c:v>3.258</c:v>
                </c:pt>
                <c:pt idx="49">
                  <c:v>3.38</c:v>
                </c:pt>
                <c:pt idx="50">
                  <c:v>3.5019999999999998</c:v>
                </c:pt>
                <c:pt idx="51">
                  <c:v>3.6240000000000001</c:v>
                </c:pt>
                <c:pt idx="52">
                  <c:v>3.746</c:v>
                </c:pt>
                <c:pt idx="53">
                  <c:v>3.8679999999999999</c:v>
                </c:pt>
                <c:pt idx="54">
                  <c:v>3.99</c:v>
                </c:pt>
                <c:pt idx="55">
                  <c:v>4.1120000000000001</c:v>
                </c:pt>
                <c:pt idx="56">
                  <c:v>4.234</c:v>
                </c:pt>
                <c:pt idx="57">
                  <c:v>4.3559999999999999</c:v>
                </c:pt>
                <c:pt idx="58">
                  <c:v>4.4779999999999998</c:v>
                </c:pt>
                <c:pt idx="59">
                  <c:v>4.5999999999999996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13.56</c:v>
                </c:pt>
                <c:pt idx="1">
                  <c:v>12.696</c:v>
                </c:pt>
                <c:pt idx="2">
                  <c:v>11.862</c:v>
                </c:pt>
                <c:pt idx="3">
                  <c:v>11.058</c:v>
                </c:pt>
                <c:pt idx="4">
                  <c:v>10.284000000000001</c:v>
                </c:pt>
                <c:pt idx="5">
                  <c:v>9.5389999999999997</c:v>
                </c:pt>
                <c:pt idx="6">
                  <c:v>8.8239999999999998</c:v>
                </c:pt>
                <c:pt idx="7">
                  <c:v>8.1389999999999993</c:v>
                </c:pt>
                <c:pt idx="8">
                  <c:v>7.484</c:v>
                </c:pt>
                <c:pt idx="9">
                  <c:v>6.8579999999999997</c:v>
                </c:pt>
                <c:pt idx="10">
                  <c:v>6.2629999999999999</c:v>
                </c:pt>
                <c:pt idx="11">
                  <c:v>5.6970000000000001</c:v>
                </c:pt>
                <c:pt idx="12">
                  <c:v>5.1609999999999996</c:v>
                </c:pt>
                <c:pt idx="13">
                  <c:v>4.6539999999999999</c:v>
                </c:pt>
                <c:pt idx="14">
                  <c:v>4.1779999999999999</c:v>
                </c:pt>
                <c:pt idx="15">
                  <c:v>3.7309999999999999</c:v>
                </c:pt>
                <c:pt idx="16">
                  <c:v>3.3140000000000001</c:v>
                </c:pt>
                <c:pt idx="17">
                  <c:v>2.927</c:v>
                </c:pt>
                <c:pt idx="18">
                  <c:v>2.57</c:v>
                </c:pt>
                <c:pt idx="19">
                  <c:v>2.242</c:v>
                </c:pt>
                <c:pt idx="20">
                  <c:v>1.944</c:v>
                </c:pt>
                <c:pt idx="21">
                  <c:v>1.6759999999999999</c:v>
                </c:pt>
                <c:pt idx="22">
                  <c:v>1.4379999999999999</c:v>
                </c:pt>
                <c:pt idx="23">
                  <c:v>1.2290000000000001</c:v>
                </c:pt>
                <c:pt idx="24">
                  <c:v>1.05</c:v>
                </c:pt>
                <c:pt idx="25">
                  <c:v>0.90200000000000002</c:v>
                </c:pt>
                <c:pt idx="26">
                  <c:v>0.78200000000000003</c:v>
                </c:pt>
                <c:pt idx="27">
                  <c:v>0.69299999999999995</c:v>
                </c:pt>
                <c:pt idx="28">
                  <c:v>0.63400000000000001</c:v>
                </c:pt>
                <c:pt idx="29">
                  <c:v>0.60399999999999998</c:v>
                </c:pt>
                <c:pt idx="30">
                  <c:v>0.60399999999999998</c:v>
                </c:pt>
                <c:pt idx="31">
                  <c:v>0.63400000000000001</c:v>
                </c:pt>
                <c:pt idx="32">
                  <c:v>0.69299999999999995</c:v>
                </c:pt>
                <c:pt idx="33">
                  <c:v>0.78200000000000003</c:v>
                </c:pt>
                <c:pt idx="34">
                  <c:v>0.90200000000000002</c:v>
                </c:pt>
                <c:pt idx="35">
                  <c:v>1.05</c:v>
                </c:pt>
                <c:pt idx="36">
                  <c:v>1.2290000000000001</c:v>
                </c:pt>
                <c:pt idx="37">
                  <c:v>1.4379999999999999</c:v>
                </c:pt>
                <c:pt idx="38">
                  <c:v>1.6759999999999999</c:v>
                </c:pt>
                <c:pt idx="39">
                  <c:v>1.944</c:v>
                </c:pt>
                <c:pt idx="40">
                  <c:v>2.242</c:v>
                </c:pt>
                <c:pt idx="41">
                  <c:v>2.57</c:v>
                </c:pt>
                <c:pt idx="42">
                  <c:v>2.927</c:v>
                </c:pt>
                <c:pt idx="43">
                  <c:v>3.3140000000000001</c:v>
                </c:pt>
                <c:pt idx="44">
                  <c:v>3.7309999999999999</c:v>
                </c:pt>
                <c:pt idx="45">
                  <c:v>4.1779999999999999</c:v>
                </c:pt>
                <c:pt idx="46">
                  <c:v>4.6539999999999999</c:v>
                </c:pt>
                <c:pt idx="47">
                  <c:v>5.1609999999999996</c:v>
                </c:pt>
                <c:pt idx="48">
                  <c:v>5.6970000000000001</c:v>
                </c:pt>
                <c:pt idx="49">
                  <c:v>6.2629999999999999</c:v>
                </c:pt>
                <c:pt idx="50">
                  <c:v>6.8579999999999997</c:v>
                </c:pt>
                <c:pt idx="51">
                  <c:v>7.484</c:v>
                </c:pt>
                <c:pt idx="52">
                  <c:v>8.1389999999999993</c:v>
                </c:pt>
                <c:pt idx="53">
                  <c:v>8.8239999999999998</c:v>
                </c:pt>
                <c:pt idx="54">
                  <c:v>9.5389999999999997</c:v>
                </c:pt>
                <c:pt idx="55">
                  <c:v>10.284000000000001</c:v>
                </c:pt>
                <c:pt idx="56">
                  <c:v>11.058</c:v>
                </c:pt>
                <c:pt idx="57">
                  <c:v>11.862</c:v>
                </c:pt>
                <c:pt idx="58">
                  <c:v>12.696</c:v>
                </c:pt>
                <c:pt idx="59">
                  <c:v>13.56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0A-204A-A375-E0DA71CE4144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steps</c:v>
                </c:pt>
              </c:strCache>
            </c:strRef>
          </c:tx>
          <c:spPr>
            <a:ln w="1778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 w="9525">
                <a:solidFill>
                  <a:srgbClr val="E97132"/>
                </a:solidFill>
              </a:ln>
            </c:spPr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-2.2000000000000002</c:v>
                </c:pt>
                <c:pt idx="1">
                  <c:v>0.04</c:v>
                </c:pt>
                <c:pt idx="2">
                  <c:v>0.71199999999999997</c:v>
                </c:pt>
                <c:pt idx="3">
                  <c:v>0.91359999999999997</c:v>
                </c:pt>
                <c:pt idx="4">
                  <c:v>0.97409999999999997</c:v>
                </c:pt>
                <c:pt idx="5">
                  <c:v>0.99219999999999997</c:v>
                </c:pt>
                <c:pt idx="6">
                  <c:v>0.99770000000000003</c:v>
                </c:pt>
                <c:pt idx="7">
                  <c:v>0.99929999999999997</c:v>
                </c:pt>
                <c:pt idx="8">
                  <c:v>0.99980000000000002</c:v>
                </c:pt>
                <c:pt idx="9">
                  <c:v>0.99990000000000001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10.84</c:v>
                </c:pt>
                <c:pt idx="1">
                  <c:v>1.5216000000000001</c:v>
                </c:pt>
                <c:pt idx="2">
                  <c:v>0.68289999999999995</c:v>
                </c:pt>
                <c:pt idx="3">
                  <c:v>0.60750000000000004</c:v>
                </c:pt>
                <c:pt idx="4">
                  <c:v>0.60070000000000001</c:v>
                </c:pt>
                <c:pt idx="5">
                  <c:v>0.60009999999999997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F0A-204A-A375-E0DA71CE41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weight 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2540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-2.6</c:v>
                </c:pt>
                <c:pt idx="1">
                  <c:v>-2.4780000000000002</c:v>
                </c:pt>
                <c:pt idx="2">
                  <c:v>-2.3559999999999999</c:v>
                </c:pt>
                <c:pt idx="3">
                  <c:v>-2.234</c:v>
                </c:pt>
                <c:pt idx="4">
                  <c:v>-2.1120000000000001</c:v>
                </c:pt>
                <c:pt idx="5">
                  <c:v>-1.99</c:v>
                </c:pt>
                <c:pt idx="6">
                  <c:v>-1.8680000000000001</c:v>
                </c:pt>
                <c:pt idx="7">
                  <c:v>-1.746</c:v>
                </c:pt>
                <c:pt idx="8">
                  <c:v>-1.6240000000000001</c:v>
                </c:pt>
                <c:pt idx="9">
                  <c:v>-1.502</c:v>
                </c:pt>
                <c:pt idx="10">
                  <c:v>-1.38</c:v>
                </c:pt>
                <c:pt idx="11">
                  <c:v>-1.258</c:v>
                </c:pt>
                <c:pt idx="12">
                  <c:v>-1.1359999999999999</c:v>
                </c:pt>
                <c:pt idx="13">
                  <c:v>-1.014</c:v>
                </c:pt>
                <c:pt idx="14">
                  <c:v>-0.89200000000000002</c:v>
                </c:pt>
                <c:pt idx="15">
                  <c:v>-0.76900000000000002</c:v>
                </c:pt>
                <c:pt idx="16">
                  <c:v>-0.64700000000000002</c:v>
                </c:pt>
                <c:pt idx="17">
                  <c:v>-0.52500000000000002</c:v>
                </c:pt>
                <c:pt idx="18">
                  <c:v>-0.40300000000000002</c:v>
                </c:pt>
                <c:pt idx="19">
                  <c:v>-0.28100000000000003</c:v>
                </c:pt>
                <c:pt idx="20">
                  <c:v>-0.159</c:v>
                </c:pt>
                <c:pt idx="21">
                  <c:v>-3.6999999999999998E-2</c:v>
                </c:pt>
                <c:pt idx="22">
                  <c:v>8.5000000000000006E-2</c:v>
                </c:pt>
                <c:pt idx="23">
                  <c:v>0.20699999999999999</c:v>
                </c:pt>
                <c:pt idx="24">
                  <c:v>0.32900000000000001</c:v>
                </c:pt>
                <c:pt idx="25">
                  <c:v>0.45100000000000001</c:v>
                </c:pt>
                <c:pt idx="26">
                  <c:v>0.57299999999999995</c:v>
                </c:pt>
                <c:pt idx="27">
                  <c:v>0.69499999999999995</c:v>
                </c:pt>
                <c:pt idx="28">
                  <c:v>0.81699999999999995</c:v>
                </c:pt>
                <c:pt idx="29">
                  <c:v>0.93899999999999995</c:v>
                </c:pt>
                <c:pt idx="30">
                  <c:v>1.0609999999999999</c:v>
                </c:pt>
                <c:pt idx="31">
                  <c:v>1.1830000000000001</c:v>
                </c:pt>
                <c:pt idx="32">
                  <c:v>1.3049999999999999</c:v>
                </c:pt>
                <c:pt idx="33">
                  <c:v>1.427</c:v>
                </c:pt>
                <c:pt idx="34">
                  <c:v>1.5489999999999999</c:v>
                </c:pt>
                <c:pt idx="35">
                  <c:v>1.671</c:v>
                </c:pt>
                <c:pt idx="36">
                  <c:v>1.7929999999999999</c:v>
                </c:pt>
                <c:pt idx="37">
                  <c:v>1.915</c:v>
                </c:pt>
                <c:pt idx="38">
                  <c:v>2.0369999999999999</c:v>
                </c:pt>
                <c:pt idx="39">
                  <c:v>2.1589999999999998</c:v>
                </c:pt>
                <c:pt idx="40">
                  <c:v>2.2810000000000001</c:v>
                </c:pt>
                <c:pt idx="41">
                  <c:v>2.403</c:v>
                </c:pt>
                <c:pt idx="42">
                  <c:v>2.5249999999999999</c:v>
                </c:pt>
                <c:pt idx="43">
                  <c:v>2.6469999999999998</c:v>
                </c:pt>
                <c:pt idx="44">
                  <c:v>2.7690000000000001</c:v>
                </c:pt>
                <c:pt idx="45">
                  <c:v>2.8919999999999999</c:v>
                </c:pt>
                <c:pt idx="46">
                  <c:v>3.0139999999999998</c:v>
                </c:pt>
                <c:pt idx="47">
                  <c:v>3.1360000000000001</c:v>
                </c:pt>
                <c:pt idx="48">
                  <c:v>3.258</c:v>
                </c:pt>
                <c:pt idx="49">
                  <c:v>3.38</c:v>
                </c:pt>
                <c:pt idx="50">
                  <c:v>3.5019999999999998</c:v>
                </c:pt>
                <c:pt idx="51">
                  <c:v>3.6240000000000001</c:v>
                </c:pt>
                <c:pt idx="52">
                  <c:v>3.746</c:v>
                </c:pt>
                <c:pt idx="53">
                  <c:v>3.8679999999999999</c:v>
                </c:pt>
                <c:pt idx="54">
                  <c:v>3.99</c:v>
                </c:pt>
                <c:pt idx="55">
                  <c:v>4.1120000000000001</c:v>
                </c:pt>
                <c:pt idx="56">
                  <c:v>4.234</c:v>
                </c:pt>
                <c:pt idx="57">
                  <c:v>4.3559999999999999</c:v>
                </c:pt>
                <c:pt idx="58">
                  <c:v>4.4779999999999998</c:v>
                </c:pt>
                <c:pt idx="59">
                  <c:v>4.5999999999999996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13.56</c:v>
                </c:pt>
                <c:pt idx="1">
                  <c:v>12.696</c:v>
                </c:pt>
                <c:pt idx="2">
                  <c:v>11.862</c:v>
                </c:pt>
                <c:pt idx="3">
                  <c:v>11.058</c:v>
                </c:pt>
                <c:pt idx="4">
                  <c:v>10.284000000000001</c:v>
                </c:pt>
                <c:pt idx="5">
                  <c:v>9.5389999999999997</c:v>
                </c:pt>
                <c:pt idx="6">
                  <c:v>8.8239999999999998</c:v>
                </c:pt>
                <c:pt idx="7">
                  <c:v>8.1389999999999993</c:v>
                </c:pt>
                <c:pt idx="8">
                  <c:v>7.484</c:v>
                </c:pt>
                <c:pt idx="9">
                  <c:v>6.8579999999999997</c:v>
                </c:pt>
                <c:pt idx="10">
                  <c:v>6.2629999999999999</c:v>
                </c:pt>
                <c:pt idx="11">
                  <c:v>5.6970000000000001</c:v>
                </c:pt>
                <c:pt idx="12">
                  <c:v>5.1609999999999996</c:v>
                </c:pt>
                <c:pt idx="13">
                  <c:v>4.6539999999999999</c:v>
                </c:pt>
                <c:pt idx="14">
                  <c:v>4.1779999999999999</c:v>
                </c:pt>
                <c:pt idx="15">
                  <c:v>3.7309999999999999</c:v>
                </c:pt>
                <c:pt idx="16">
                  <c:v>3.3140000000000001</c:v>
                </c:pt>
                <c:pt idx="17">
                  <c:v>2.927</c:v>
                </c:pt>
                <c:pt idx="18">
                  <c:v>2.57</c:v>
                </c:pt>
                <c:pt idx="19">
                  <c:v>2.242</c:v>
                </c:pt>
                <c:pt idx="20">
                  <c:v>1.944</c:v>
                </c:pt>
                <c:pt idx="21">
                  <c:v>1.6759999999999999</c:v>
                </c:pt>
                <c:pt idx="22">
                  <c:v>1.4379999999999999</c:v>
                </c:pt>
                <c:pt idx="23">
                  <c:v>1.2290000000000001</c:v>
                </c:pt>
                <c:pt idx="24">
                  <c:v>1.05</c:v>
                </c:pt>
                <c:pt idx="25">
                  <c:v>0.90200000000000002</c:v>
                </c:pt>
                <c:pt idx="26">
                  <c:v>0.78200000000000003</c:v>
                </c:pt>
                <c:pt idx="27">
                  <c:v>0.69299999999999995</c:v>
                </c:pt>
                <c:pt idx="28">
                  <c:v>0.63400000000000001</c:v>
                </c:pt>
                <c:pt idx="29">
                  <c:v>0.60399999999999998</c:v>
                </c:pt>
                <c:pt idx="30">
                  <c:v>0.60399999999999998</c:v>
                </c:pt>
                <c:pt idx="31">
                  <c:v>0.63400000000000001</c:v>
                </c:pt>
                <c:pt idx="32">
                  <c:v>0.69299999999999995</c:v>
                </c:pt>
                <c:pt idx="33">
                  <c:v>0.78200000000000003</c:v>
                </c:pt>
                <c:pt idx="34">
                  <c:v>0.90200000000000002</c:v>
                </c:pt>
                <c:pt idx="35">
                  <c:v>1.05</c:v>
                </c:pt>
                <c:pt idx="36">
                  <c:v>1.2290000000000001</c:v>
                </c:pt>
                <c:pt idx="37">
                  <c:v>1.4379999999999999</c:v>
                </c:pt>
                <c:pt idx="38">
                  <c:v>1.6759999999999999</c:v>
                </c:pt>
                <c:pt idx="39">
                  <c:v>1.944</c:v>
                </c:pt>
                <c:pt idx="40">
                  <c:v>2.242</c:v>
                </c:pt>
                <c:pt idx="41">
                  <c:v>2.57</c:v>
                </c:pt>
                <c:pt idx="42">
                  <c:v>2.927</c:v>
                </c:pt>
                <c:pt idx="43">
                  <c:v>3.3140000000000001</c:v>
                </c:pt>
                <c:pt idx="44">
                  <c:v>3.7309999999999999</c:v>
                </c:pt>
                <c:pt idx="45">
                  <c:v>4.1779999999999999</c:v>
                </c:pt>
                <c:pt idx="46">
                  <c:v>4.6539999999999999</c:v>
                </c:pt>
                <c:pt idx="47">
                  <c:v>5.1609999999999996</c:v>
                </c:pt>
                <c:pt idx="48">
                  <c:v>5.6970000000000001</c:v>
                </c:pt>
                <c:pt idx="49">
                  <c:v>6.2629999999999999</c:v>
                </c:pt>
                <c:pt idx="50">
                  <c:v>6.8579999999999997</c:v>
                </c:pt>
                <c:pt idx="51">
                  <c:v>7.484</c:v>
                </c:pt>
                <c:pt idx="52">
                  <c:v>8.1389999999999993</c:v>
                </c:pt>
                <c:pt idx="53">
                  <c:v>8.8239999999999998</c:v>
                </c:pt>
                <c:pt idx="54">
                  <c:v>9.5389999999999997</c:v>
                </c:pt>
                <c:pt idx="55">
                  <c:v>10.284000000000001</c:v>
                </c:pt>
                <c:pt idx="56">
                  <c:v>11.058</c:v>
                </c:pt>
                <c:pt idx="57">
                  <c:v>11.862</c:v>
                </c:pt>
                <c:pt idx="58">
                  <c:v>12.696</c:v>
                </c:pt>
                <c:pt idx="59">
                  <c:v>13.56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B2-BA48-BE4F-D472D9CFAD7C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steps</c:v>
                </c:pt>
              </c:strCache>
            </c:strRef>
          </c:tx>
          <c:spPr>
            <a:ln w="1778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 w="9525">
                <a:solidFill>
                  <a:srgbClr val="E97132"/>
                </a:solidFill>
              </a:ln>
            </c:spPr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-2.2000000000000002</c:v>
                </c:pt>
                <c:pt idx="1">
                  <c:v>4.3280000000000003</c:v>
                </c:pt>
                <c:pt idx="2">
                  <c:v>-2.4611000000000001</c:v>
                </c:pt>
                <c:pt idx="3">
                  <c:v>4.5995999999999997</c:v>
                </c:pt>
                <c:pt idx="4">
                  <c:v>-2.7435</c:v>
                </c:pt>
                <c:pt idx="5">
                  <c:v>4.8933</c:v>
                </c:pt>
                <c:pt idx="6">
                  <c:v>-3.0489999999999999</c:v>
                </c:pt>
                <c:pt idx="7">
                  <c:v>5.2110000000000003</c:v>
                </c:pt>
                <c:pt idx="8">
                  <c:v>-3.3794</c:v>
                </c:pt>
                <c:pt idx="9">
                  <c:v>5.5545999999999998</c:v>
                </c:pt>
                <c:pt idx="10">
                  <c:v>-3.7368000000000001</c:v>
                </c:pt>
                <c:pt idx="11">
                  <c:v>5.9263000000000003</c:v>
                </c:pt>
                <c:pt idx="12">
                  <c:v>5.9263000000000003</c:v>
                </c:pt>
                <c:pt idx="13">
                  <c:v>5.9263000000000003</c:v>
                </c:pt>
                <c:pt idx="14">
                  <c:v>5.9263000000000003</c:v>
                </c:pt>
                <c:pt idx="15">
                  <c:v>5.9263000000000003</c:v>
                </c:pt>
                <c:pt idx="16">
                  <c:v>5.9263000000000003</c:v>
                </c:pt>
                <c:pt idx="17">
                  <c:v>5.9263000000000003</c:v>
                </c:pt>
                <c:pt idx="18">
                  <c:v>5.9263000000000003</c:v>
                </c:pt>
                <c:pt idx="19">
                  <c:v>5.9263000000000003</c:v>
                </c:pt>
                <c:pt idx="20">
                  <c:v>5.9263000000000003</c:v>
                </c:pt>
                <c:pt idx="21">
                  <c:v>5.9263000000000003</c:v>
                </c:pt>
                <c:pt idx="22">
                  <c:v>5.9263000000000003</c:v>
                </c:pt>
                <c:pt idx="23">
                  <c:v>5.9263000000000003</c:v>
                </c:pt>
                <c:pt idx="24">
                  <c:v>5.9263000000000003</c:v>
                </c:pt>
                <c:pt idx="25">
                  <c:v>5.9263000000000003</c:v>
                </c:pt>
                <c:pt idx="26">
                  <c:v>5.9263000000000003</c:v>
                </c:pt>
                <c:pt idx="27">
                  <c:v>5.9263000000000003</c:v>
                </c:pt>
                <c:pt idx="28">
                  <c:v>5.9263000000000003</c:v>
                </c:pt>
                <c:pt idx="29">
                  <c:v>5.9263000000000003</c:v>
                </c:pt>
                <c:pt idx="30">
                  <c:v>5.9263000000000003</c:v>
                </c:pt>
                <c:pt idx="31">
                  <c:v>5.9263000000000003</c:v>
                </c:pt>
                <c:pt idx="32">
                  <c:v>5.9263000000000003</c:v>
                </c:pt>
                <c:pt idx="33">
                  <c:v>5.9263000000000003</c:v>
                </c:pt>
                <c:pt idx="34">
                  <c:v>5.9263000000000003</c:v>
                </c:pt>
                <c:pt idx="35">
                  <c:v>5.9263000000000003</c:v>
                </c:pt>
                <c:pt idx="36">
                  <c:v>5.9263000000000003</c:v>
                </c:pt>
                <c:pt idx="37">
                  <c:v>5.9263000000000003</c:v>
                </c:pt>
                <c:pt idx="38">
                  <c:v>5.9263000000000003</c:v>
                </c:pt>
                <c:pt idx="39">
                  <c:v>5.9263000000000003</c:v>
                </c:pt>
                <c:pt idx="40">
                  <c:v>5.9263000000000003</c:v>
                </c:pt>
                <c:pt idx="41">
                  <c:v>5.9263000000000003</c:v>
                </c:pt>
                <c:pt idx="42">
                  <c:v>5.9263000000000003</c:v>
                </c:pt>
                <c:pt idx="43">
                  <c:v>5.9263000000000003</c:v>
                </c:pt>
                <c:pt idx="44">
                  <c:v>5.9263000000000003</c:v>
                </c:pt>
                <c:pt idx="45">
                  <c:v>5.9263000000000003</c:v>
                </c:pt>
                <c:pt idx="46">
                  <c:v>5.9263000000000003</c:v>
                </c:pt>
                <c:pt idx="47">
                  <c:v>5.9263000000000003</c:v>
                </c:pt>
                <c:pt idx="48">
                  <c:v>5.9263000000000003</c:v>
                </c:pt>
                <c:pt idx="49">
                  <c:v>5.9263000000000003</c:v>
                </c:pt>
                <c:pt idx="50">
                  <c:v>5.9263000000000003</c:v>
                </c:pt>
                <c:pt idx="51">
                  <c:v>5.9263000000000003</c:v>
                </c:pt>
                <c:pt idx="52">
                  <c:v>5.9263000000000003</c:v>
                </c:pt>
                <c:pt idx="53">
                  <c:v>5.9263000000000003</c:v>
                </c:pt>
                <c:pt idx="54">
                  <c:v>5.9263000000000003</c:v>
                </c:pt>
                <c:pt idx="55">
                  <c:v>5.9263000000000003</c:v>
                </c:pt>
                <c:pt idx="56">
                  <c:v>5.9263000000000003</c:v>
                </c:pt>
                <c:pt idx="57">
                  <c:v>5.9263000000000003</c:v>
                </c:pt>
                <c:pt idx="58">
                  <c:v>5.9263000000000003</c:v>
                </c:pt>
                <c:pt idx="59">
                  <c:v>5.9263000000000003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10.84</c:v>
                </c:pt>
                <c:pt idx="1">
                  <c:v>11.675599999999999</c:v>
                </c:pt>
                <c:pt idx="2">
                  <c:v>12.5794</c:v>
                </c:pt>
                <c:pt idx="3">
                  <c:v>13.556900000000001</c:v>
                </c:pt>
                <c:pt idx="4">
                  <c:v>14.614100000000001</c:v>
                </c:pt>
                <c:pt idx="5">
                  <c:v>15.7577</c:v>
                </c:pt>
                <c:pt idx="6">
                  <c:v>16.994599999999998</c:v>
                </c:pt>
                <c:pt idx="7">
                  <c:v>18.3324</c:v>
                </c:pt>
                <c:pt idx="8">
                  <c:v>19.779299999999999</c:v>
                </c:pt>
                <c:pt idx="9">
                  <c:v>21.3444</c:v>
                </c:pt>
                <c:pt idx="10">
                  <c:v>23.037099999999999</c:v>
                </c:pt>
                <c:pt idx="11">
                  <c:v>24.867999999999999</c:v>
                </c:pt>
                <c:pt idx="12">
                  <c:v>24.867999999999999</c:v>
                </c:pt>
                <c:pt idx="13">
                  <c:v>24.867999999999999</c:v>
                </c:pt>
                <c:pt idx="14">
                  <c:v>24.867999999999999</c:v>
                </c:pt>
                <c:pt idx="15">
                  <c:v>24.867999999999999</c:v>
                </c:pt>
                <c:pt idx="16">
                  <c:v>24.867999999999999</c:v>
                </c:pt>
                <c:pt idx="17">
                  <c:v>24.867999999999999</c:v>
                </c:pt>
                <c:pt idx="18">
                  <c:v>24.867999999999999</c:v>
                </c:pt>
                <c:pt idx="19">
                  <c:v>24.867999999999999</c:v>
                </c:pt>
                <c:pt idx="20">
                  <c:v>24.867999999999999</c:v>
                </c:pt>
                <c:pt idx="21">
                  <c:v>24.867999999999999</c:v>
                </c:pt>
                <c:pt idx="22">
                  <c:v>24.867999999999999</c:v>
                </c:pt>
                <c:pt idx="23">
                  <c:v>24.867999999999999</c:v>
                </c:pt>
                <c:pt idx="24">
                  <c:v>24.867999999999999</c:v>
                </c:pt>
                <c:pt idx="25">
                  <c:v>24.867999999999999</c:v>
                </c:pt>
                <c:pt idx="26">
                  <c:v>24.867999999999999</c:v>
                </c:pt>
                <c:pt idx="27">
                  <c:v>24.867999999999999</c:v>
                </c:pt>
                <c:pt idx="28">
                  <c:v>24.867999999999999</c:v>
                </c:pt>
                <c:pt idx="29">
                  <c:v>24.867999999999999</c:v>
                </c:pt>
                <c:pt idx="30">
                  <c:v>24.867999999999999</c:v>
                </c:pt>
                <c:pt idx="31">
                  <c:v>24.867999999999999</c:v>
                </c:pt>
                <c:pt idx="32">
                  <c:v>24.867999999999999</c:v>
                </c:pt>
                <c:pt idx="33">
                  <c:v>24.867999999999999</c:v>
                </c:pt>
                <c:pt idx="34">
                  <c:v>24.867999999999999</c:v>
                </c:pt>
                <c:pt idx="35">
                  <c:v>24.867999999999999</c:v>
                </c:pt>
                <c:pt idx="36">
                  <c:v>24.867999999999999</c:v>
                </c:pt>
                <c:pt idx="37">
                  <c:v>24.867999999999999</c:v>
                </c:pt>
                <c:pt idx="38">
                  <c:v>24.867999999999999</c:v>
                </c:pt>
                <c:pt idx="39">
                  <c:v>24.867999999999999</c:v>
                </c:pt>
                <c:pt idx="40">
                  <c:v>24.867999999999999</c:v>
                </c:pt>
                <c:pt idx="41">
                  <c:v>24.867999999999999</c:v>
                </c:pt>
                <c:pt idx="42">
                  <c:v>24.867999999999999</c:v>
                </c:pt>
                <c:pt idx="43">
                  <c:v>24.867999999999999</c:v>
                </c:pt>
                <c:pt idx="44">
                  <c:v>24.867999999999999</c:v>
                </c:pt>
                <c:pt idx="45">
                  <c:v>24.867999999999999</c:v>
                </c:pt>
                <c:pt idx="46">
                  <c:v>24.867999999999999</c:v>
                </c:pt>
                <c:pt idx="47">
                  <c:v>24.867999999999999</c:v>
                </c:pt>
                <c:pt idx="48">
                  <c:v>24.867999999999999</c:v>
                </c:pt>
                <c:pt idx="49">
                  <c:v>24.867999999999999</c:v>
                </c:pt>
                <c:pt idx="50">
                  <c:v>24.867999999999999</c:v>
                </c:pt>
                <c:pt idx="51">
                  <c:v>24.867999999999999</c:v>
                </c:pt>
                <c:pt idx="52">
                  <c:v>24.867999999999999</c:v>
                </c:pt>
                <c:pt idx="53">
                  <c:v>24.867999999999999</c:v>
                </c:pt>
                <c:pt idx="54">
                  <c:v>24.867999999999999</c:v>
                </c:pt>
                <c:pt idx="55">
                  <c:v>24.867999999999999</c:v>
                </c:pt>
                <c:pt idx="56">
                  <c:v>24.867999999999999</c:v>
                </c:pt>
                <c:pt idx="57">
                  <c:v>24.867999999999999</c:v>
                </c:pt>
                <c:pt idx="58">
                  <c:v>24.867999999999999</c:v>
                </c:pt>
                <c:pt idx="59">
                  <c:v>24.867999999999999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CB2-BA48-BE4F-D472D9CFA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weight 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1-7C01-7643-A864-607A769130A3}"/>
              </c:ext>
            </c:extLst>
          </c:dPt>
          <c:dPt>
            <c:idx val="1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3-7C01-7643-A864-607A769130A3}"/>
              </c:ext>
            </c:extLst>
          </c:dPt>
          <c:dPt>
            <c:idx val="2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5-7C01-7643-A864-607A769130A3}"/>
              </c:ext>
            </c:extLst>
          </c:dPt>
          <c:dPt>
            <c:idx val="3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7-7C01-7643-A864-607A769130A3}"/>
              </c:ext>
            </c:extLst>
          </c:dPt>
          <c:dPt>
            <c:idx val="4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9-7C01-7643-A864-607A769130A3}"/>
              </c:ext>
            </c:extLst>
          </c:dPt>
          <c:dPt>
            <c:idx val="5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B-7C01-7643-A864-607A769130A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93.3</c:v>
                </c:pt>
                <c:pt idx="1">
                  <c:v>80.7</c:v>
                </c:pt>
                <c:pt idx="2">
                  <c:v>67.8</c:v>
                </c:pt>
                <c:pt idx="3">
                  <c:v>86.6</c:v>
                </c:pt>
                <c:pt idx="4">
                  <c:v>59.8</c:v>
                </c:pt>
                <c:pt idx="5">
                  <c:v>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C01-7643-A864-607A769130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test accuracy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1-2101-AF4D-8420-AAA0ECE30E33}"/>
              </c:ext>
            </c:extLst>
          </c:dPt>
          <c:dPt>
            <c:idx val="1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3-2101-AF4D-8420-AAA0ECE30E33}"/>
              </c:ext>
            </c:extLst>
          </c:dPt>
          <c:dPt>
            <c:idx val="2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5-2101-AF4D-8420-AAA0ECE30E33}"/>
              </c:ext>
            </c:extLst>
          </c:dPt>
          <c:dPt>
            <c:idx val="3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7-2101-AF4D-8420-AAA0ECE30E33}"/>
              </c:ext>
            </c:extLst>
          </c:dPt>
          <c:dPt>
            <c:idx val="4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9-2101-AF4D-8420-AAA0ECE30E33}"/>
              </c:ext>
            </c:extLst>
          </c:dPt>
          <c:dPt>
            <c:idx val="5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B-2101-AF4D-8420-AAA0ECE30E3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93.3</c:v>
                </c:pt>
                <c:pt idx="1">
                  <c:v>80.7</c:v>
                </c:pt>
                <c:pt idx="2">
                  <c:v>67.8</c:v>
                </c:pt>
                <c:pt idx="3">
                  <c:v>86.6</c:v>
                </c:pt>
                <c:pt idx="4">
                  <c:v>59.8</c:v>
                </c:pt>
                <c:pt idx="5">
                  <c:v>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101-AF4D-8420-AAA0ECE30E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test accuracy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truth</c:v>
                </c:pt>
              </c:strCache>
            </c:strRef>
          </c:tx>
          <c:spPr>
            <a:ln w="22225">
              <a:solidFill>
                <a:srgbClr val="D9DCE3"/>
              </a:solidFill>
              <a:prstDash val="sysDash"/>
            </a:ln>
          </c:spPr>
          <c:marker>
            <c:symbol val="none"/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-1.05</c:v>
                </c:pt>
                <c:pt idx="1">
                  <c:v>-1.0144</c:v>
                </c:pt>
                <c:pt idx="2">
                  <c:v>-0.9788</c:v>
                </c:pt>
                <c:pt idx="3">
                  <c:v>-0.94320000000000004</c:v>
                </c:pt>
                <c:pt idx="4">
                  <c:v>-0.90759999999999996</c:v>
                </c:pt>
                <c:pt idx="5">
                  <c:v>-0.872</c:v>
                </c:pt>
                <c:pt idx="6">
                  <c:v>-0.83640000000000003</c:v>
                </c:pt>
                <c:pt idx="7">
                  <c:v>-0.80079999999999996</c:v>
                </c:pt>
                <c:pt idx="8">
                  <c:v>-0.76529999999999998</c:v>
                </c:pt>
                <c:pt idx="9">
                  <c:v>-0.72970000000000002</c:v>
                </c:pt>
                <c:pt idx="10">
                  <c:v>-0.69410000000000005</c:v>
                </c:pt>
                <c:pt idx="11">
                  <c:v>-0.65849999999999997</c:v>
                </c:pt>
                <c:pt idx="12">
                  <c:v>-0.62290000000000001</c:v>
                </c:pt>
                <c:pt idx="13">
                  <c:v>-0.58730000000000004</c:v>
                </c:pt>
                <c:pt idx="14">
                  <c:v>-0.55169999999999997</c:v>
                </c:pt>
                <c:pt idx="15">
                  <c:v>-0.5161</c:v>
                </c:pt>
                <c:pt idx="16">
                  <c:v>-0.48049999999999998</c:v>
                </c:pt>
                <c:pt idx="17">
                  <c:v>-0.44490000000000002</c:v>
                </c:pt>
                <c:pt idx="18">
                  <c:v>-0.4093</c:v>
                </c:pt>
                <c:pt idx="19">
                  <c:v>-0.37369999999999998</c:v>
                </c:pt>
                <c:pt idx="20">
                  <c:v>-0.33810000000000001</c:v>
                </c:pt>
                <c:pt idx="21">
                  <c:v>-0.30249999999999999</c:v>
                </c:pt>
                <c:pt idx="22">
                  <c:v>-0.26690000000000003</c:v>
                </c:pt>
                <c:pt idx="23">
                  <c:v>-0.23139999999999999</c:v>
                </c:pt>
                <c:pt idx="24">
                  <c:v>-0.1958</c:v>
                </c:pt>
                <c:pt idx="25">
                  <c:v>-0.16020000000000001</c:v>
                </c:pt>
                <c:pt idx="26">
                  <c:v>-0.1246</c:v>
                </c:pt>
                <c:pt idx="27">
                  <c:v>-8.8999999999999996E-2</c:v>
                </c:pt>
                <c:pt idx="28">
                  <c:v>-5.3400000000000003E-2</c:v>
                </c:pt>
                <c:pt idx="29">
                  <c:v>-1.78E-2</c:v>
                </c:pt>
                <c:pt idx="30">
                  <c:v>1.78E-2</c:v>
                </c:pt>
                <c:pt idx="31">
                  <c:v>5.3400000000000003E-2</c:v>
                </c:pt>
                <c:pt idx="32">
                  <c:v>8.8999999999999996E-2</c:v>
                </c:pt>
                <c:pt idx="33">
                  <c:v>0.1246</c:v>
                </c:pt>
                <c:pt idx="34">
                  <c:v>0.16020000000000001</c:v>
                </c:pt>
                <c:pt idx="35">
                  <c:v>0.1958</c:v>
                </c:pt>
                <c:pt idx="36">
                  <c:v>0.23139999999999999</c:v>
                </c:pt>
                <c:pt idx="37">
                  <c:v>0.26690000000000003</c:v>
                </c:pt>
                <c:pt idx="38">
                  <c:v>0.30249999999999999</c:v>
                </c:pt>
                <c:pt idx="39">
                  <c:v>0.33810000000000001</c:v>
                </c:pt>
                <c:pt idx="40">
                  <c:v>0.37369999999999998</c:v>
                </c:pt>
                <c:pt idx="41">
                  <c:v>0.4093</c:v>
                </c:pt>
                <c:pt idx="42">
                  <c:v>0.44490000000000002</c:v>
                </c:pt>
                <c:pt idx="43">
                  <c:v>0.48049999999999998</c:v>
                </c:pt>
                <c:pt idx="44">
                  <c:v>0.5161</c:v>
                </c:pt>
                <c:pt idx="45">
                  <c:v>0.55169999999999997</c:v>
                </c:pt>
                <c:pt idx="46">
                  <c:v>0.58730000000000004</c:v>
                </c:pt>
                <c:pt idx="47">
                  <c:v>0.62290000000000001</c:v>
                </c:pt>
                <c:pt idx="48">
                  <c:v>0.65849999999999997</c:v>
                </c:pt>
                <c:pt idx="49">
                  <c:v>0.69410000000000005</c:v>
                </c:pt>
                <c:pt idx="50">
                  <c:v>0.72970000000000002</c:v>
                </c:pt>
                <c:pt idx="51">
                  <c:v>0.76529999999999998</c:v>
                </c:pt>
                <c:pt idx="52">
                  <c:v>0.80079999999999996</c:v>
                </c:pt>
                <c:pt idx="53">
                  <c:v>0.83640000000000003</c:v>
                </c:pt>
                <c:pt idx="54">
                  <c:v>0.872</c:v>
                </c:pt>
                <c:pt idx="55">
                  <c:v>0.90759999999999996</c:v>
                </c:pt>
                <c:pt idx="56">
                  <c:v>0.94320000000000004</c:v>
                </c:pt>
                <c:pt idx="57">
                  <c:v>0.9788</c:v>
                </c:pt>
                <c:pt idx="58">
                  <c:v>1.0144</c:v>
                </c:pt>
                <c:pt idx="59">
                  <c:v>1.05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-0.94979999999999998</c:v>
                </c:pt>
                <c:pt idx="1">
                  <c:v>-1.0045999999999999</c:v>
                </c:pt>
                <c:pt idx="2">
                  <c:v>-1.0547</c:v>
                </c:pt>
                <c:pt idx="3">
                  <c:v>-1.0994999999999999</c:v>
                </c:pt>
                <c:pt idx="4">
                  <c:v>-1.1387</c:v>
                </c:pt>
                <c:pt idx="5">
                  <c:v>-1.1719999999999999</c:v>
                </c:pt>
                <c:pt idx="6">
                  <c:v>-1.1989000000000001</c:v>
                </c:pt>
                <c:pt idx="7">
                  <c:v>-1.2192000000000001</c:v>
                </c:pt>
                <c:pt idx="8">
                  <c:v>-1.2326999999999999</c:v>
                </c:pt>
                <c:pt idx="9">
                  <c:v>-1.2392000000000001</c:v>
                </c:pt>
                <c:pt idx="10">
                  <c:v>-1.2383999999999999</c:v>
                </c:pt>
                <c:pt idx="11">
                  <c:v>-1.2303999999999999</c:v>
                </c:pt>
                <c:pt idx="12">
                  <c:v>-1.2151000000000001</c:v>
                </c:pt>
                <c:pt idx="13">
                  <c:v>-1.1926000000000001</c:v>
                </c:pt>
                <c:pt idx="14">
                  <c:v>-1.1628000000000001</c:v>
                </c:pt>
                <c:pt idx="15">
                  <c:v>-1.1259999999999999</c:v>
                </c:pt>
                <c:pt idx="16">
                  <c:v>-1.0823</c:v>
                </c:pt>
                <c:pt idx="17">
                  <c:v>-1.0319</c:v>
                </c:pt>
                <c:pt idx="18">
                  <c:v>-0.97509999999999997</c:v>
                </c:pt>
                <c:pt idx="19">
                  <c:v>-0.91220000000000001</c:v>
                </c:pt>
                <c:pt idx="20">
                  <c:v>-0.84370000000000001</c:v>
                </c:pt>
                <c:pt idx="21">
                  <c:v>-0.76980000000000004</c:v>
                </c:pt>
                <c:pt idx="22">
                  <c:v>-0.69120000000000004</c:v>
                </c:pt>
                <c:pt idx="23">
                  <c:v>-0.60809999999999997</c:v>
                </c:pt>
                <c:pt idx="24">
                  <c:v>-0.52129999999999999</c:v>
                </c:pt>
                <c:pt idx="25">
                  <c:v>-0.43109999999999998</c:v>
                </c:pt>
                <c:pt idx="26">
                  <c:v>-0.3382</c:v>
                </c:pt>
                <c:pt idx="27">
                  <c:v>-0.24310000000000001</c:v>
                </c:pt>
                <c:pt idx="28">
                  <c:v>-0.14649999999999999</c:v>
                </c:pt>
                <c:pt idx="29">
                  <c:v>-4.8899999999999999E-2</c:v>
                </c:pt>
                <c:pt idx="30">
                  <c:v>4.8899999999999999E-2</c:v>
                </c:pt>
                <c:pt idx="31">
                  <c:v>0.14649999999999999</c:v>
                </c:pt>
                <c:pt idx="32">
                  <c:v>0.24310000000000001</c:v>
                </c:pt>
                <c:pt idx="33">
                  <c:v>0.3382</c:v>
                </c:pt>
                <c:pt idx="34">
                  <c:v>0.43109999999999998</c:v>
                </c:pt>
                <c:pt idx="35">
                  <c:v>0.52129999999999999</c:v>
                </c:pt>
                <c:pt idx="36">
                  <c:v>0.60809999999999997</c:v>
                </c:pt>
                <c:pt idx="37">
                  <c:v>0.69120000000000004</c:v>
                </c:pt>
                <c:pt idx="38">
                  <c:v>0.76980000000000004</c:v>
                </c:pt>
                <c:pt idx="39">
                  <c:v>0.84370000000000001</c:v>
                </c:pt>
                <c:pt idx="40">
                  <c:v>0.91220000000000001</c:v>
                </c:pt>
                <c:pt idx="41">
                  <c:v>0.97509999999999997</c:v>
                </c:pt>
                <c:pt idx="42">
                  <c:v>1.0319</c:v>
                </c:pt>
                <c:pt idx="43">
                  <c:v>1.0823</c:v>
                </c:pt>
                <c:pt idx="44">
                  <c:v>1.1259999999999999</c:v>
                </c:pt>
                <c:pt idx="45">
                  <c:v>1.1628000000000001</c:v>
                </c:pt>
                <c:pt idx="46">
                  <c:v>1.1926000000000001</c:v>
                </c:pt>
                <c:pt idx="47">
                  <c:v>1.2151000000000001</c:v>
                </c:pt>
                <c:pt idx="48">
                  <c:v>1.2303999999999999</c:v>
                </c:pt>
                <c:pt idx="49">
                  <c:v>1.2383999999999999</c:v>
                </c:pt>
                <c:pt idx="50">
                  <c:v>1.2392000000000001</c:v>
                </c:pt>
                <c:pt idx="51">
                  <c:v>1.2326999999999999</c:v>
                </c:pt>
                <c:pt idx="52">
                  <c:v>1.2192000000000001</c:v>
                </c:pt>
                <c:pt idx="53">
                  <c:v>1.1989000000000001</c:v>
                </c:pt>
                <c:pt idx="54">
                  <c:v>1.1719999999999999</c:v>
                </c:pt>
                <c:pt idx="55">
                  <c:v>1.1387</c:v>
                </c:pt>
                <c:pt idx="56">
                  <c:v>1.0994999999999999</c:v>
                </c:pt>
                <c:pt idx="57">
                  <c:v>1.0547</c:v>
                </c:pt>
                <c:pt idx="58">
                  <c:v>1.0045999999999999</c:v>
                </c:pt>
                <c:pt idx="59">
                  <c:v>0.94979999999999998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904-C34D-95A2-E61298B309A6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model</c:v>
                </c:pt>
              </c:strCache>
            </c:strRef>
          </c:tx>
          <c:spPr>
            <a:ln w="3048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-1.05</c:v>
                </c:pt>
                <c:pt idx="1">
                  <c:v>-1.0144</c:v>
                </c:pt>
                <c:pt idx="2">
                  <c:v>-0.9788</c:v>
                </c:pt>
                <c:pt idx="3">
                  <c:v>-0.94320000000000004</c:v>
                </c:pt>
                <c:pt idx="4">
                  <c:v>-0.90759999999999996</c:v>
                </c:pt>
                <c:pt idx="5">
                  <c:v>-0.872</c:v>
                </c:pt>
                <c:pt idx="6">
                  <c:v>-0.83640000000000003</c:v>
                </c:pt>
                <c:pt idx="7">
                  <c:v>-0.80079999999999996</c:v>
                </c:pt>
                <c:pt idx="8">
                  <c:v>-0.76529999999999998</c:v>
                </c:pt>
                <c:pt idx="9">
                  <c:v>-0.72970000000000002</c:v>
                </c:pt>
                <c:pt idx="10">
                  <c:v>-0.69410000000000005</c:v>
                </c:pt>
                <c:pt idx="11">
                  <c:v>-0.65849999999999997</c:v>
                </c:pt>
                <c:pt idx="12">
                  <c:v>-0.62290000000000001</c:v>
                </c:pt>
                <c:pt idx="13">
                  <c:v>-0.58730000000000004</c:v>
                </c:pt>
                <c:pt idx="14">
                  <c:v>-0.55169999999999997</c:v>
                </c:pt>
                <c:pt idx="15">
                  <c:v>-0.5161</c:v>
                </c:pt>
                <c:pt idx="16">
                  <c:v>-0.48049999999999998</c:v>
                </c:pt>
                <c:pt idx="17">
                  <c:v>-0.44490000000000002</c:v>
                </c:pt>
                <c:pt idx="18">
                  <c:v>-0.4093</c:v>
                </c:pt>
                <c:pt idx="19">
                  <c:v>-0.37369999999999998</c:v>
                </c:pt>
                <c:pt idx="20">
                  <c:v>-0.33810000000000001</c:v>
                </c:pt>
                <c:pt idx="21">
                  <c:v>-0.30249999999999999</c:v>
                </c:pt>
                <c:pt idx="22">
                  <c:v>-0.26690000000000003</c:v>
                </c:pt>
                <c:pt idx="23">
                  <c:v>-0.23139999999999999</c:v>
                </c:pt>
                <c:pt idx="24">
                  <c:v>-0.1958</c:v>
                </c:pt>
                <c:pt idx="25">
                  <c:v>-0.16020000000000001</c:v>
                </c:pt>
                <c:pt idx="26">
                  <c:v>-0.1246</c:v>
                </c:pt>
                <c:pt idx="27">
                  <c:v>-8.8999999999999996E-2</c:v>
                </c:pt>
                <c:pt idx="28">
                  <c:v>-5.3400000000000003E-2</c:v>
                </c:pt>
                <c:pt idx="29">
                  <c:v>-1.78E-2</c:v>
                </c:pt>
                <c:pt idx="30">
                  <c:v>1.78E-2</c:v>
                </c:pt>
                <c:pt idx="31">
                  <c:v>5.3400000000000003E-2</c:v>
                </c:pt>
                <c:pt idx="32">
                  <c:v>8.8999999999999996E-2</c:v>
                </c:pt>
                <c:pt idx="33">
                  <c:v>0.1246</c:v>
                </c:pt>
                <c:pt idx="34">
                  <c:v>0.16020000000000001</c:v>
                </c:pt>
                <c:pt idx="35">
                  <c:v>0.1958</c:v>
                </c:pt>
                <c:pt idx="36">
                  <c:v>0.23139999999999999</c:v>
                </c:pt>
                <c:pt idx="37">
                  <c:v>0.26690000000000003</c:v>
                </c:pt>
                <c:pt idx="38">
                  <c:v>0.30249999999999999</c:v>
                </c:pt>
                <c:pt idx="39">
                  <c:v>0.33810000000000001</c:v>
                </c:pt>
                <c:pt idx="40">
                  <c:v>0.37369999999999998</c:v>
                </c:pt>
                <c:pt idx="41">
                  <c:v>0.4093</c:v>
                </c:pt>
                <c:pt idx="42">
                  <c:v>0.44490000000000002</c:v>
                </c:pt>
                <c:pt idx="43">
                  <c:v>0.48049999999999998</c:v>
                </c:pt>
                <c:pt idx="44">
                  <c:v>0.5161</c:v>
                </c:pt>
                <c:pt idx="45">
                  <c:v>0.55169999999999997</c:v>
                </c:pt>
                <c:pt idx="46">
                  <c:v>0.58730000000000004</c:v>
                </c:pt>
                <c:pt idx="47">
                  <c:v>0.62290000000000001</c:v>
                </c:pt>
                <c:pt idx="48">
                  <c:v>0.65849999999999997</c:v>
                </c:pt>
                <c:pt idx="49">
                  <c:v>0.69410000000000005</c:v>
                </c:pt>
                <c:pt idx="50">
                  <c:v>0.72970000000000002</c:v>
                </c:pt>
                <c:pt idx="51">
                  <c:v>0.76529999999999998</c:v>
                </c:pt>
                <c:pt idx="52">
                  <c:v>0.80079999999999996</c:v>
                </c:pt>
                <c:pt idx="53">
                  <c:v>0.83640000000000003</c:v>
                </c:pt>
                <c:pt idx="54">
                  <c:v>0.872</c:v>
                </c:pt>
                <c:pt idx="55">
                  <c:v>0.90759999999999996</c:v>
                </c:pt>
                <c:pt idx="56">
                  <c:v>0.94320000000000004</c:v>
                </c:pt>
                <c:pt idx="57">
                  <c:v>0.9788</c:v>
                </c:pt>
                <c:pt idx="58">
                  <c:v>1.0144</c:v>
                </c:pt>
                <c:pt idx="59">
                  <c:v>1.05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-1.8845000000000001</c:v>
                </c:pt>
                <c:pt idx="1">
                  <c:v>-1.8169</c:v>
                </c:pt>
                <c:pt idx="2">
                  <c:v>-1.7493000000000001</c:v>
                </c:pt>
                <c:pt idx="3">
                  <c:v>-1.6817</c:v>
                </c:pt>
                <c:pt idx="4">
                  <c:v>-1.6141000000000001</c:v>
                </c:pt>
                <c:pt idx="5">
                  <c:v>-1.5465</c:v>
                </c:pt>
                <c:pt idx="6">
                  <c:v>-1.4789000000000001</c:v>
                </c:pt>
                <c:pt idx="7">
                  <c:v>-1.4113</c:v>
                </c:pt>
                <c:pt idx="8">
                  <c:v>-1.3436999999999999</c:v>
                </c:pt>
                <c:pt idx="9">
                  <c:v>-1.276</c:v>
                </c:pt>
                <c:pt idx="10">
                  <c:v>-1.2083999999999999</c:v>
                </c:pt>
                <c:pt idx="11">
                  <c:v>-1.1408</c:v>
                </c:pt>
                <c:pt idx="12">
                  <c:v>-1.0731999999999999</c:v>
                </c:pt>
                <c:pt idx="13">
                  <c:v>-1.0056</c:v>
                </c:pt>
                <c:pt idx="14">
                  <c:v>-0.93799999999999994</c:v>
                </c:pt>
                <c:pt idx="15">
                  <c:v>-0.87039999999999995</c:v>
                </c:pt>
                <c:pt idx="16">
                  <c:v>-0.80279999999999996</c:v>
                </c:pt>
                <c:pt idx="17">
                  <c:v>-0.73519999999999996</c:v>
                </c:pt>
                <c:pt idx="18">
                  <c:v>-0.66759999999999997</c:v>
                </c:pt>
                <c:pt idx="19">
                  <c:v>-0.6</c:v>
                </c:pt>
                <c:pt idx="20">
                  <c:v>-0.5323</c:v>
                </c:pt>
                <c:pt idx="21">
                  <c:v>-0.4647</c:v>
                </c:pt>
                <c:pt idx="22">
                  <c:v>-0.39710000000000001</c:v>
                </c:pt>
                <c:pt idx="23">
                  <c:v>-0.32950000000000002</c:v>
                </c:pt>
                <c:pt idx="24">
                  <c:v>-0.26190000000000002</c:v>
                </c:pt>
                <c:pt idx="25">
                  <c:v>-0.1943</c:v>
                </c:pt>
                <c:pt idx="26">
                  <c:v>-0.12670000000000001</c:v>
                </c:pt>
                <c:pt idx="27">
                  <c:v>-5.91E-2</c:v>
                </c:pt>
                <c:pt idx="28">
                  <c:v>8.5000000000000006E-3</c:v>
                </c:pt>
                <c:pt idx="29">
                  <c:v>7.6100000000000001E-2</c:v>
                </c:pt>
                <c:pt idx="30">
                  <c:v>0.14369999999999999</c:v>
                </c:pt>
                <c:pt idx="31">
                  <c:v>0.2114</c:v>
                </c:pt>
                <c:pt idx="32">
                  <c:v>0.27900000000000003</c:v>
                </c:pt>
                <c:pt idx="33">
                  <c:v>0.34660000000000002</c:v>
                </c:pt>
                <c:pt idx="34">
                  <c:v>0.41420000000000001</c:v>
                </c:pt>
                <c:pt idx="35">
                  <c:v>0.48180000000000001</c:v>
                </c:pt>
                <c:pt idx="36">
                  <c:v>0.5494</c:v>
                </c:pt>
                <c:pt idx="37">
                  <c:v>0.61699999999999999</c:v>
                </c:pt>
                <c:pt idx="38">
                  <c:v>0.68459999999999999</c:v>
                </c:pt>
                <c:pt idx="39">
                  <c:v>0.75219999999999998</c:v>
                </c:pt>
                <c:pt idx="40">
                  <c:v>0.81979999999999997</c:v>
                </c:pt>
                <c:pt idx="41">
                  <c:v>0.88749999999999996</c:v>
                </c:pt>
                <c:pt idx="42">
                  <c:v>0.95509999999999995</c:v>
                </c:pt>
                <c:pt idx="43">
                  <c:v>1.0226999999999999</c:v>
                </c:pt>
                <c:pt idx="44">
                  <c:v>1.0903</c:v>
                </c:pt>
                <c:pt idx="45">
                  <c:v>1.1578999999999999</c:v>
                </c:pt>
                <c:pt idx="46">
                  <c:v>1.2255</c:v>
                </c:pt>
                <c:pt idx="47">
                  <c:v>1.2930999999999999</c:v>
                </c:pt>
                <c:pt idx="48">
                  <c:v>1.3607</c:v>
                </c:pt>
                <c:pt idx="49">
                  <c:v>1.4282999999999999</c:v>
                </c:pt>
                <c:pt idx="50">
                  <c:v>1.4959</c:v>
                </c:pt>
                <c:pt idx="51">
                  <c:v>1.5634999999999999</c:v>
                </c:pt>
                <c:pt idx="52">
                  <c:v>1.6312</c:v>
                </c:pt>
                <c:pt idx="53">
                  <c:v>1.6988000000000001</c:v>
                </c:pt>
                <c:pt idx="54">
                  <c:v>1.7664</c:v>
                </c:pt>
                <c:pt idx="55">
                  <c:v>1.8340000000000001</c:v>
                </c:pt>
                <c:pt idx="56">
                  <c:v>1.9016</c:v>
                </c:pt>
                <c:pt idx="57">
                  <c:v>1.9692000000000001</c:v>
                </c:pt>
                <c:pt idx="58">
                  <c:v>2.0367999999999999</c:v>
                </c:pt>
                <c:pt idx="59">
                  <c:v>2.1044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904-C34D-95A2-E61298B309A6}"/>
            </c:ext>
          </c:extLst>
        </c:ser>
        <c:ser>
          <c:idx val="2"/>
          <c:order val="2"/>
          <c:tx>
            <c:strRef>
              <c:f>Sheet1!$B$125</c:f>
              <c:strCache>
                <c:ptCount val="1"/>
                <c:pt idx="0">
                  <c:v>training data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Sheet1!$A$126:$A$185</c:f>
              <c:numCache>
                <c:formatCode>General</c:formatCode>
                <c:ptCount val="60"/>
                <c:pt idx="0">
                  <c:v>-0.82869999999999999</c:v>
                </c:pt>
                <c:pt idx="1">
                  <c:v>-0.81169999999999998</c:v>
                </c:pt>
                <c:pt idx="2">
                  <c:v>-0.77270000000000005</c:v>
                </c:pt>
                <c:pt idx="3">
                  <c:v>-0.68049999999999999</c:v>
                </c:pt>
                <c:pt idx="4">
                  <c:v>-0.52639999999999998</c:v>
                </c:pt>
                <c:pt idx="5">
                  <c:v>-0.2175</c:v>
                </c:pt>
                <c:pt idx="6">
                  <c:v>-0.13869999999999999</c:v>
                </c:pt>
                <c:pt idx="7">
                  <c:v>-0.13370000000000001</c:v>
                </c:pt>
                <c:pt idx="8">
                  <c:v>-4.19E-2</c:v>
                </c:pt>
                <c:pt idx="9">
                  <c:v>3.3500000000000002E-2</c:v>
                </c:pt>
                <c:pt idx="10">
                  <c:v>0.1643</c:v>
                </c:pt>
                <c:pt idx="11">
                  <c:v>0.1736</c:v>
                </c:pt>
                <c:pt idx="12">
                  <c:v>0.46920000000000001</c:v>
                </c:pt>
                <c:pt idx="13">
                  <c:v>0.60250000000000004</c:v>
                </c:pt>
                <c:pt idx="14">
                  <c:v>0.60250000000000004</c:v>
                </c:pt>
                <c:pt idx="15">
                  <c:v>0.60250000000000004</c:v>
                </c:pt>
                <c:pt idx="16">
                  <c:v>0.60250000000000004</c:v>
                </c:pt>
                <c:pt idx="17">
                  <c:v>0.60250000000000004</c:v>
                </c:pt>
                <c:pt idx="18">
                  <c:v>0.60250000000000004</c:v>
                </c:pt>
                <c:pt idx="19">
                  <c:v>0.60250000000000004</c:v>
                </c:pt>
                <c:pt idx="20">
                  <c:v>0.60250000000000004</c:v>
                </c:pt>
                <c:pt idx="21">
                  <c:v>0.60250000000000004</c:v>
                </c:pt>
                <c:pt idx="22">
                  <c:v>0.60250000000000004</c:v>
                </c:pt>
                <c:pt idx="23">
                  <c:v>0.60250000000000004</c:v>
                </c:pt>
                <c:pt idx="24">
                  <c:v>0.60250000000000004</c:v>
                </c:pt>
                <c:pt idx="25">
                  <c:v>0.60250000000000004</c:v>
                </c:pt>
                <c:pt idx="26">
                  <c:v>0.60250000000000004</c:v>
                </c:pt>
                <c:pt idx="27">
                  <c:v>0.60250000000000004</c:v>
                </c:pt>
                <c:pt idx="28">
                  <c:v>0.60250000000000004</c:v>
                </c:pt>
                <c:pt idx="29">
                  <c:v>0.60250000000000004</c:v>
                </c:pt>
                <c:pt idx="30">
                  <c:v>0.60250000000000004</c:v>
                </c:pt>
                <c:pt idx="31">
                  <c:v>0.60250000000000004</c:v>
                </c:pt>
                <c:pt idx="32">
                  <c:v>0.60250000000000004</c:v>
                </c:pt>
                <c:pt idx="33">
                  <c:v>0.60250000000000004</c:v>
                </c:pt>
                <c:pt idx="34">
                  <c:v>0.60250000000000004</c:v>
                </c:pt>
                <c:pt idx="35">
                  <c:v>0.60250000000000004</c:v>
                </c:pt>
                <c:pt idx="36">
                  <c:v>0.60250000000000004</c:v>
                </c:pt>
                <c:pt idx="37">
                  <c:v>0.60250000000000004</c:v>
                </c:pt>
                <c:pt idx="38">
                  <c:v>0.60250000000000004</c:v>
                </c:pt>
                <c:pt idx="39">
                  <c:v>0.60250000000000004</c:v>
                </c:pt>
                <c:pt idx="40">
                  <c:v>0.60250000000000004</c:v>
                </c:pt>
                <c:pt idx="41">
                  <c:v>0.60250000000000004</c:v>
                </c:pt>
                <c:pt idx="42">
                  <c:v>0.60250000000000004</c:v>
                </c:pt>
                <c:pt idx="43">
                  <c:v>0.60250000000000004</c:v>
                </c:pt>
                <c:pt idx="44">
                  <c:v>0.60250000000000004</c:v>
                </c:pt>
                <c:pt idx="45">
                  <c:v>0.60250000000000004</c:v>
                </c:pt>
                <c:pt idx="46">
                  <c:v>0.60250000000000004</c:v>
                </c:pt>
                <c:pt idx="47">
                  <c:v>0.60250000000000004</c:v>
                </c:pt>
                <c:pt idx="48">
                  <c:v>0.60250000000000004</c:v>
                </c:pt>
                <c:pt idx="49">
                  <c:v>0.60250000000000004</c:v>
                </c:pt>
                <c:pt idx="50">
                  <c:v>0.60250000000000004</c:v>
                </c:pt>
                <c:pt idx="51">
                  <c:v>0.60250000000000004</c:v>
                </c:pt>
                <c:pt idx="52">
                  <c:v>0.60250000000000004</c:v>
                </c:pt>
                <c:pt idx="53">
                  <c:v>0.60250000000000004</c:v>
                </c:pt>
                <c:pt idx="54">
                  <c:v>0.60250000000000004</c:v>
                </c:pt>
                <c:pt idx="55">
                  <c:v>0.60250000000000004</c:v>
                </c:pt>
                <c:pt idx="56">
                  <c:v>0.60250000000000004</c:v>
                </c:pt>
                <c:pt idx="57">
                  <c:v>0.60250000000000004</c:v>
                </c:pt>
                <c:pt idx="58">
                  <c:v>0.60250000000000004</c:v>
                </c:pt>
                <c:pt idx="59">
                  <c:v>0.60250000000000004</c:v>
                </c:pt>
              </c:numCache>
            </c:numRef>
          </c:xVal>
          <c:yVal>
            <c:numRef>
              <c:f>Sheet1!$B$126:$B$185</c:f>
              <c:numCache>
                <c:formatCode>General</c:formatCode>
                <c:ptCount val="60"/>
                <c:pt idx="0">
                  <c:v>-1.3937999999999999</c:v>
                </c:pt>
                <c:pt idx="1">
                  <c:v>-1.2841</c:v>
                </c:pt>
                <c:pt idx="2">
                  <c:v>-1.1436999999999999</c:v>
                </c:pt>
                <c:pt idx="3">
                  <c:v>-1.2791999999999999</c:v>
                </c:pt>
                <c:pt idx="4">
                  <c:v>-0.96489999999999998</c:v>
                </c:pt>
                <c:pt idx="5">
                  <c:v>-0.61080000000000001</c:v>
                </c:pt>
                <c:pt idx="6">
                  <c:v>-0.37109999999999999</c:v>
                </c:pt>
                <c:pt idx="7">
                  <c:v>-8.4099999999999994E-2</c:v>
                </c:pt>
                <c:pt idx="8">
                  <c:v>-1.6899999999999998E-2</c:v>
                </c:pt>
                <c:pt idx="9">
                  <c:v>1E-3</c:v>
                </c:pt>
                <c:pt idx="10">
                  <c:v>0.4088</c:v>
                </c:pt>
                <c:pt idx="11">
                  <c:v>0.56269999999999998</c:v>
                </c:pt>
                <c:pt idx="12">
                  <c:v>1.4152</c:v>
                </c:pt>
                <c:pt idx="13">
                  <c:v>1.1546000000000001</c:v>
                </c:pt>
                <c:pt idx="14">
                  <c:v>1.1546000000000001</c:v>
                </c:pt>
                <c:pt idx="15">
                  <c:v>1.1546000000000001</c:v>
                </c:pt>
                <c:pt idx="16">
                  <c:v>1.1546000000000001</c:v>
                </c:pt>
                <c:pt idx="17">
                  <c:v>1.1546000000000001</c:v>
                </c:pt>
                <c:pt idx="18">
                  <c:v>1.1546000000000001</c:v>
                </c:pt>
                <c:pt idx="19">
                  <c:v>1.1546000000000001</c:v>
                </c:pt>
                <c:pt idx="20">
                  <c:v>1.1546000000000001</c:v>
                </c:pt>
                <c:pt idx="21">
                  <c:v>1.1546000000000001</c:v>
                </c:pt>
                <c:pt idx="22">
                  <c:v>1.1546000000000001</c:v>
                </c:pt>
                <c:pt idx="23">
                  <c:v>1.1546000000000001</c:v>
                </c:pt>
                <c:pt idx="24">
                  <c:v>1.1546000000000001</c:v>
                </c:pt>
                <c:pt idx="25">
                  <c:v>1.1546000000000001</c:v>
                </c:pt>
                <c:pt idx="26">
                  <c:v>1.1546000000000001</c:v>
                </c:pt>
                <c:pt idx="27">
                  <c:v>1.1546000000000001</c:v>
                </c:pt>
                <c:pt idx="28">
                  <c:v>1.1546000000000001</c:v>
                </c:pt>
                <c:pt idx="29">
                  <c:v>1.1546000000000001</c:v>
                </c:pt>
                <c:pt idx="30">
                  <c:v>1.1546000000000001</c:v>
                </c:pt>
                <c:pt idx="31">
                  <c:v>1.1546000000000001</c:v>
                </c:pt>
                <c:pt idx="32">
                  <c:v>1.1546000000000001</c:v>
                </c:pt>
                <c:pt idx="33">
                  <c:v>1.1546000000000001</c:v>
                </c:pt>
                <c:pt idx="34">
                  <c:v>1.1546000000000001</c:v>
                </c:pt>
                <c:pt idx="35">
                  <c:v>1.1546000000000001</c:v>
                </c:pt>
                <c:pt idx="36">
                  <c:v>1.1546000000000001</c:v>
                </c:pt>
                <c:pt idx="37">
                  <c:v>1.1546000000000001</c:v>
                </c:pt>
                <c:pt idx="38">
                  <c:v>1.1546000000000001</c:v>
                </c:pt>
                <c:pt idx="39">
                  <c:v>1.1546000000000001</c:v>
                </c:pt>
                <c:pt idx="40">
                  <c:v>1.1546000000000001</c:v>
                </c:pt>
                <c:pt idx="41">
                  <c:v>1.1546000000000001</c:v>
                </c:pt>
                <c:pt idx="42">
                  <c:v>1.1546000000000001</c:v>
                </c:pt>
                <c:pt idx="43">
                  <c:v>1.1546000000000001</c:v>
                </c:pt>
                <c:pt idx="44">
                  <c:v>1.1546000000000001</c:v>
                </c:pt>
                <c:pt idx="45">
                  <c:v>1.1546000000000001</c:v>
                </c:pt>
                <c:pt idx="46">
                  <c:v>1.1546000000000001</c:v>
                </c:pt>
                <c:pt idx="47">
                  <c:v>1.1546000000000001</c:v>
                </c:pt>
                <c:pt idx="48">
                  <c:v>1.1546000000000001</c:v>
                </c:pt>
                <c:pt idx="49">
                  <c:v>1.1546000000000001</c:v>
                </c:pt>
                <c:pt idx="50">
                  <c:v>1.1546000000000001</c:v>
                </c:pt>
                <c:pt idx="51">
                  <c:v>1.1546000000000001</c:v>
                </c:pt>
                <c:pt idx="52">
                  <c:v>1.1546000000000001</c:v>
                </c:pt>
                <c:pt idx="53">
                  <c:v>1.1546000000000001</c:v>
                </c:pt>
                <c:pt idx="54">
                  <c:v>1.1546000000000001</c:v>
                </c:pt>
                <c:pt idx="55">
                  <c:v>1.1546000000000001</c:v>
                </c:pt>
                <c:pt idx="56">
                  <c:v>1.1546000000000001</c:v>
                </c:pt>
                <c:pt idx="57">
                  <c:v>1.1546000000000001</c:v>
                </c:pt>
                <c:pt idx="58">
                  <c:v>1.1546000000000001</c:v>
                </c:pt>
                <c:pt idx="59">
                  <c:v>1.1546000000000001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904-C34D-95A2-E61298B30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2.4"/>
          <c:min val="-2.4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truth</c:v>
                </c:pt>
              </c:strCache>
            </c:strRef>
          </c:tx>
          <c:spPr>
            <a:ln w="22225">
              <a:solidFill>
                <a:srgbClr val="D9DCE3"/>
              </a:solidFill>
              <a:prstDash val="sysDash"/>
            </a:ln>
          </c:spPr>
          <c:marker>
            <c:symbol val="none"/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-1.05</c:v>
                </c:pt>
                <c:pt idx="1">
                  <c:v>-1.0144</c:v>
                </c:pt>
                <c:pt idx="2">
                  <c:v>-0.9788</c:v>
                </c:pt>
                <c:pt idx="3">
                  <c:v>-0.94320000000000004</c:v>
                </c:pt>
                <c:pt idx="4">
                  <c:v>-0.90759999999999996</c:v>
                </c:pt>
                <c:pt idx="5">
                  <c:v>-0.872</c:v>
                </c:pt>
                <c:pt idx="6">
                  <c:v>-0.83640000000000003</c:v>
                </c:pt>
                <c:pt idx="7">
                  <c:v>-0.80079999999999996</c:v>
                </c:pt>
                <c:pt idx="8">
                  <c:v>-0.76529999999999998</c:v>
                </c:pt>
                <c:pt idx="9">
                  <c:v>-0.72970000000000002</c:v>
                </c:pt>
                <c:pt idx="10">
                  <c:v>-0.69410000000000005</c:v>
                </c:pt>
                <c:pt idx="11">
                  <c:v>-0.65849999999999997</c:v>
                </c:pt>
                <c:pt idx="12">
                  <c:v>-0.62290000000000001</c:v>
                </c:pt>
                <c:pt idx="13">
                  <c:v>-0.58730000000000004</c:v>
                </c:pt>
                <c:pt idx="14">
                  <c:v>-0.55169999999999997</c:v>
                </c:pt>
                <c:pt idx="15">
                  <c:v>-0.5161</c:v>
                </c:pt>
                <c:pt idx="16">
                  <c:v>-0.48049999999999998</c:v>
                </c:pt>
                <c:pt idx="17">
                  <c:v>-0.44490000000000002</c:v>
                </c:pt>
                <c:pt idx="18">
                  <c:v>-0.4093</c:v>
                </c:pt>
                <c:pt idx="19">
                  <c:v>-0.37369999999999998</c:v>
                </c:pt>
                <c:pt idx="20">
                  <c:v>-0.33810000000000001</c:v>
                </c:pt>
                <c:pt idx="21">
                  <c:v>-0.30249999999999999</c:v>
                </c:pt>
                <c:pt idx="22">
                  <c:v>-0.26690000000000003</c:v>
                </c:pt>
                <c:pt idx="23">
                  <c:v>-0.23139999999999999</c:v>
                </c:pt>
                <c:pt idx="24">
                  <c:v>-0.1958</c:v>
                </c:pt>
                <c:pt idx="25">
                  <c:v>-0.16020000000000001</c:v>
                </c:pt>
                <c:pt idx="26">
                  <c:v>-0.1246</c:v>
                </c:pt>
                <c:pt idx="27">
                  <c:v>-8.8999999999999996E-2</c:v>
                </c:pt>
                <c:pt idx="28">
                  <c:v>-5.3400000000000003E-2</c:v>
                </c:pt>
                <c:pt idx="29">
                  <c:v>-1.78E-2</c:v>
                </c:pt>
                <c:pt idx="30">
                  <c:v>1.78E-2</c:v>
                </c:pt>
                <c:pt idx="31">
                  <c:v>5.3400000000000003E-2</c:v>
                </c:pt>
                <c:pt idx="32">
                  <c:v>8.8999999999999996E-2</c:v>
                </c:pt>
                <c:pt idx="33">
                  <c:v>0.1246</c:v>
                </c:pt>
                <c:pt idx="34">
                  <c:v>0.16020000000000001</c:v>
                </c:pt>
                <c:pt idx="35">
                  <c:v>0.1958</c:v>
                </c:pt>
                <c:pt idx="36">
                  <c:v>0.23139999999999999</c:v>
                </c:pt>
                <c:pt idx="37">
                  <c:v>0.26690000000000003</c:v>
                </c:pt>
                <c:pt idx="38">
                  <c:v>0.30249999999999999</c:v>
                </c:pt>
                <c:pt idx="39">
                  <c:v>0.33810000000000001</c:v>
                </c:pt>
                <c:pt idx="40">
                  <c:v>0.37369999999999998</c:v>
                </c:pt>
                <c:pt idx="41">
                  <c:v>0.4093</c:v>
                </c:pt>
                <c:pt idx="42">
                  <c:v>0.44490000000000002</c:v>
                </c:pt>
                <c:pt idx="43">
                  <c:v>0.48049999999999998</c:v>
                </c:pt>
                <c:pt idx="44">
                  <c:v>0.5161</c:v>
                </c:pt>
                <c:pt idx="45">
                  <c:v>0.55169999999999997</c:v>
                </c:pt>
                <c:pt idx="46">
                  <c:v>0.58730000000000004</c:v>
                </c:pt>
                <c:pt idx="47">
                  <c:v>0.62290000000000001</c:v>
                </c:pt>
                <c:pt idx="48">
                  <c:v>0.65849999999999997</c:v>
                </c:pt>
                <c:pt idx="49">
                  <c:v>0.69410000000000005</c:v>
                </c:pt>
                <c:pt idx="50">
                  <c:v>0.72970000000000002</c:v>
                </c:pt>
                <c:pt idx="51">
                  <c:v>0.76529999999999998</c:v>
                </c:pt>
                <c:pt idx="52">
                  <c:v>0.80079999999999996</c:v>
                </c:pt>
                <c:pt idx="53">
                  <c:v>0.83640000000000003</c:v>
                </c:pt>
                <c:pt idx="54">
                  <c:v>0.872</c:v>
                </c:pt>
                <c:pt idx="55">
                  <c:v>0.90759999999999996</c:v>
                </c:pt>
                <c:pt idx="56">
                  <c:v>0.94320000000000004</c:v>
                </c:pt>
                <c:pt idx="57">
                  <c:v>0.9788</c:v>
                </c:pt>
                <c:pt idx="58">
                  <c:v>1.0144</c:v>
                </c:pt>
                <c:pt idx="59">
                  <c:v>1.05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-0.94979999999999998</c:v>
                </c:pt>
                <c:pt idx="1">
                  <c:v>-1.0045999999999999</c:v>
                </c:pt>
                <c:pt idx="2">
                  <c:v>-1.0547</c:v>
                </c:pt>
                <c:pt idx="3">
                  <c:v>-1.0994999999999999</c:v>
                </c:pt>
                <c:pt idx="4">
                  <c:v>-1.1387</c:v>
                </c:pt>
                <c:pt idx="5">
                  <c:v>-1.1719999999999999</c:v>
                </c:pt>
                <c:pt idx="6">
                  <c:v>-1.1989000000000001</c:v>
                </c:pt>
                <c:pt idx="7">
                  <c:v>-1.2192000000000001</c:v>
                </c:pt>
                <c:pt idx="8">
                  <c:v>-1.2326999999999999</c:v>
                </c:pt>
                <c:pt idx="9">
                  <c:v>-1.2392000000000001</c:v>
                </c:pt>
                <c:pt idx="10">
                  <c:v>-1.2383999999999999</c:v>
                </c:pt>
                <c:pt idx="11">
                  <c:v>-1.2303999999999999</c:v>
                </c:pt>
                <c:pt idx="12">
                  <c:v>-1.2151000000000001</c:v>
                </c:pt>
                <c:pt idx="13">
                  <c:v>-1.1926000000000001</c:v>
                </c:pt>
                <c:pt idx="14">
                  <c:v>-1.1628000000000001</c:v>
                </c:pt>
                <c:pt idx="15">
                  <c:v>-1.1259999999999999</c:v>
                </c:pt>
                <c:pt idx="16">
                  <c:v>-1.0823</c:v>
                </c:pt>
                <c:pt idx="17">
                  <c:v>-1.0319</c:v>
                </c:pt>
                <c:pt idx="18">
                  <c:v>-0.97509999999999997</c:v>
                </c:pt>
                <c:pt idx="19">
                  <c:v>-0.91220000000000001</c:v>
                </c:pt>
                <c:pt idx="20">
                  <c:v>-0.84370000000000001</c:v>
                </c:pt>
                <c:pt idx="21">
                  <c:v>-0.76980000000000004</c:v>
                </c:pt>
                <c:pt idx="22">
                  <c:v>-0.69120000000000004</c:v>
                </c:pt>
                <c:pt idx="23">
                  <c:v>-0.60809999999999997</c:v>
                </c:pt>
                <c:pt idx="24">
                  <c:v>-0.52129999999999999</c:v>
                </c:pt>
                <c:pt idx="25">
                  <c:v>-0.43109999999999998</c:v>
                </c:pt>
                <c:pt idx="26">
                  <c:v>-0.3382</c:v>
                </c:pt>
                <c:pt idx="27">
                  <c:v>-0.24310000000000001</c:v>
                </c:pt>
                <c:pt idx="28">
                  <c:v>-0.14649999999999999</c:v>
                </c:pt>
                <c:pt idx="29">
                  <c:v>-4.8899999999999999E-2</c:v>
                </c:pt>
                <c:pt idx="30">
                  <c:v>4.8899999999999999E-2</c:v>
                </c:pt>
                <c:pt idx="31">
                  <c:v>0.14649999999999999</c:v>
                </c:pt>
                <c:pt idx="32">
                  <c:v>0.24310000000000001</c:v>
                </c:pt>
                <c:pt idx="33">
                  <c:v>0.3382</c:v>
                </c:pt>
                <c:pt idx="34">
                  <c:v>0.43109999999999998</c:v>
                </c:pt>
                <c:pt idx="35">
                  <c:v>0.52129999999999999</c:v>
                </c:pt>
                <c:pt idx="36">
                  <c:v>0.60809999999999997</c:v>
                </c:pt>
                <c:pt idx="37">
                  <c:v>0.69120000000000004</c:v>
                </c:pt>
                <c:pt idx="38">
                  <c:v>0.76980000000000004</c:v>
                </c:pt>
                <c:pt idx="39">
                  <c:v>0.84370000000000001</c:v>
                </c:pt>
                <c:pt idx="40">
                  <c:v>0.91220000000000001</c:v>
                </c:pt>
                <c:pt idx="41">
                  <c:v>0.97509999999999997</c:v>
                </c:pt>
                <c:pt idx="42">
                  <c:v>1.0319</c:v>
                </c:pt>
                <c:pt idx="43">
                  <c:v>1.0823</c:v>
                </c:pt>
                <c:pt idx="44">
                  <c:v>1.1259999999999999</c:v>
                </c:pt>
                <c:pt idx="45">
                  <c:v>1.1628000000000001</c:v>
                </c:pt>
                <c:pt idx="46">
                  <c:v>1.1926000000000001</c:v>
                </c:pt>
                <c:pt idx="47">
                  <c:v>1.2151000000000001</c:v>
                </c:pt>
                <c:pt idx="48">
                  <c:v>1.2303999999999999</c:v>
                </c:pt>
                <c:pt idx="49">
                  <c:v>1.2383999999999999</c:v>
                </c:pt>
                <c:pt idx="50">
                  <c:v>1.2392000000000001</c:v>
                </c:pt>
                <c:pt idx="51">
                  <c:v>1.2326999999999999</c:v>
                </c:pt>
                <c:pt idx="52">
                  <c:v>1.2192000000000001</c:v>
                </c:pt>
                <c:pt idx="53">
                  <c:v>1.1989000000000001</c:v>
                </c:pt>
                <c:pt idx="54">
                  <c:v>1.1719999999999999</c:v>
                </c:pt>
                <c:pt idx="55">
                  <c:v>1.1387</c:v>
                </c:pt>
                <c:pt idx="56">
                  <c:v>1.0994999999999999</c:v>
                </c:pt>
                <c:pt idx="57">
                  <c:v>1.0547</c:v>
                </c:pt>
                <c:pt idx="58">
                  <c:v>1.0045999999999999</c:v>
                </c:pt>
                <c:pt idx="59">
                  <c:v>0.94979999999999998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CF-814E-837A-BF54181CA2EE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model</c:v>
                </c:pt>
              </c:strCache>
            </c:strRef>
          </c:tx>
          <c:spPr>
            <a:ln w="3048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-1.05</c:v>
                </c:pt>
                <c:pt idx="1">
                  <c:v>-1.0144</c:v>
                </c:pt>
                <c:pt idx="2">
                  <c:v>-0.9788</c:v>
                </c:pt>
                <c:pt idx="3">
                  <c:v>-0.94320000000000004</c:v>
                </c:pt>
                <c:pt idx="4">
                  <c:v>-0.90759999999999996</c:v>
                </c:pt>
                <c:pt idx="5">
                  <c:v>-0.872</c:v>
                </c:pt>
                <c:pt idx="6">
                  <c:v>-0.83640000000000003</c:v>
                </c:pt>
                <c:pt idx="7">
                  <c:v>-0.80079999999999996</c:v>
                </c:pt>
                <c:pt idx="8">
                  <c:v>-0.76529999999999998</c:v>
                </c:pt>
                <c:pt idx="9">
                  <c:v>-0.72970000000000002</c:v>
                </c:pt>
                <c:pt idx="10">
                  <c:v>-0.69410000000000005</c:v>
                </c:pt>
                <c:pt idx="11">
                  <c:v>-0.65849999999999997</c:v>
                </c:pt>
                <c:pt idx="12">
                  <c:v>-0.62290000000000001</c:v>
                </c:pt>
                <c:pt idx="13">
                  <c:v>-0.58730000000000004</c:v>
                </c:pt>
                <c:pt idx="14">
                  <c:v>-0.55169999999999997</c:v>
                </c:pt>
                <c:pt idx="15">
                  <c:v>-0.5161</c:v>
                </c:pt>
                <c:pt idx="16">
                  <c:v>-0.48049999999999998</c:v>
                </c:pt>
                <c:pt idx="17">
                  <c:v>-0.44490000000000002</c:v>
                </c:pt>
                <c:pt idx="18">
                  <c:v>-0.4093</c:v>
                </c:pt>
                <c:pt idx="19">
                  <c:v>-0.37369999999999998</c:v>
                </c:pt>
                <c:pt idx="20">
                  <c:v>-0.33810000000000001</c:v>
                </c:pt>
                <c:pt idx="21">
                  <c:v>-0.30249999999999999</c:v>
                </c:pt>
                <c:pt idx="22">
                  <c:v>-0.26690000000000003</c:v>
                </c:pt>
                <c:pt idx="23">
                  <c:v>-0.23139999999999999</c:v>
                </c:pt>
                <c:pt idx="24">
                  <c:v>-0.1958</c:v>
                </c:pt>
                <c:pt idx="25">
                  <c:v>-0.16020000000000001</c:v>
                </c:pt>
                <c:pt idx="26">
                  <c:v>-0.1246</c:v>
                </c:pt>
                <c:pt idx="27">
                  <c:v>-8.8999999999999996E-2</c:v>
                </c:pt>
                <c:pt idx="28">
                  <c:v>-5.3400000000000003E-2</c:v>
                </c:pt>
                <c:pt idx="29">
                  <c:v>-1.78E-2</c:v>
                </c:pt>
                <c:pt idx="30">
                  <c:v>1.78E-2</c:v>
                </c:pt>
                <c:pt idx="31">
                  <c:v>5.3400000000000003E-2</c:v>
                </c:pt>
                <c:pt idx="32">
                  <c:v>8.8999999999999996E-2</c:v>
                </c:pt>
                <c:pt idx="33">
                  <c:v>0.1246</c:v>
                </c:pt>
                <c:pt idx="34">
                  <c:v>0.16020000000000001</c:v>
                </c:pt>
                <c:pt idx="35">
                  <c:v>0.1958</c:v>
                </c:pt>
                <c:pt idx="36">
                  <c:v>0.23139999999999999</c:v>
                </c:pt>
                <c:pt idx="37">
                  <c:v>0.26690000000000003</c:v>
                </c:pt>
                <c:pt idx="38">
                  <c:v>0.30249999999999999</c:v>
                </c:pt>
                <c:pt idx="39">
                  <c:v>0.33810000000000001</c:v>
                </c:pt>
                <c:pt idx="40">
                  <c:v>0.37369999999999998</c:v>
                </c:pt>
                <c:pt idx="41">
                  <c:v>0.4093</c:v>
                </c:pt>
                <c:pt idx="42">
                  <c:v>0.44490000000000002</c:v>
                </c:pt>
                <c:pt idx="43">
                  <c:v>0.48049999999999998</c:v>
                </c:pt>
                <c:pt idx="44">
                  <c:v>0.5161</c:v>
                </c:pt>
                <c:pt idx="45">
                  <c:v>0.55169999999999997</c:v>
                </c:pt>
                <c:pt idx="46">
                  <c:v>0.58730000000000004</c:v>
                </c:pt>
                <c:pt idx="47">
                  <c:v>0.62290000000000001</c:v>
                </c:pt>
                <c:pt idx="48">
                  <c:v>0.65849999999999997</c:v>
                </c:pt>
                <c:pt idx="49">
                  <c:v>0.69410000000000005</c:v>
                </c:pt>
                <c:pt idx="50">
                  <c:v>0.72970000000000002</c:v>
                </c:pt>
                <c:pt idx="51">
                  <c:v>0.76529999999999998</c:v>
                </c:pt>
                <c:pt idx="52">
                  <c:v>0.80079999999999996</c:v>
                </c:pt>
                <c:pt idx="53">
                  <c:v>0.83640000000000003</c:v>
                </c:pt>
                <c:pt idx="54">
                  <c:v>0.872</c:v>
                </c:pt>
                <c:pt idx="55">
                  <c:v>0.90759999999999996</c:v>
                </c:pt>
                <c:pt idx="56">
                  <c:v>0.94320000000000004</c:v>
                </c:pt>
                <c:pt idx="57">
                  <c:v>0.9788</c:v>
                </c:pt>
                <c:pt idx="58">
                  <c:v>1.0144</c:v>
                </c:pt>
                <c:pt idx="59">
                  <c:v>1.05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-1.0116000000000001</c:v>
                </c:pt>
                <c:pt idx="1">
                  <c:v>-1.0801000000000001</c:v>
                </c:pt>
                <c:pt idx="2">
                  <c:v>-1.1377999999999999</c:v>
                </c:pt>
                <c:pt idx="3">
                  <c:v>-1.1849000000000001</c:v>
                </c:pt>
                <c:pt idx="4">
                  <c:v>-1.2219</c:v>
                </c:pt>
                <c:pt idx="5">
                  <c:v>-1.2492000000000001</c:v>
                </c:pt>
                <c:pt idx="6">
                  <c:v>-1.2672000000000001</c:v>
                </c:pt>
                <c:pt idx="7">
                  <c:v>-1.2762</c:v>
                </c:pt>
                <c:pt idx="8">
                  <c:v>-1.2766</c:v>
                </c:pt>
                <c:pt idx="9">
                  <c:v>-1.2686999999999999</c:v>
                </c:pt>
                <c:pt idx="10">
                  <c:v>-1.2531000000000001</c:v>
                </c:pt>
                <c:pt idx="11">
                  <c:v>-1.23</c:v>
                </c:pt>
                <c:pt idx="12">
                  <c:v>-1.1999</c:v>
                </c:pt>
                <c:pt idx="13">
                  <c:v>-1.163</c:v>
                </c:pt>
                <c:pt idx="14">
                  <c:v>-1.1198999999999999</c:v>
                </c:pt>
                <c:pt idx="15">
                  <c:v>-1.0708</c:v>
                </c:pt>
                <c:pt idx="16">
                  <c:v>-1.0163</c:v>
                </c:pt>
                <c:pt idx="17">
                  <c:v>-0.95650000000000002</c:v>
                </c:pt>
                <c:pt idx="18">
                  <c:v>-0.89200000000000002</c:v>
                </c:pt>
                <c:pt idx="19">
                  <c:v>-0.82310000000000005</c:v>
                </c:pt>
                <c:pt idx="20">
                  <c:v>-0.75009999999999999</c:v>
                </c:pt>
                <c:pt idx="21">
                  <c:v>-0.67359999999999998</c:v>
                </c:pt>
                <c:pt idx="22">
                  <c:v>-0.59379999999999999</c:v>
                </c:pt>
                <c:pt idx="23">
                  <c:v>-0.5111</c:v>
                </c:pt>
                <c:pt idx="24">
                  <c:v>-0.4259</c:v>
                </c:pt>
                <c:pt idx="25">
                  <c:v>-0.33860000000000001</c:v>
                </c:pt>
                <c:pt idx="26">
                  <c:v>-0.24959999999999999</c:v>
                </c:pt>
                <c:pt idx="27">
                  <c:v>-0.1593</c:v>
                </c:pt>
                <c:pt idx="28">
                  <c:v>-6.7900000000000002E-2</c:v>
                </c:pt>
                <c:pt idx="29">
                  <c:v>2.4E-2</c:v>
                </c:pt>
                <c:pt idx="30">
                  <c:v>0.11609999999999999</c:v>
                </c:pt>
                <c:pt idx="31">
                  <c:v>0.20799999999999999</c:v>
                </c:pt>
                <c:pt idx="32">
                  <c:v>0.2994</c:v>
                </c:pt>
                <c:pt idx="33">
                  <c:v>0.38979999999999998</c:v>
                </c:pt>
                <c:pt idx="34">
                  <c:v>0.47889999999999999</c:v>
                </c:pt>
                <c:pt idx="35">
                  <c:v>0.56630000000000003</c:v>
                </c:pt>
                <c:pt idx="36">
                  <c:v>0.65159999999999996</c:v>
                </c:pt>
                <c:pt idx="37">
                  <c:v>0.73440000000000005</c:v>
                </c:pt>
                <c:pt idx="38">
                  <c:v>0.81440000000000001</c:v>
                </c:pt>
                <c:pt idx="39">
                  <c:v>0.89119999999999999</c:v>
                </c:pt>
                <c:pt idx="40">
                  <c:v>0.96430000000000005</c:v>
                </c:pt>
                <c:pt idx="41">
                  <c:v>1.0335000000000001</c:v>
                </c:pt>
                <c:pt idx="42">
                  <c:v>1.0983000000000001</c:v>
                </c:pt>
                <c:pt idx="43">
                  <c:v>1.1583000000000001</c:v>
                </c:pt>
                <c:pt idx="44">
                  <c:v>1.2133</c:v>
                </c:pt>
                <c:pt idx="45">
                  <c:v>1.2625999999999999</c:v>
                </c:pt>
                <c:pt idx="46">
                  <c:v>1.3061</c:v>
                </c:pt>
                <c:pt idx="47">
                  <c:v>1.3433999999999999</c:v>
                </c:pt>
                <c:pt idx="48">
                  <c:v>1.3738999999999999</c:v>
                </c:pt>
                <c:pt idx="49">
                  <c:v>1.3974</c:v>
                </c:pt>
                <c:pt idx="50">
                  <c:v>1.4135</c:v>
                </c:pt>
                <c:pt idx="51">
                  <c:v>1.4218</c:v>
                </c:pt>
                <c:pt idx="52">
                  <c:v>1.4218999999999999</c:v>
                </c:pt>
                <c:pt idx="53">
                  <c:v>1.4135</c:v>
                </c:pt>
                <c:pt idx="54">
                  <c:v>1.3960999999999999</c:v>
                </c:pt>
                <c:pt idx="55">
                  <c:v>1.3693</c:v>
                </c:pt>
                <c:pt idx="56">
                  <c:v>1.3329</c:v>
                </c:pt>
                <c:pt idx="57">
                  <c:v>1.2864</c:v>
                </c:pt>
                <c:pt idx="58">
                  <c:v>1.2294</c:v>
                </c:pt>
                <c:pt idx="59">
                  <c:v>1.1615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2CF-814E-837A-BF54181CA2EE}"/>
            </c:ext>
          </c:extLst>
        </c:ser>
        <c:ser>
          <c:idx val="2"/>
          <c:order val="2"/>
          <c:tx>
            <c:strRef>
              <c:f>Sheet1!$B$125</c:f>
              <c:strCache>
                <c:ptCount val="1"/>
                <c:pt idx="0">
                  <c:v>training data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Sheet1!$A$126:$A$185</c:f>
              <c:numCache>
                <c:formatCode>General</c:formatCode>
                <c:ptCount val="60"/>
                <c:pt idx="0">
                  <c:v>-0.82869999999999999</c:v>
                </c:pt>
                <c:pt idx="1">
                  <c:v>-0.81169999999999998</c:v>
                </c:pt>
                <c:pt idx="2">
                  <c:v>-0.77270000000000005</c:v>
                </c:pt>
                <c:pt idx="3">
                  <c:v>-0.68049999999999999</c:v>
                </c:pt>
                <c:pt idx="4">
                  <c:v>-0.52639999999999998</c:v>
                </c:pt>
                <c:pt idx="5">
                  <c:v>-0.2175</c:v>
                </c:pt>
                <c:pt idx="6">
                  <c:v>-0.13869999999999999</c:v>
                </c:pt>
                <c:pt idx="7">
                  <c:v>-0.13370000000000001</c:v>
                </c:pt>
                <c:pt idx="8">
                  <c:v>-4.19E-2</c:v>
                </c:pt>
                <c:pt idx="9">
                  <c:v>3.3500000000000002E-2</c:v>
                </c:pt>
                <c:pt idx="10">
                  <c:v>0.1643</c:v>
                </c:pt>
                <c:pt idx="11">
                  <c:v>0.1736</c:v>
                </c:pt>
                <c:pt idx="12">
                  <c:v>0.46920000000000001</c:v>
                </c:pt>
                <c:pt idx="13">
                  <c:v>0.60250000000000004</c:v>
                </c:pt>
                <c:pt idx="14">
                  <c:v>0.60250000000000004</c:v>
                </c:pt>
                <c:pt idx="15">
                  <c:v>0.60250000000000004</c:v>
                </c:pt>
                <c:pt idx="16">
                  <c:v>0.60250000000000004</c:v>
                </c:pt>
                <c:pt idx="17">
                  <c:v>0.60250000000000004</c:v>
                </c:pt>
                <c:pt idx="18">
                  <c:v>0.60250000000000004</c:v>
                </c:pt>
                <c:pt idx="19">
                  <c:v>0.60250000000000004</c:v>
                </c:pt>
                <c:pt idx="20">
                  <c:v>0.60250000000000004</c:v>
                </c:pt>
                <c:pt idx="21">
                  <c:v>0.60250000000000004</c:v>
                </c:pt>
                <c:pt idx="22">
                  <c:v>0.60250000000000004</c:v>
                </c:pt>
                <c:pt idx="23">
                  <c:v>0.60250000000000004</c:v>
                </c:pt>
                <c:pt idx="24">
                  <c:v>0.60250000000000004</c:v>
                </c:pt>
                <c:pt idx="25">
                  <c:v>0.60250000000000004</c:v>
                </c:pt>
                <c:pt idx="26">
                  <c:v>0.60250000000000004</c:v>
                </c:pt>
                <c:pt idx="27">
                  <c:v>0.60250000000000004</c:v>
                </c:pt>
                <c:pt idx="28">
                  <c:v>0.60250000000000004</c:v>
                </c:pt>
                <c:pt idx="29">
                  <c:v>0.60250000000000004</c:v>
                </c:pt>
                <c:pt idx="30">
                  <c:v>0.60250000000000004</c:v>
                </c:pt>
                <c:pt idx="31">
                  <c:v>0.60250000000000004</c:v>
                </c:pt>
                <c:pt idx="32">
                  <c:v>0.60250000000000004</c:v>
                </c:pt>
                <c:pt idx="33">
                  <c:v>0.60250000000000004</c:v>
                </c:pt>
                <c:pt idx="34">
                  <c:v>0.60250000000000004</c:v>
                </c:pt>
                <c:pt idx="35">
                  <c:v>0.60250000000000004</c:v>
                </c:pt>
                <c:pt idx="36">
                  <c:v>0.60250000000000004</c:v>
                </c:pt>
                <c:pt idx="37">
                  <c:v>0.60250000000000004</c:v>
                </c:pt>
                <c:pt idx="38">
                  <c:v>0.60250000000000004</c:v>
                </c:pt>
                <c:pt idx="39">
                  <c:v>0.60250000000000004</c:v>
                </c:pt>
                <c:pt idx="40">
                  <c:v>0.60250000000000004</c:v>
                </c:pt>
                <c:pt idx="41">
                  <c:v>0.60250000000000004</c:v>
                </c:pt>
                <c:pt idx="42">
                  <c:v>0.60250000000000004</c:v>
                </c:pt>
                <c:pt idx="43">
                  <c:v>0.60250000000000004</c:v>
                </c:pt>
                <c:pt idx="44">
                  <c:v>0.60250000000000004</c:v>
                </c:pt>
                <c:pt idx="45">
                  <c:v>0.60250000000000004</c:v>
                </c:pt>
                <c:pt idx="46">
                  <c:v>0.60250000000000004</c:v>
                </c:pt>
                <c:pt idx="47">
                  <c:v>0.60250000000000004</c:v>
                </c:pt>
                <c:pt idx="48">
                  <c:v>0.60250000000000004</c:v>
                </c:pt>
                <c:pt idx="49">
                  <c:v>0.60250000000000004</c:v>
                </c:pt>
                <c:pt idx="50">
                  <c:v>0.60250000000000004</c:v>
                </c:pt>
                <c:pt idx="51">
                  <c:v>0.60250000000000004</c:v>
                </c:pt>
                <c:pt idx="52">
                  <c:v>0.60250000000000004</c:v>
                </c:pt>
                <c:pt idx="53">
                  <c:v>0.60250000000000004</c:v>
                </c:pt>
                <c:pt idx="54">
                  <c:v>0.60250000000000004</c:v>
                </c:pt>
                <c:pt idx="55">
                  <c:v>0.60250000000000004</c:v>
                </c:pt>
                <c:pt idx="56">
                  <c:v>0.60250000000000004</c:v>
                </c:pt>
                <c:pt idx="57">
                  <c:v>0.60250000000000004</c:v>
                </c:pt>
                <c:pt idx="58">
                  <c:v>0.60250000000000004</c:v>
                </c:pt>
                <c:pt idx="59">
                  <c:v>0.60250000000000004</c:v>
                </c:pt>
              </c:numCache>
            </c:numRef>
          </c:xVal>
          <c:yVal>
            <c:numRef>
              <c:f>Sheet1!$B$126:$B$185</c:f>
              <c:numCache>
                <c:formatCode>General</c:formatCode>
                <c:ptCount val="60"/>
                <c:pt idx="0">
                  <c:v>-1.3937999999999999</c:v>
                </c:pt>
                <c:pt idx="1">
                  <c:v>-1.2841</c:v>
                </c:pt>
                <c:pt idx="2">
                  <c:v>-1.1436999999999999</c:v>
                </c:pt>
                <c:pt idx="3">
                  <c:v>-1.2791999999999999</c:v>
                </c:pt>
                <c:pt idx="4">
                  <c:v>-0.96489999999999998</c:v>
                </c:pt>
                <c:pt idx="5">
                  <c:v>-0.61080000000000001</c:v>
                </c:pt>
                <c:pt idx="6">
                  <c:v>-0.37109999999999999</c:v>
                </c:pt>
                <c:pt idx="7">
                  <c:v>-8.4099999999999994E-2</c:v>
                </c:pt>
                <c:pt idx="8">
                  <c:v>-1.6899999999999998E-2</c:v>
                </c:pt>
                <c:pt idx="9">
                  <c:v>1E-3</c:v>
                </c:pt>
                <c:pt idx="10">
                  <c:v>0.4088</c:v>
                </c:pt>
                <c:pt idx="11">
                  <c:v>0.56269999999999998</c:v>
                </c:pt>
                <c:pt idx="12">
                  <c:v>1.4152</c:v>
                </c:pt>
                <c:pt idx="13">
                  <c:v>1.1546000000000001</c:v>
                </c:pt>
                <c:pt idx="14">
                  <c:v>1.1546000000000001</c:v>
                </c:pt>
                <c:pt idx="15">
                  <c:v>1.1546000000000001</c:v>
                </c:pt>
                <c:pt idx="16">
                  <c:v>1.1546000000000001</c:v>
                </c:pt>
                <c:pt idx="17">
                  <c:v>1.1546000000000001</c:v>
                </c:pt>
                <c:pt idx="18">
                  <c:v>1.1546000000000001</c:v>
                </c:pt>
                <c:pt idx="19">
                  <c:v>1.1546000000000001</c:v>
                </c:pt>
                <c:pt idx="20">
                  <c:v>1.1546000000000001</c:v>
                </c:pt>
                <c:pt idx="21">
                  <c:v>1.1546000000000001</c:v>
                </c:pt>
                <c:pt idx="22">
                  <c:v>1.1546000000000001</c:v>
                </c:pt>
                <c:pt idx="23">
                  <c:v>1.1546000000000001</c:v>
                </c:pt>
                <c:pt idx="24">
                  <c:v>1.1546000000000001</c:v>
                </c:pt>
                <c:pt idx="25">
                  <c:v>1.1546000000000001</c:v>
                </c:pt>
                <c:pt idx="26">
                  <c:v>1.1546000000000001</c:v>
                </c:pt>
                <c:pt idx="27">
                  <c:v>1.1546000000000001</c:v>
                </c:pt>
                <c:pt idx="28">
                  <c:v>1.1546000000000001</c:v>
                </c:pt>
                <c:pt idx="29">
                  <c:v>1.1546000000000001</c:v>
                </c:pt>
                <c:pt idx="30">
                  <c:v>1.1546000000000001</c:v>
                </c:pt>
                <c:pt idx="31">
                  <c:v>1.1546000000000001</c:v>
                </c:pt>
                <c:pt idx="32">
                  <c:v>1.1546000000000001</c:v>
                </c:pt>
                <c:pt idx="33">
                  <c:v>1.1546000000000001</c:v>
                </c:pt>
                <c:pt idx="34">
                  <c:v>1.1546000000000001</c:v>
                </c:pt>
                <c:pt idx="35">
                  <c:v>1.1546000000000001</c:v>
                </c:pt>
                <c:pt idx="36">
                  <c:v>1.1546000000000001</c:v>
                </c:pt>
                <c:pt idx="37">
                  <c:v>1.1546000000000001</c:v>
                </c:pt>
                <c:pt idx="38">
                  <c:v>1.1546000000000001</c:v>
                </c:pt>
                <c:pt idx="39">
                  <c:v>1.1546000000000001</c:v>
                </c:pt>
                <c:pt idx="40">
                  <c:v>1.1546000000000001</c:v>
                </c:pt>
                <c:pt idx="41">
                  <c:v>1.1546000000000001</c:v>
                </c:pt>
                <c:pt idx="42">
                  <c:v>1.1546000000000001</c:v>
                </c:pt>
                <c:pt idx="43">
                  <c:v>1.1546000000000001</c:v>
                </c:pt>
                <c:pt idx="44">
                  <c:v>1.1546000000000001</c:v>
                </c:pt>
                <c:pt idx="45">
                  <c:v>1.1546000000000001</c:v>
                </c:pt>
                <c:pt idx="46">
                  <c:v>1.1546000000000001</c:v>
                </c:pt>
                <c:pt idx="47">
                  <c:v>1.1546000000000001</c:v>
                </c:pt>
                <c:pt idx="48">
                  <c:v>1.1546000000000001</c:v>
                </c:pt>
                <c:pt idx="49">
                  <c:v>1.1546000000000001</c:v>
                </c:pt>
                <c:pt idx="50">
                  <c:v>1.1546000000000001</c:v>
                </c:pt>
                <c:pt idx="51">
                  <c:v>1.1546000000000001</c:v>
                </c:pt>
                <c:pt idx="52">
                  <c:v>1.1546000000000001</c:v>
                </c:pt>
                <c:pt idx="53">
                  <c:v>1.1546000000000001</c:v>
                </c:pt>
                <c:pt idx="54">
                  <c:v>1.1546000000000001</c:v>
                </c:pt>
                <c:pt idx="55">
                  <c:v>1.1546000000000001</c:v>
                </c:pt>
                <c:pt idx="56">
                  <c:v>1.1546000000000001</c:v>
                </c:pt>
                <c:pt idx="57">
                  <c:v>1.1546000000000001</c:v>
                </c:pt>
                <c:pt idx="58">
                  <c:v>1.1546000000000001</c:v>
                </c:pt>
                <c:pt idx="59">
                  <c:v>1.1546000000000001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2CF-814E-837A-BF54181CA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2.4"/>
          <c:min val="-2.4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truth</c:v>
                </c:pt>
              </c:strCache>
            </c:strRef>
          </c:tx>
          <c:spPr>
            <a:ln w="22225">
              <a:solidFill>
                <a:srgbClr val="D9DCE3"/>
              </a:solidFill>
              <a:prstDash val="sysDash"/>
            </a:ln>
          </c:spPr>
          <c:marker>
            <c:symbol val="none"/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-1.05</c:v>
                </c:pt>
                <c:pt idx="1">
                  <c:v>-1.0144</c:v>
                </c:pt>
                <c:pt idx="2">
                  <c:v>-0.9788</c:v>
                </c:pt>
                <c:pt idx="3">
                  <c:v>-0.94320000000000004</c:v>
                </c:pt>
                <c:pt idx="4">
                  <c:v>-0.90759999999999996</c:v>
                </c:pt>
                <c:pt idx="5">
                  <c:v>-0.872</c:v>
                </c:pt>
                <c:pt idx="6">
                  <c:v>-0.83640000000000003</c:v>
                </c:pt>
                <c:pt idx="7">
                  <c:v>-0.80079999999999996</c:v>
                </c:pt>
                <c:pt idx="8">
                  <c:v>-0.76529999999999998</c:v>
                </c:pt>
                <c:pt idx="9">
                  <c:v>-0.72970000000000002</c:v>
                </c:pt>
                <c:pt idx="10">
                  <c:v>-0.69410000000000005</c:v>
                </c:pt>
                <c:pt idx="11">
                  <c:v>-0.65849999999999997</c:v>
                </c:pt>
                <c:pt idx="12">
                  <c:v>-0.62290000000000001</c:v>
                </c:pt>
                <c:pt idx="13">
                  <c:v>-0.58730000000000004</c:v>
                </c:pt>
                <c:pt idx="14">
                  <c:v>-0.55169999999999997</c:v>
                </c:pt>
                <c:pt idx="15">
                  <c:v>-0.5161</c:v>
                </c:pt>
                <c:pt idx="16">
                  <c:v>-0.48049999999999998</c:v>
                </c:pt>
                <c:pt idx="17">
                  <c:v>-0.44490000000000002</c:v>
                </c:pt>
                <c:pt idx="18">
                  <c:v>-0.4093</c:v>
                </c:pt>
                <c:pt idx="19">
                  <c:v>-0.37369999999999998</c:v>
                </c:pt>
                <c:pt idx="20">
                  <c:v>-0.33810000000000001</c:v>
                </c:pt>
                <c:pt idx="21">
                  <c:v>-0.30249999999999999</c:v>
                </c:pt>
                <c:pt idx="22">
                  <c:v>-0.26690000000000003</c:v>
                </c:pt>
                <c:pt idx="23">
                  <c:v>-0.23139999999999999</c:v>
                </c:pt>
                <c:pt idx="24">
                  <c:v>-0.1958</c:v>
                </c:pt>
                <c:pt idx="25">
                  <c:v>-0.16020000000000001</c:v>
                </c:pt>
                <c:pt idx="26">
                  <c:v>-0.1246</c:v>
                </c:pt>
                <c:pt idx="27">
                  <c:v>-8.8999999999999996E-2</c:v>
                </c:pt>
                <c:pt idx="28">
                  <c:v>-5.3400000000000003E-2</c:v>
                </c:pt>
                <c:pt idx="29">
                  <c:v>-1.78E-2</c:v>
                </c:pt>
                <c:pt idx="30">
                  <c:v>1.78E-2</c:v>
                </c:pt>
                <c:pt idx="31">
                  <c:v>5.3400000000000003E-2</c:v>
                </c:pt>
                <c:pt idx="32">
                  <c:v>8.8999999999999996E-2</c:v>
                </c:pt>
                <c:pt idx="33">
                  <c:v>0.1246</c:v>
                </c:pt>
                <c:pt idx="34">
                  <c:v>0.16020000000000001</c:v>
                </c:pt>
                <c:pt idx="35">
                  <c:v>0.1958</c:v>
                </c:pt>
                <c:pt idx="36">
                  <c:v>0.23139999999999999</c:v>
                </c:pt>
                <c:pt idx="37">
                  <c:v>0.26690000000000003</c:v>
                </c:pt>
                <c:pt idx="38">
                  <c:v>0.30249999999999999</c:v>
                </c:pt>
                <c:pt idx="39">
                  <c:v>0.33810000000000001</c:v>
                </c:pt>
                <c:pt idx="40">
                  <c:v>0.37369999999999998</c:v>
                </c:pt>
                <c:pt idx="41">
                  <c:v>0.4093</c:v>
                </c:pt>
                <c:pt idx="42">
                  <c:v>0.44490000000000002</c:v>
                </c:pt>
                <c:pt idx="43">
                  <c:v>0.48049999999999998</c:v>
                </c:pt>
                <c:pt idx="44">
                  <c:v>0.5161</c:v>
                </c:pt>
                <c:pt idx="45">
                  <c:v>0.55169999999999997</c:v>
                </c:pt>
                <c:pt idx="46">
                  <c:v>0.58730000000000004</c:v>
                </c:pt>
                <c:pt idx="47">
                  <c:v>0.62290000000000001</c:v>
                </c:pt>
                <c:pt idx="48">
                  <c:v>0.65849999999999997</c:v>
                </c:pt>
                <c:pt idx="49">
                  <c:v>0.69410000000000005</c:v>
                </c:pt>
                <c:pt idx="50">
                  <c:v>0.72970000000000002</c:v>
                </c:pt>
                <c:pt idx="51">
                  <c:v>0.76529999999999998</c:v>
                </c:pt>
                <c:pt idx="52">
                  <c:v>0.80079999999999996</c:v>
                </c:pt>
                <c:pt idx="53">
                  <c:v>0.83640000000000003</c:v>
                </c:pt>
                <c:pt idx="54">
                  <c:v>0.872</c:v>
                </c:pt>
                <c:pt idx="55">
                  <c:v>0.90759999999999996</c:v>
                </c:pt>
                <c:pt idx="56">
                  <c:v>0.94320000000000004</c:v>
                </c:pt>
                <c:pt idx="57">
                  <c:v>0.9788</c:v>
                </c:pt>
                <c:pt idx="58">
                  <c:v>1.0144</c:v>
                </c:pt>
                <c:pt idx="59">
                  <c:v>1.05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-0.94979999999999998</c:v>
                </c:pt>
                <c:pt idx="1">
                  <c:v>-1.0045999999999999</c:v>
                </c:pt>
                <c:pt idx="2">
                  <c:v>-1.0547</c:v>
                </c:pt>
                <c:pt idx="3">
                  <c:v>-1.0994999999999999</c:v>
                </c:pt>
                <c:pt idx="4">
                  <c:v>-1.1387</c:v>
                </c:pt>
                <c:pt idx="5">
                  <c:v>-1.1719999999999999</c:v>
                </c:pt>
                <c:pt idx="6">
                  <c:v>-1.1989000000000001</c:v>
                </c:pt>
                <c:pt idx="7">
                  <c:v>-1.2192000000000001</c:v>
                </c:pt>
                <c:pt idx="8">
                  <c:v>-1.2326999999999999</c:v>
                </c:pt>
                <c:pt idx="9">
                  <c:v>-1.2392000000000001</c:v>
                </c:pt>
                <c:pt idx="10">
                  <c:v>-1.2383999999999999</c:v>
                </c:pt>
                <c:pt idx="11">
                  <c:v>-1.2303999999999999</c:v>
                </c:pt>
                <c:pt idx="12">
                  <c:v>-1.2151000000000001</c:v>
                </c:pt>
                <c:pt idx="13">
                  <c:v>-1.1926000000000001</c:v>
                </c:pt>
                <c:pt idx="14">
                  <c:v>-1.1628000000000001</c:v>
                </c:pt>
                <c:pt idx="15">
                  <c:v>-1.1259999999999999</c:v>
                </c:pt>
                <c:pt idx="16">
                  <c:v>-1.0823</c:v>
                </c:pt>
                <c:pt idx="17">
                  <c:v>-1.0319</c:v>
                </c:pt>
                <c:pt idx="18">
                  <c:v>-0.97509999999999997</c:v>
                </c:pt>
                <c:pt idx="19">
                  <c:v>-0.91220000000000001</c:v>
                </c:pt>
                <c:pt idx="20">
                  <c:v>-0.84370000000000001</c:v>
                </c:pt>
                <c:pt idx="21">
                  <c:v>-0.76980000000000004</c:v>
                </c:pt>
                <c:pt idx="22">
                  <c:v>-0.69120000000000004</c:v>
                </c:pt>
                <c:pt idx="23">
                  <c:v>-0.60809999999999997</c:v>
                </c:pt>
                <c:pt idx="24">
                  <c:v>-0.52129999999999999</c:v>
                </c:pt>
                <c:pt idx="25">
                  <c:v>-0.43109999999999998</c:v>
                </c:pt>
                <c:pt idx="26">
                  <c:v>-0.3382</c:v>
                </c:pt>
                <c:pt idx="27">
                  <c:v>-0.24310000000000001</c:v>
                </c:pt>
                <c:pt idx="28">
                  <c:v>-0.14649999999999999</c:v>
                </c:pt>
                <c:pt idx="29">
                  <c:v>-4.8899999999999999E-2</c:v>
                </c:pt>
                <c:pt idx="30">
                  <c:v>4.8899999999999999E-2</c:v>
                </c:pt>
                <c:pt idx="31">
                  <c:v>0.14649999999999999</c:v>
                </c:pt>
                <c:pt idx="32">
                  <c:v>0.24310000000000001</c:v>
                </c:pt>
                <c:pt idx="33">
                  <c:v>0.3382</c:v>
                </c:pt>
                <c:pt idx="34">
                  <c:v>0.43109999999999998</c:v>
                </c:pt>
                <c:pt idx="35">
                  <c:v>0.52129999999999999</c:v>
                </c:pt>
                <c:pt idx="36">
                  <c:v>0.60809999999999997</c:v>
                </c:pt>
                <c:pt idx="37">
                  <c:v>0.69120000000000004</c:v>
                </c:pt>
                <c:pt idx="38">
                  <c:v>0.76980000000000004</c:v>
                </c:pt>
                <c:pt idx="39">
                  <c:v>0.84370000000000001</c:v>
                </c:pt>
                <c:pt idx="40">
                  <c:v>0.91220000000000001</c:v>
                </c:pt>
                <c:pt idx="41">
                  <c:v>0.97509999999999997</c:v>
                </c:pt>
                <c:pt idx="42">
                  <c:v>1.0319</c:v>
                </c:pt>
                <c:pt idx="43">
                  <c:v>1.0823</c:v>
                </c:pt>
                <c:pt idx="44">
                  <c:v>1.1259999999999999</c:v>
                </c:pt>
                <c:pt idx="45">
                  <c:v>1.1628000000000001</c:v>
                </c:pt>
                <c:pt idx="46">
                  <c:v>1.1926000000000001</c:v>
                </c:pt>
                <c:pt idx="47">
                  <c:v>1.2151000000000001</c:v>
                </c:pt>
                <c:pt idx="48">
                  <c:v>1.2303999999999999</c:v>
                </c:pt>
                <c:pt idx="49">
                  <c:v>1.2383999999999999</c:v>
                </c:pt>
                <c:pt idx="50">
                  <c:v>1.2392000000000001</c:v>
                </c:pt>
                <c:pt idx="51">
                  <c:v>1.2326999999999999</c:v>
                </c:pt>
                <c:pt idx="52">
                  <c:v>1.2192000000000001</c:v>
                </c:pt>
                <c:pt idx="53">
                  <c:v>1.1989000000000001</c:v>
                </c:pt>
                <c:pt idx="54">
                  <c:v>1.1719999999999999</c:v>
                </c:pt>
                <c:pt idx="55">
                  <c:v>1.1387</c:v>
                </c:pt>
                <c:pt idx="56">
                  <c:v>1.0994999999999999</c:v>
                </c:pt>
                <c:pt idx="57">
                  <c:v>1.0547</c:v>
                </c:pt>
                <c:pt idx="58">
                  <c:v>1.0045999999999999</c:v>
                </c:pt>
                <c:pt idx="59">
                  <c:v>0.94979999999999998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5D-8642-81F4-9734A2B34ED1}"/>
            </c:ext>
          </c:extLst>
        </c:ser>
        <c:ser>
          <c:idx val="1"/>
          <c:order val="1"/>
          <c:tx>
            <c:strRef>
              <c:f>Sheet1!$B$63</c:f>
              <c:strCache>
                <c:ptCount val="1"/>
                <c:pt idx="0">
                  <c:v>model</c:v>
                </c:pt>
              </c:strCache>
            </c:strRef>
          </c:tx>
          <c:spPr>
            <a:ln w="3048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Sheet1!$A$64:$A$123</c:f>
              <c:numCache>
                <c:formatCode>General</c:formatCode>
                <c:ptCount val="60"/>
                <c:pt idx="0">
                  <c:v>-1.05</c:v>
                </c:pt>
                <c:pt idx="1">
                  <c:v>-1.0144</c:v>
                </c:pt>
                <c:pt idx="2">
                  <c:v>-0.9788</c:v>
                </c:pt>
                <c:pt idx="3">
                  <c:v>-0.94320000000000004</c:v>
                </c:pt>
                <c:pt idx="4">
                  <c:v>-0.90759999999999996</c:v>
                </c:pt>
                <c:pt idx="5">
                  <c:v>-0.872</c:v>
                </c:pt>
                <c:pt idx="6">
                  <c:v>-0.83640000000000003</c:v>
                </c:pt>
                <c:pt idx="7">
                  <c:v>-0.80079999999999996</c:v>
                </c:pt>
                <c:pt idx="8">
                  <c:v>-0.76529999999999998</c:v>
                </c:pt>
                <c:pt idx="9">
                  <c:v>-0.72970000000000002</c:v>
                </c:pt>
                <c:pt idx="10">
                  <c:v>-0.69410000000000005</c:v>
                </c:pt>
                <c:pt idx="11">
                  <c:v>-0.65849999999999997</c:v>
                </c:pt>
                <c:pt idx="12">
                  <c:v>-0.62290000000000001</c:v>
                </c:pt>
                <c:pt idx="13">
                  <c:v>-0.58730000000000004</c:v>
                </c:pt>
                <c:pt idx="14">
                  <c:v>-0.55169999999999997</c:v>
                </c:pt>
                <c:pt idx="15">
                  <c:v>-0.5161</c:v>
                </c:pt>
                <c:pt idx="16">
                  <c:v>-0.48049999999999998</c:v>
                </c:pt>
                <c:pt idx="17">
                  <c:v>-0.44490000000000002</c:v>
                </c:pt>
                <c:pt idx="18">
                  <c:v>-0.4093</c:v>
                </c:pt>
                <c:pt idx="19">
                  <c:v>-0.37369999999999998</c:v>
                </c:pt>
                <c:pt idx="20">
                  <c:v>-0.33810000000000001</c:v>
                </c:pt>
                <c:pt idx="21">
                  <c:v>-0.30249999999999999</c:v>
                </c:pt>
                <c:pt idx="22">
                  <c:v>-0.26690000000000003</c:v>
                </c:pt>
                <c:pt idx="23">
                  <c:v>-0.23139999999999999</c:v>
                </c:pt>
                <c:pt idx="24">
                  <c:v>-0.1958</c:v>
                </c:pt>
                <c:pt idx="25">
                  <c:v>-0.16020000000000001</c:v>
                </c:pt>
                <c:pt idx="26">
                  <c:v>-0.1246</c:v>
                </c:pt>
                <c:pt idx="27">
                  <c:v>-8.8999999999999996E-2</c:v>
                </c:pt>
                <c:pt idx="28">
                  <c:v>-5.3400000000000003E-2</c:v>
                </c:pt>
                <c:pt idx="29">
                  <c:v>-1.78E-2</c:v>
                </c:pt>
                <c:pt idx="30">
                  <c:v>1.78E-2</c:v>
                </c:pt>
                <c:pt idx="31">
                  <c:v>5.3400000000000003E-2</c:v>
                </c:pt>
                <c:pt idx="32">
                  <c:v>8.8999999999999996E-2</c:v>
                </c:pt>
                <c:pt idx="33">
                  <c:v>0.1246</c:v>
                </c:pt>
                <c:pt idx="34">
                  <c:v>0.16020000000000001</c:v>
                </c:pt>
                <c:pt idx="35">
                  <c:v>0.1958</c:v>
                </c:pt>
                <c:pt idx="36">
                  <c:v>0.23139999999999999</c:v>
                </c:pt>
                <c:pt idx="37">
                  <c:v>0.26690000000000003</c:v>
                </c:pt>
                <c:pt idx="38">
                  <c:v>0.30249999999999999</c:v>
                </c:pt>
                <c:pt idx="39">
                  <c:v>0.33810000000000001</c:v>
                </c:pt>
                <c:pt idx="40">
                  <c:v>0.37369999999999998</c:v>
                </c:pt>
                <c:pt idx="41">
                  <c:v>0.4093</c:v>
                </c:pt>
                <c:pt idx="42">
                  <c:v>0.44490000000000002</c:v>
                </c:pt>
                <c:pt idx="43">
                  <c:v>0.48049999999999998</c:v>
                </c:pt>
                <c:pt idx="44">
                  <c:v>0.5161</c:v>
                </c:pt>
                <c:pt idx="45">
                  <c:v>0.55169999999999997</c:v>
                </c:pt>
                <c:pt idx="46">
                  <c:v>0.58730000000000004</c:v>
                </c:pt>
                <c:pt idx="47">
                  <c:v>0.62290000000000001</c:v>
                </c:pt>
                <c:pt idx="48">
                  <c:v>0.65849999999999997</c:v>
                </c:pt>
                <c:pt idx="49">
                  <c:v>0.69410000000000005</c:v>
                </c:pt>
                <c:pt idx="50">
                  <c:v>0.72970000000000002</c:v>
                </c:pt>
                <c:pt idx="51">
                  <c:v>0.76529999999999998</c:v>
                </c:pt>
                <c:pt idx="52">
                  <c:v>0.80079999999999996</c:v>
                </c:pt>
                <c:pt idx="53">
                  <c:v>0.83640000000000003</c:v>
                </c:pt>
                <c:pt idx="54">
                  <c:v>0.872</c:v>
                </c:pt>
                <c:pt idx="55">
                  <c:v>0.90759999999999996</c:v>
                </c:pt>
                <c:pt idx="56">
                  <c:v>0.94320000000000004</c:v>
                </c:pt>
                <c:pt idx="57">
                  <c:v>0.9788</c:v>
                </c:pt>
                <c:pt idx="58">
                  <c:v>1.0144</c:v>
                </c:pt>
                <c:pt idx="59">
                  <c:v>1.05</c:v>
                </c:pt>
              </c:numCache>
            </c:numRef>
          </c:xVal>
          <c:yVal>
            <c:numRef>
              <c:f>Sheet1!$B$64:$B$123</c:f>
              <c:numCache>
                <c:formatCode>General</c:formatCode>
                <c:ptCount val="60"/>
                <c:pt idx="0">
                  <c:v>-2.5</c:v>
                </c:pt>
                <c:pt idx="1">
                  <c:v>-2.5</c:v>
                </c:pt>
                <c:pt idx="2">
                  <c:v>-2.5</c:v>
                </c:pt>
                <c:pt idx="3">
                  <c:v>-2.5</c:v>
                </c:pt>
                <c:pt idx="4">
                  <c:v>-2.5</c:v>
                </c:pt>
                <c:pt idx="5">
                  <c:v>-2.5</c:v>
                </c:pt>
                <c:pt idx="6">
                  <c:v>-2.5</c:v>
                </c:pt>
                <c:pt idx="7">
                  <c:v>-2.5</c:v>
                </c:pt>
                <c:pt idx="8">
                  <c:v>0.89639999999999997</c:v>
                </c:pt>
                <c:pt idx="9">
                  <c:v>2.5</c:v>
                </c:pt>
                <c:pt idx="10">
                  <c:v>2.5</c:v>
                </c:pt>
                <c:pt idx="11">
                  <c:v>-2.5</c:v>
                </c:pt>
                <c:pt idx="12">
                  <c:v>-2.5</c:v>
                </c:pt>
                <c:pt idx="13">
                  <c:v>-2.5</c:v>
                </c:pt>
                <c:pt idx="14">
                  <c:v>-2.5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  <c:pt idx="20">
                  <c:v>2.5</c:v>
                </c:pt>
                <c:pt idx="21">
                  <c:v>2.5</c:v>
                </c:pt>
                <c:pt idx="22">
                  <c:v>2.5</c:v>
                </c:pt>
                <c:pt idx="23">
                  <c:v>1.7239</c:v>
                </c:pt>
                <c:pt idx="24">
                  <c:v>-2.3220000000000001</c:v>
                </c:pt>
                <c:pt idx="25">
                  <c:v>-1.627</c:v>
                </c:pt>
                <c:pt idx="26">
                  <c:v>0.39439999999999997</c:v>
                </c:pt>
                <c:pt idx="27">
                  <c:v>1.2465999999999999</c:v>
                </c:pt>
                <c:pt idx="28">
                  <c:v>0.42349999999999999</c:v>
                </c:pt>
                <c:pt idx="29">
                  <c:v>-0.79169999999999996</c:v>
                </c:pt>
                <c:pt idx="30">
                  <c:v>-0.67220000000000002</c:v>
                </c:pt>
                <c:pt idx="31">
                  <c:v>1.2426999999999999</c:v>
                </c:pt>
                <c:pt idx="32">
                  <c:v>2.5</c:v>
                </c:pt>
                <c:pt idx="33">
                  <c:v>2.5</c:v>
                </c:pt>
                <c:pt idx="34">
                  <c:v>0.52829999999999999</c:v>
                </c:pt>
                <c:pt idx="35">
                  <c:v>2.5</c:v>
                </c:pt>
                <c:pt idx="36">
                  <c:v>2.5</c:v>
                </c:pt>
                <c:pt idx="37">
                  <c:v>2.5</c:v>
                </c:pt>
                <c:pt idx="38">
                  <c:v>2.5</c:v>
                </c:pt>
                <c:pt idx="39">
                  <c:v>2.5</c:v>
                </c:pt>
                <c:pt idx="40">
                  <c:v>2.5</c:v>
                </c:pt>
                <c:pt idx="41">
                  <c:v>2.5</c:v>
                </c:pt>
                <c:pt idx="42">
                  <c:v>2.5</c:v>
                </c:pt>
                <c:pt idx="43">
                  <c:v>-2.5</c:v>
                </c:pt>
                <c:pt idx="44">
                  <c:v>-2.5</c:v>
                </c:pt>
                <c:pt idx="45">
                  <c:v>-2.5</c:v>
                </c:pt>
                <c:pt idx="46">
                  <c:v>-2.5</c:v>
                </c:pt>
                <c:pt idx="47">
                  <c:v>2.5</c:v>
                </c:pt>
                <c:pt idx="48">
                  <c:v>2.5</c:v>
                </c:pt>
                <c:pt idx="49">
                  <c:v>2.5</c:v>
                </c:pt>
                <c:pt idx="50">
                  <c:v>2.5</c:v>
                </c:pt>
                <c:pt idx="51">
                  <c:v>2.5</c:v>
                </c:pt>
                <c:pt idx="52">
                  <c:v>2.5</c:v>
                </c:pt>
                <c:pt idx="53">
                  <c:v>2.5</c:v>
                </c:pt>
                <c:pt idx="54">
                  <c:v>2.5</c:v>
                </c:pt>
                <c:pt idx="55">
                  <c:v>2.5</c:v>
                </c:pt>
                <c:pt idx="56">
                  <c:v>2.5</c:v>
                </c:pt>
                <c:pt idx="57">
                  <c:v>2.5</c:v>
                </c:pt>
                <c:pt idx="58">
                  <c:v>2.5</c:v>
                </c:pt>
                <c:pt idx="59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15D-8642-81F4-9734A2B34ED1}"/>
            </c:ext>
          </c:extLst>
        </c:ser>
        <c:ser>
          <c:idx val="2"/>
          <c:order val="2"/>
          <c:tx>
            <c:strRef>
              <c:f>Sheet1!$B$125</c:f>
              <c:strCache>
                <c:ptCount val="1"/>
                <c:pt idx="0">
                  <c:v>training data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Sheet1!$A$126:$A$185</c:f>
              <c:numCache>
                <c:formatCode>General</c:formatCode>
                <c:ptCount val="60"/>
                <c:pt idx="0">
                  <c:v>-0.82869999999999999</c:v>
                </c:pt>
                <c:pt idx="1">
                  <c:v>-0.81169999999999998</c:v>
                </c:pt>
                <c:pt idx="2">
                  <c:v>-0.77270000000000005</c:v>
                </c:pt>
                <c:pt idx="3">
                  <c:v>-0.68049999999999999</c:v>
                </c:pt>
                <c:pt idx="4">
                  <c:v>-0.52639999999999998</c:v>
                </c:pt>
                <c:pt idx="5">
                  <c:v>-0.2175</c:v>
                </c:pt>
                <c:pt idx="6">
                  <c:v>-0.13869999999999999</c:v>
                </c:pt>
                <c:pt idx="7">
                  <c:v>-0.13370000000000001</c:v>
                </c:pt>
                <c:pt idx="8">
                  <c:v>-4.19E-2</c:v>
                </c:pt>
                <c:pt idx="9">
                  <c:v>3.3500000000000002E-2</c:v>
                </c:pt>
                <c:pt idx="10">
                  <c:v>0.1643</c:v>
                </c:pt>
                <c:pt idx="11">
                  <c:v>0.1736</c:v>
                </c:pt>
                <c:pt idx="12">
                  <c:v>0.46920000000000001</c:v>
                </c:pt>
                <c:pt idx="13">
                  <c:v>0.60250000000000004</c:v>
                </c:pt>
                <c:pt idx="14">
                  <c:v>0.60250000000000004</c:v>
                </c:pt>
                <c:pt idx="15">
                  <c:v>0.60250000000000004</c:v>
                </c:pt>
                <c:pt idx="16">
                  <c:v>0.60250000000000004</c:v>
                </c:pt>
                <c:pt idx="17">
                  <c:v>0.60250000000000004</c:v>
                </c:pt>
                <c:pt idx="18">
                  <c:v>0.60250000000000004</c:v>
                </c:pt>
                <c:pt idx="19">
                  <c:v>0.60250000000000004</c:v>
                </c:pt>
                <c:pt idx="20">
                  <c:v>0.60250000000000004</c:v>
                </c:pt>
                <c:pt idx="21">
                  <c:v>0.60250000000000004</c:v>
                </c:pt>
                <c:pt idx="22">
                  <c:v>0.60250000000000004</c:v>
                </c:pt>
                <c:pt idx="23">
                  <c:v>0.60250000000000004</c:v>
                </c:pt>
                <c:pt idx="24">
                  <c:v>0.60250000000000004</c:v>
                </c:pt>
                <c:pt idx="25">
                  <c:v>0.60250000000000004</c:v>
                </c:pt>
                <c:pt idx="26">
                  <c:v>0.60250000000000004</c:v>
                </c:pt>
                <c:pt idx="27">
                  <c:v>0.60250000000000004</c:v>
                </c:pt>
                <c:pt idx="28">
                  <c:v>0.60250000000000004</c:v>
                </c:pt>
                <c:pt idx="29">
                  <c:v>0.60250000000000004</c:v>
                </c:pt>
                <c:pt idx="30">
                  <c:v>0.60250000000000004</c:v>
                </c:pt>
                <c:pt idx="31">
                  <c:v>0.60250000000000004</c:v>
                </c:pt>
                <c:pt idx="32">
                  <c:v>0.60250000000000004</c:v>
                </c:pt>
                <c:pt idx="33">
                  <c:v>0.60250000000000004</c:v>
                </c:pt>
                <c:pt idx="34">
                  <c:v>0.60250000000000004</c:v>
                </c:pt>
                <c:pt idx="35">
                  <c:v>0.60250000000000004</c:v>
                </c:pt>
                <c:pt idx="36">
                  <c:v>0.60250000000000004</c:v>
                </c:pt>
                <c:pt idx="37">
                  <c:v>0.60250000000000004</c:v>
                </c:pt>
                <c:pt idx="38">
                  <c:v>0.60250000000000004</c:v>
                </c:pt>
                <c:pt idx="39">
                  <c:v>0.60250000000000004</c:v>
                </c:pt>
                <c:pt idx="40">
                  <c:v>0.60250000000000004</c:v>
                </c:pt>
                <c:pt idx="41">
                  <c:v>0.60250000000000004</c:v>
                </c:pt>
                <c:pt idx="42">
                  <c:v>0.60250000000000004</c:v>
                </c:pt>
                <c:pt idx="43">
                  <c:v>0.60250000000000004</c:v>
                </c:pt>
                <c:pt idx="44">
                  <c:v>0.60250000000000004</c:v>
                </c:pt>
                <c:pt idx="45">
                  <c:v>0.60250000000000004</c:v>
                </c:pt>
                <c:pt idx="46">
                  <c:v>0.60250000000000004</c:v>
                </c:pt>
                <c:pt idx="47">
                  <c:v>0.60250000000000004</c:v>
                </c:pt>
                <c:pt idx="48">
                  <c:v>0.60250000000000004</c:v>
                </c:pt>
                <c:pt idx="49">
                  <c:v>0.60250000000000004</c:v>
                </c:pt>
                <c:pt idx="50">
                  <c:v>0.60250000000000004</c:v>
                </c:pt>
                <c:pt idx="51">
                  <c:v>0.60250000000000004</c:v>
                </c:pt>
                <c:pt idx="52">
                  <c:v>0.60250000000000004</c:v>
                </c:pt>
                <c:pt idx="53">
                  <c:v>0.60250000000000004</c:v>
                </c:pt>
                <c:pt idx="54">
                  <c:v>0.60250000000000004</c:v>
                </c:pt>
                <c:pt idx="55">
                  <c:v>0.60250000000000004</c:v>
                </c:pt>
                <c:pt idx="56">
                  <c:v>0.60250000000000004</c:v>
                </c:pt>
                <c:pt idx="57">
                  <c:v>0.60250000000000004</c:v>
                </c:pt>
                <c:pt idx="58">
                  <c:v>0.60250000000000004</c:v>
                </c:pt>
                <c:pt idx="59">
                  <c:v>0.60250000000000004</c:v>
                </c:pt>
              </c:numCache>
            </c:numRef>
          </c:xVal>
          <c:yVal>
            <c:numRef>
              <c:f>Sheet1!$B$126:$B$185</c:f>
              <c:numCache>
                <c:formatCode>General</c:formatCode>
                <c:ptCount val="60"/>
                <c:pt idx="0">
                  <c:v>-1.3937999999999999</c:v>
                </c:pt>
                <c:pt idx="1">
                  <c:v>-1.2841</c:v>
                </c:pt>
                <c:pt idx="2">
                  <c:v>-1.1436999999999999</c:v>
                </c:pt>
                <c:pt idx="3">
                  <c:v>-1.2791999999999999</c:v>
                </c:pt>
                <c:pt idx="4">
                  <c:v>-0.96489999999999998</c:v>
                </c:pt>
                <c:pt idx="5">
                  <c:v>-0.61080000000000001</c:v>
                </c:pt>
                <c:pt idx="6">
                  <c:v>-0.37109999999999999</c:v>
                </c:pt>
                <c:pt idx="7">
                  <c:v>-8.4099999999999994E-2</c:v>
                </c:pt>
                <c:pt idx="8">
                  <c:v>-1.6899999999999998E-2</c:v>
                </c:pt>
                <c:pt idx="9">
                  <c:v>1E-3</c:v>
                </c:pt>
                <c:pt idx="10">
                  <c:v>0.4088</c:v>
                </c:pt>
                <c:pt idx="11">
                  <c:v>0.56269999999999998</c:v>
                </c:pt>
                <c:pt idx="12">
                  <c:v>1.4152</c:v>
                </c:pt>
                <c:pt idx="13">
                  <c:v>1.1546000000000001</c:v>
                </c:pt>
                <c:pt idx="14">
                  <c:v>1.1546000000000001</c:v>
                </c:pt>
                <c:pt idx="15">
                  <c:v>1.1546000000000001</c:v>
                </c:pt>
                <c:pt idx="16">
                  <c:v>1.1546000000000001</c:v>
                </c:pt>
                <c:pt idx="17">
                  <c:v>1.1546000000000001</c:v>
                </c:pt>
                <c:pt idx="18">
                  <c:v>1.1546000000000001</c:v>
                </c:pt>
                <c:pt idx="19">
                  <c:v>1.1546000000000001</c:v>
                </c:pt>
                <c:pt idx="20">
                  <c:v>1.1546000000000001</c:v>
                </c:pt>
                <c:pt idx="21">
                  <c:v>1.1546000000000001</c:v>
                </c:pt>
                <c:pt idx="22">
                  <c:v>1.1546000000000001</c:v>
                </c:pt>
                <c:pt idx="23">
                  <c:v>1.1546000000000001</c:v>
                </c:pt>
                <c:pt idx="24">
                  <c:v>1.1546000000000001</c:v>
                </c:pt>
                <c:pt idx="25">
                  <c:v>1.1546000000000001</c:v>
                </c:pt>
                <c:pt idx="26">
                  <c:v>1.1546000000000001</c:v>
                </c:pt>
                <c:pt idx="27">
                  <c:v>1.1546000000000001</c:v>
                </c:pt>
                <c:pt idx="28">
                  <c:v>1.1546000000000001</c:v>
                </c:pt>
                <c:pt idx="29">
                  <c:v>1.1546000000000001</c:v>
                </c:pt>
                <c:pt idx="30">
                  <c:v>1.1546000000000001</c:v>
                </c:pt>
                <c:pt idx="31">
                  <c:v>1.1546000000000001</c:v>
                </c:pt>
                <c:pt idx="32">
                  <c:v>1.1546000000000001</c:v>
                </c:pt>
                <c:pt idx="33">
                  <c:v>1.1546000000000001</c:v>
                </c:pt>
                <c:pt idx="34">
                  <c:v>1.1546000000000001</c:v>
                </c:pt>
                <c:pt idx="35">
                  <c:v>1.1546000000000001</c:v>
                </c:pt>
                <c:pt idx="36">
                  <c:v>1.1546000000000001</c:v>
                </c:pt>
                <c:pt idx="37">
                  <c:v>1.1546000000000001</c:v>
                </c:pt>
                <c:pt idx="38">
                  <c:v>1.1546000000000001</c:v>
                </c:pt>
                <c:pt idx="39">
                  <c:v>1.1546000000000001</c:v>
                </c:pt>
                <c:pt idx="40">
                  <c:v>1.1546000000000001</c:v>
                </c:pt>
                <c:pt idx="41">
                  <c:v>1.1546000000000001</c:v>
                </c:pt>
                <c:pt idx="42">
                  <c:v>1.1546000000000001</c:v>
                </c:pt>
                <c:pt idx="43">
                  <c:v>1.1546000000000001</c:v>
                </c:pt>
                <c:pt idx="44">
                  <c:v>1.1546000000000001</c:v>
                </c:pt>
                <c:pt idx="45">
                  <c:v>1.1546000000000001</c:v>
                </c:pt>
                <c:pt idx="46">
                  <c:v>1.1546000000000001</c:v>
                </c:pt>
                <c:pt idx="47">
                  <c:v>1.1546000000000001</c:v>
                </c:pt>
                <c:pt idx="48">
                  <c:v>1.1546000000000001</c:v>
                </c:pt>
                <c:pt idx="49">
                  <c:v>1.1546000000000001</c:v>
                </c:pt>
                <c:pt idx="50">
                  <c:v>1.1546000000000001</c:v>
                </c:pt>
                <c:pt idx="51">
                  <c:v>1.1546000000000001</c:v>
                </c:pt>
                <c:pt idx="52">
                  <c:v>1.1546000000000001</c:v>
                </c:pt>
                <c:pt idx="53">
                  <c:v>1.1546000000000001</c:v>
                </c:pt>
                <c:pt idx="54">
                  <c:v>1.1546000000000001</c:v>
                </c:pt>
                <c:pt idx="55">
                  <c:v>1.1546000000000001</c:v>
                </c:pt>
                <c:pt idx="56">
                  <c:v>1.1546000000000001</c:v>
                </c:pt>
                <c:pt idx="57">
                  <c:v>1.1546000000000001</c:v>
                </c:pt>
                <c:pt idx="58">
                  <c:v>1.1546000000000001</c:v>
                </c:pt>
                <c:pt idx="59">
                  <c:v>1.1546000000000001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15D-8642-81F4-9734A2B34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2.4"/>
          <c:min val="-2.4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048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22</c:v>
                </c:pt>
                <c:pt idx="8">
                  <c:v>25</c:v>
                </c:pt>
                <c:pt idx="9">
                  <c:v>28</c:v>
                </c:pt>
                <c:pt idx="10">
                  <c:v>31</c:v>
                </c:pt>
                <c:pt idx="11">
                  <c:v>34</c:v>
                </c:pt>
                <c:pt idx="12">
                  <c:v>37</c:v>
                </c:pt>
                <c:pt idx="13">
                  <c:v>40</c:v>
                </c:pt>
                <c:pt idx="14">
                  <c:v>43</c:v>
                </c:pt>
                <c:pt idx="15">
                  <c:v>46</c:v>
                </c:pt>
                <c:pt idx="16">
                  <c:v>49</c:v>
                </c:pt>
                <c:pt idx="17">
                  <c:v>52</c:v>
                </c:pt>
                <c:pt idx="18">
                  <c:v>55</c:v>
                </c:pt>
                <c:pt idx="19">
                  <c:v>58</c:v>
                </c:pt>
                <c:pt idx="20">
                  <c:v>61</c:v>
                </c:pt>
                <c:pt idx="21">
                  <c:v>64</c:v>
                </c:pt>
                <c:pt idx="22">
                  <c:v>67</c:v>
                </c:pt>
                <c:pt idx="23">
                  <c:v>70</c:v>
                </c:pt>
                <c:pt idx="24">
                  <c:v>73</c:v>
                </c:pt>
                <c:pt idx="25">
                  <c:v>76</c:v>
                </c:pt>
                <c:pt idx="26">
                  <c:v>79</c:v>
                </c:pt>
                <c:pt idx="27">
                  <c:v>82</c:v>
                </c:pt>
                <c:pt idx="28">
                  <c:v>85</c:v>
                </c:pt>
                <c:pt idx="29">
                  <c:v>88</c:v>
                </c:pt>
                <c:pt idx="30">
                  <c:v>91</c:v>
                </c:pt>
                <c:pt idx="31">
                  <c:v>94</c:v>
                </c:pt>
                <c:pt idx="32">
                  <c:v>97</c:v>
                </c:pt>
                <c:pt idx="33">
                  <c:v>100</c:v>
                </c:pt>
                <c:pt idx="34">
                  <c:v>103</c:v>
                </c:pt>
                <c:pt idx="35">
                  <c:v>106</c:v>
                </c:pt>
                <c:pt idx="36">
                  <c:v>109</c:v>
                </c:pt>
                <c:pt idx="37">
                  <c:v>112</c:v>
                </c:pt>
                <c:pt idx="38">
                  <c:v>115</c:v>
                </c:pt>
                <c:pt idx="39">
                  <c:v>118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1.4934000000000001</c:v>
                </c:pt>
                <c:pt idx="1">
                  <c:v>1.3361000000000001</c:v>
                </c:pt>
                <c:pt idx="2">
                  <c:v>1.196</c:v>
                </c:pt>
                <c:pt idx="3">
                  <c:v>1.0710999999999999</c:v>
                </c:pt>
                <c:pt idx="4">
                  <c:v>0.95979999999999999</c:v>
                </c:pt>
                <c:pt idx="5">
                  <c:v>0.86060000000000003</c:v>
                </c:pt>
                <c:pt idx="6">
                  <c:v>0.77229999999999999</c:v>
                </c:pt>
                <c:pt idx="7">
                  <c:v>0.69359999999999999</c:v>
                </c:pt>
                <c:pt idx="8">
                  <c:v>0.62350000000000005</c:v>
                </c:pt>
                <c:pt idx="9">
                  <c:v>0.56100000000000005</c:v>
                </c:pt>
                <c:pt idx="10">
                  <c:v>0.50529999999999997</c:v>
                </c:pt>
                <c:pt idx="11">
                  <c:v>0.45569999999999999</c:v>
                </c:pt>
                <c:pt idx="12">
                  <c:v>0.41149999999999998</c:v>
                </c:pt>
                <c:pt idx="13">
                  <c:v>0.37209999999999999</c:v>
                </c:pt>
                <c:pt idx="14">
                  <c:v>0.33700000000000002</c:v>
                </c:pt>
                <c:pt idx="15">
                  <c:v>0.30570000000000003</c:v>
                </c:pt>
                <c:pt idx="16">
                  <c:v>0.27779999999999999</c:v>
                </c:pt>
                <c:pt idx="17">
                  <c:v>0.253</c:v>
                </c:pt>
                <c:pt idx="18">
                  <c:v>0.23089999999999999</c:v>
                </c:pt>
                <c:pt idx="19">
                  <c:v>0.2112</c:v>
                </c:pt>
                <c:pt idx="20">
                  <c:v>0.19359999999999999</c:v>
                </c:pt>
                <c:pt idx="21">
                  <c:v>0.17799999999999999</c:v>
                </c:pt>
                <c:pt idx="22">
                  <c:v>0.16400000000000001</c:v>
                </c:pt>
                <c:pt idx="23">
                  <c:v>0.15160000000000001</c:v>
                </c:pt>
                <c:pt idx="24">
                  <c:v>0.14050000000000001</c:v>
                </c:pt>
                <c:pt idx="25">
                  <c:v>0.13070000000000001</c:v>
                </c:pt>
                <c:pt idx="26">
                  <c:v>0.12189999999999999</c:v>
                </c:pt>
                <c:pt idx="27">
                  <c:v>0.114</c:v>
                </c:pt>
                <c:pt idx="28">
                  <c:v>0.1071</c:v>
                </c:pt>
                <c:pt idx="29">
                  <c:v>0.1008</c:v>
                </c:pt>
                <c:pt idx="30">
                  <c:v>9.5299999999999996E-2</c:v>
                </c:pt>
                <c:pt idx="31">
                  <c:v>9.0399999999999994E-2</c:v>
                </c:pt>
                <c:pt idx="32">
                  <c:v>8.5999999999999993E-2</c:v>
                </c:pt>
                <c:pt idx="33">
                  <c:v>8.2000000000000003E-2</c:v>
                </c:pt>
                <c:pt idx="34">
                  <c:v>7.8600000000000003E-2</c:v>
                </c:pt>
                <c:pt idx="35">
                  <c:v>7.5399999999999995E-2</c:v>
                </c:pt>
                <c:pt idx="36">
                  <c:v>7.2700000000000001E-2</c:v>
                </c:pt>
                <c:pt idx="37">
                  <c:v>7.0199999999999999E-2</c:v>
                </c:pt>
                <c:pt idx="38">
                  <c:v>6.8000000000000005E-2</c:v>
                </c:pt>
                <c:pt idx="39">
                  <c:v>6.6000000000000003E-2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E37-074C-9B39-A3B5B710C04E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048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Sheet1!$A$44:$A$83</c:f>
              <c:numCache>
                <c:formatCode>General</c:formatCode>
                <c:ptCount val="4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22</c:v>
                </c:pt>
                <c:pt idx="8">
                  <c:v>25</c:v>
                </c:pt>
                <c:pt idx="9">
                  <c:v>28</c:v>
                </c:pt>
                <c:pt idx="10">
                  <c:v>31</c:v>
                </c:pt>
                <c:pt idx="11">
                  <c:v>34</c:v>
                </c:pt>
                <c:pt idx="12">
                  <c:v>37</c:v>
                </c:pt>
                <c:pt idx="13">
                  <c:v>40</c:v>
                </c:pt>
                <c:pt idx="14">
                  <c:v>43</c:v>
                </c:pt>
                <c:pt idx="15">
                  <c:v>46</c:v>
                </c:pt>
                <c:pt idx="16">
                  <c:v>49</c:v>
                </c:pt>
                <c:pt idx="17">
                  <c:v>52</c:v>
                </c:pt>
                <c:pt idx="18">
                  <c:v>55</c:v>
                </c:pt>
                <c:pt idx="19">
                  <c:v>58</c:v>
                </c:pt>
                <c:pt idx="20">
                  <c:v>61</c:v>
                </c:pt>
                <c:pt idx="21">
                  <c:v>64</c:v>
                </c:pt>
                <c:pt idx="22">
                  <c:v>67</c:v>
                </c:pt>
                <c:pt idx="23">
                  <c:v>70</c:v>
                </c:pt>
                <c:pt idx="24">
                  <c:v>73</c:v>
                </c:pt>
                <c:pt idx="25">
                  <c:v>76</c:v>
                </c:pt>
                <c:pt idx="26">
                  <c:v>79</c:v>
                </c:pt>
                <c:pt idx="27">
                  <c:v>82</c:v>
                </c:pt>
                <c:pt idx="28">
                  <c:v>85</c:v>
                </c:pt>
                <c:pt idx="29">
                  <c:v>88</c:v>
                </c:pt>
                <c:pt idx="30">
                  <c:v>91</c:v>
                </c:pt>
                <c:pt idx="31">
                  <c:v>94</c:v>
                </c:pt>
                <c:pt idx="32">
                  <c:v>97</c:v>
                </c:pt>
                <c:pt idx="33">
                  <c:v>100</c:v>
                </c:pt>
                <c:pt idx="34">
                  <c:v>103</c:v>
                </c:pt>
                <c:pt idx="35">
                  <c:v>106</c:v>
                </c:pt>
                <c:pt idx="36">
                  <c:v>109</c:v>
                </c:pt>
                <c:pt idx="37">
                  <c:v>112</c:v>
                </c:pt>
                <c:pt idx="38">
                  <c:v>115</c:v>
                </c:pt>
                <c:pt idx="39">
                  <c:v>118</c:v>
                </c:pt>
              </c:numCache>
            </c:numRef>
          </c:xVal>
          <c:yVal>
            <c:numRef>
              <c:f>Sheet1!$B$44:$B$83</c:f>
              <c:numCache>
                <c:formatCode>General</c:formatCode>
                <c:ptCount val="40"/>
                <c:pt idx="0">
                  <c:v>1.6233</c:v>
                </c:pt>
                <c:pt idx="1">
                  <c:v>1.4406000000000001</c:v>
                </c:pt>
                <c:pt idx="2">
                  <c:v>1.2811999999999999</c:v>
                </c:pt>
                <c:pt idx="3">
                  <c:v>1.1420999999999999</c:v>
                </c:pt>
                <c:pt idx="4">
                  <c:v>1.0206999999999999</c:v>
                </c:pt>
                <c:pt idx="5">
                  <c:v>0.91479999999999995</c:v>
                </c:pt>
                <c:pt idx="6">
                  <c:v>0.82240000000000002</c:v>
                </c:pt>
                <c:pt idx="7">
                  <c:v>0.74180000000000001</c:v>
                </c:pt>
                <c:pt idx="8">
                  <c:v>0.67149999999999999</c:v>
                </c:pt>
                <c:pt idx="9">
                  <c:v>0.61009999999999998</c:v>
                </c:pt>
                <c:pt idx="10">
                  <c:v>0.55649999999999999</c:v>
                </c:pt>
                <c:pt idx="11">
                  <c:v>0.50980000000000003</c:v>
                </c:pt>
                <c:pt idx="12">
                  <c:v>0.46910000000000002</c:v>
                </c:pt>
                <c:pt idx="13">
                  <c:v>0.4335</c:v>
                </c:pt>
                <c:pt idx="14">
                  <c:v>0.40789999999999998</c:v>
                </c:pt>
                <c:pt idx="15">
                  <c:v>0.39739999999999998</c:v>
                </c:pt>
                <c:pt idx="16">
                  <c:v>0.39019999999999999</c:v>
                </c:pt>
                <c:pt idx="17">
                  <c:v>0.3861</c:v>
                </c:pt>
                <c:pt idx="18">
                  <c:v>0.3846</c:v>
                </c:pt>
                <c:pt idx="19">
                  <c:v>0.38540000000000002</c:v>
                </c:pt>
                <c:pt idx="20">
                  <c:v>0.38819999999999999</c:v>
                </c:pt>
                <c:pt idx="21">
                  <c:v>0.39279999999999998</c:v>
                </c:pt>
                <c:pt idx="22">
                  <c:v>0.39889999999999998</c:v>
                </c:pt>
                <c:pt idx="23">
                  <c:v>0.40629999999999999</c:v>
                </c:pt>
                <c:pt idx="24">
                  <c:v>0.4148</c:v>
                </c:pt>
                <c:pt idx="25">
                  <c:v>0.4244</c:v>
                </c:pt>
                <c:pt idx="26">
                  <c:v>0.43490000000000001</c:v>
                </c:pt>
                <c:pt idx="27">
                  <c:v>0.4461</c:v>
                </c:pt>
                <c:pt idx="28">
                  <c:v>0.45800000000000002</c:v>
                </c:pt>
                <c:pt idx="29">
                  <c:v>0.47049999999999997</c:v>
                </c:pt>
                <c:pt idx="30">
                  <c:v>0.48349999999999999</c:v>
                </c:pt>
                <c:pt idx="31">
                  <c:v>0.49690000000000001</c:v>
                </c:pt>
                <c:pt idx="32">
                  <c:v>0.51070000000000004</c:v>
                </c:pt>
                <c:pt idx="33">
                  <c:v>0.52490000000000003</c:v>
                </c:pt>
                <c:pt idx="34">
                  <c:v>0.53939999999999999</c:v>
                </c:pt>
                <c:pt idx="35">
                  <c:v>0.55410000000000004</c:v>
                </c:pt>
                <c:pt idx="36">
                  <c:v>0.56910000000000005</c:v>
                </c:pt>
                <c:pt idx="37">
                  <c:v>0.58420000000000005</c:v>
                </c:pt>
                <c:pt idx="38">
                  <c:v>0.59960000000000002</c:v>
                </c:pt>
                <c:pt idx="39">
                  <c:v>0.61499999999999999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E37-074C-9B39-A3B5B710C04E}"/>
            </c:ext>
          </c:extLst>
        </c:ser>
        <c:ser>
          <c:idx val="2"/>
          <c:order val="2"/>
          <c:tx>
            <c:strRef>
              <c:f>Sheet1!$B$85</c:f>
              <c:strCache>
                <c:ptCount val="1"/>
                <c:pt idx="0">
                  <c:v>stop here</c:v>
                </c:pt>
              </c:strCache>
            </c:strRef>
          </c:tx>
          <c:spPr>
            <a:ln w="17780">
              <a:solidFill>
                <a:srgbClr val="20242E"/>
              </a:solidFill>
              <a:prstDash val="sysDash"/>
            </a:ln>
          </c:spPr>
          <c:marker>
            <c:symbol val="none"/>
          </c:marker>
          <c:xVal>
            <c:numRef>
              <c:f>Sheet1!$A$86:$A$125</c:f>
              <c:numCache>
                <c:formatCode>General</c:formatCode>
                <c:ptCount val="40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  <c:pt idx="8">
                  <c:v>55</c:v>
                </c:pt>
                <c:pt idx="9">
                  <c:v>55</c:v>
                </c:pt>
                <c:pt idx="10">
                  <c:v>55</c:v>
                </c:pt>
                <c:pt idx="11">
                  <c:v>55</c:v>
                </c:pt>
                <c:pt idx="12">
                  <c:v>55</c:v>
                </c:pt>
                <c:pt idx="13">
                  <c:v>55</c:v>
                </c:pt>
                <c:pt idx="14">
                  <c:v>55</c:v>
                </c:pt>
                <c:pt idx="15">
                  <c:v>55</c:v>
                </c:pt>
                <c:pt idx="16">
                  <c:v>55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55</c:v>
                </c:pt>
                <c:pt idx="21">
                  <c:v>55</c:v>
                </c:pt>
                <c:pt idx="22">
                  <c:v>55</c:v>
                </c:pt>
                <c:pt idx="23">
                  <c:v>55</c:v>
                </c:pt>
                <c:pt idx="24">
                  <c:v>55</c:v>
                </c:pt>
                <c:pt idx="25">
                  <c:v>55</c:v>
                </c:pt>
                <c:pt idx="26">
                  <c:v>55</c:v>
                </c:pt>
                <c:pt idx="27">
                  <c:v>55</c:v>
                </c:pt>
                <c:pt idx="28">
                  <c:v>55</c:v>
                </c:pt>
                <c:pt idx="29">
                  <c:v>55</c:v>
                </c:pt>
                <c:pt idx="30">
                  <c:v>55</c:v>
                </c:pt>
                <c:pt idx="31">
                  <c:v>55</c:v>
                </c:pt>
                <c:pt idx="32">
                  <c:v>55</c:v>
                </c:pt>
                <c:pt idx="33">
                  <c:v>55</c:v>
                </c:pt>
                <c:pt idx="34">
                  <c:v>55</c:v>
                </c:pt>
                <c:pt idx="35">
                  <c:v>55</c:v>
                </c:pt>
                <c:pt idx="36">
                  <c:v>55</c:v>
                </c:pt>
                <c:pt idx="37">
                  <c:v>55</c:v>
                </c:pt>
                <c:pt idx="38">
                  <c:v>55</c:v>
                </c:pt>
                <c:pt idx="39">
                  <c:v>55</c:v>
                </c:pt>
              </c:numCache>
            </c:numRef>
          </c:xVal>
          <c:yVal>
            <c:numRef>
              <c:f>Sheet1!$B$86:$B$125</c:f>
              <c:numCache>
                <c:formatCode>General</c:formatCode>
                <c:ptCount val="40"/>
                <c:pt idx="0">
                  <c:v>0</c:v>
                </c:pt>
                <c:pt idx="1">
                  <c:v>1.7044650000000001</c:v>
                </c:pt>
                <c:pt idx="2">
                  <c:v>1.7044650000000001</c:v>
                </c:pt>
                <c:pt idx="3">
                  <c:v>1.7044650000000001</c:v>
                </c:pt>
                <c:pt idx="4">
                  <c:v>1.7044650000000001</c:v>
                </c:pt>
                <c:pt idx="5">
                  <c:v>1.7044650000000001</c:v>
                </c:pt>
                <c:pt idx="6">
                  <c:v>1.7044650000000001</c:v>
                </c:pt>
                <c:pt idx="7">
                  <c:v>1.7044650000000001</c:v>
                </c:pt>
                <c:pt idx="8">
                  <c:v>1.7044650000000001</c:v>
                </c:pt>
                <c:pt idx="9">
                  <c:v>1.7044650000000001</c:v>
                </c:pt>
                <c:pt idx="10">
                  <c:v>1.7044650000000001</c:v>
                </c:pt>
                <c:pt idx="11">
                  <c:v>1.7044650000000001</c:v>
                </c:pt>
                <c:pt idx="12">
                  <c:v>1.7044650000000001</c:v>
                </c:pt>
                <c:pt idx="13">
                  <c:v>1.7044650000000001</c:v>
                </c:pt>
                <c:pt idx="14">
                  <c:v>1.7044650000000001</c:v>
                </c:pt>
                <c:pt idx="15">
                  <c:v>1.7044650000000001</c:v>
                </c:pt>
                <c:pt idx="16">
                  <c:v>1.7044650000000001</c:v>
                </c:pt>
                <c:pt idx="17">
                  <c:v>1.7044650000000001</c:v>
                </c:pt>
                <c:pt idx="18">
                  <c:v>1.7044650000000001</c:v>
                </c:pt>
                <c:pt idx="19">
                  <c:v>1.7044650000000001</c:v>
                </c:pt>
                <c:pt idx="20">
                  <c:v>1.7044650000000001</c:v>
                </c:pt>
                <c:pt idx="21">
                  <c:v>1.7044650000000001</c:v>
                </c:pt>
                <c:pt idx="22">
                  <c:v>1.7044650000000001</c:v>
                </c:pt>
                <c:pt idx="23">
                  <c:v>1.7044650000000001</c:v>
                </c:pt>
                <c:pt idx="24">
                  <c:v>1.7044650000000001</c:v>
                </c:pt>
                <c:pt idx="25">
                  <c:v>1.7044650000000001</c:v>
                </c:pt>
                <c:pt idx="26">
                  <c:v>1.7044650000000001</c:v>
                </c:pt>
                <c:pt idx="27">
                  <c:v>1.7044650000000001</c:v>
                </c:pt>
                <c:pt idx="28">
                  <c:v>1.7044650000000001</c:v>
                </c:pt>
                <c:pt idx="29">
                  <c:v>1.7044650000000001</c:v>
                </c:pt>
                <c:pt idx="30">
                  <c:v>1.7044650000000001</c:v>
                </c:pt>
                <c:pt idx="31">
                  <c:v>1.7044650000000001</c:v>
                </c:pt>
                <c:pt idx="32">
                  <c:v>1.7044650000000001</c:v>
                </c:pt>
                <c:pt idx="33">
                  <c:v>1.7044650000000001</c:v>
                </c:pt>
                <c:pt idx="34">
                  <c:v>1.7044650000000001</c:v>
                </c:pt>
                <c:pt idx="35">
                  <c:v>1.7044650000000001</c:v>
                </c:pt>
                <c:pt idx="36">
                  <c:v>1.7044650000000001</c:v>
                </c:pt>
                <c:pt idx="37">
                  <c:v>1.7044650000000001</c:v>
                </c:pt>
                <c:pt idx="38">
                  <c:v>1.7044650000000001</c:v>
                </c:pt>
                <c:pt idx="39">
                  <c:v>1.7044650000000001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E37-074C-9B39-A3B5B710C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6E7480"/>
                    </a:solidFill>
                    <a:latin typeface="Avenir Book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latin typeface="Avenir Book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22</c:v>
                </c:pt>
                <c:pt idx="8">
                  <c:v>25</c:v>
                </c:pt>
                <c:pt idx="9">
                  <c:v>28</c:v>
                </c:pt>
                <c:pt idx="10">
                  <c:v>31</c:v>
                </c:pt>
                <c:pt idx="11">
                  <c:v>34</c:v>
                </c:pt>
                <c:pt idx="12">
                  <c:v>37</c:v>
                </c:pt>
                <c:pt idx="13">
                  <c:v>40</c:v>
                </c:pt>
                <c:pt idx="14">
                  <c:v>43</c:v>
                </c:pt>
                <c:pt idx="15">
                  <c:v>46</c:v>
                </c:pt>
                <c:pt idx="16">
                  <c:v>49</c:v>
                </c:pt>
                <c:pt idx="17">
                  <c:v>52</c:v>
                </c:pt>
                <c:pt idx="18">
                  <c:v>55</c:v>
                </c:pt>
                <c:pt idx="19">
                  <c:v>58</c:v>
                </c:pt>
                <c:pt idx="20">
                  <c:v>61</c:v>
                </c:pt>
                <c:pt idx="21">
                  <c:v>64</c:v>
                </c:pt>
                <c:pt idx="22">
                  <c:v>67</c:v>
                </c:pt>
                <c:pt idx="23">
                  <c:v>70</c:v>
                </c:pt>
                <c:pt idx="24">
                  <c:v>73</c:v>
                </c:pt>
                <c:pt idx="25">
                  <c:v>76</c:v>
                </c:pt>
                <c:pt idx="26">
                  <c:v>79</c:v>
                </c:pt>
                <c:pt idx="27">
                  <c:v>82</c:v>
                </c:pt>
                <c:pt idx="28">
                  <c:v>85</c:v>
                </c:pt>
                <c:pt idx="29">
                  <c:v>88</c:v>
                </c:pt>
                <c:pt idx="30">
                  <c:v>91</c:v>
                </c:pt>
                <c:pt idx="31">
                  <c:v>94</c:v>
                </c:pt>
                <c:pt idx="32">
                  <c:v>97</c:v>
                </c:pt>
                <c:pt idx="33">
                  <c:v>100</c:v>
                </c:pt>
                <c:pt idx="34">
                  <c:v>103</c:v>
                </c:pt>
                <c:pt idx="35">
                  <c:v>106</c:v>
                </c:pt>
                <c:pt idx="36">
                  <c:v>109</c:v>
                </c:pt>
                <c:pt idx="37">
                  <c:v>112</c:v>
                </c:pt>
                <c:pt idx="38">
                  <c:v>115</c:v>
                </c:pt>
                <c:pt idx="39">
                  <c:v>118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1.4934000000000001</c:v>
                </c:pt>
                <c:pt idx="1">
                  <c:v>1.3361000000000001</c:v>
                </c:pt>
                <c:pt idx="2">
                  <c:v>1.196</c:v>
                </c:pt>
                <c:pt idx="3">
                  <c:v>1.0710999999999999</c:v>
                </c:pt>
                <c:pt idx="4">
                  <c:v>0.95979999999999999</c:v>
                </c:pt>
                <c:pt idx="5">
                  <c:v>0.86060000000000003</c:v>
                </c:pt>
                <c:pt idx="6">
                  <c:v>0.77229999999999999</c:v>
                </c:pt>
                <c:pt idx="7">
                  <c:v>0.69359999999999999</c:v>
                </c:pt>
                <c:pt idx="8">
                  <c:v>0.62350000000000005</c:v>
                </c:pt>
                <c:pt idx="9">
                  <c:v>0.56100000000000005</c:v>
                </c:pt>
                <c:pt idx="10">
                  <c:v>0.50529999999999997</c:v>
                </c:pt>
                <c:pt idx="11">
                  <c:v>0.45569999999999999</c:v>
                </c:pt>
                <c:pt idx="12">
                  <c:v>0.41149999999999998</c:v>
                </c:pt>
                <c:pt idx="13">
                  <c:v>0.37209999999999999</c:v>
                </c:pt>
                <c:pt idx="14">
                  <c:v>0.33700000000000002</c:v>
                </c:pt>
                <c:pt idx="15">
                  <c:v>0.30570000000000003</c:v>
                </c:pt>
                <c:pt idx="16">
                  <c:v>0.27779999999999999</c:v>
                </c:pt>
                <c:pt idx="17">
                  <c:v>0.253</c:v>
                </c:pt>
                <c:pt idx="18">
                  <c:v>0.23089999999999999</c:v>
                </c:pt>
                <c:pt idx="19">
                  <c:v>0.2112</c:v>
                </c:pt>
                <c:pt idx="20">
                  <c:v>0.19359999999999999</c:v>
                </c:pt>
                <c:pt idx="21">
                  <c:v>0.17799999999999999</c:v>
                </c:pt>
                <c:pt idx="22">
                  <c:v>0.16400000000000001</c:v>
                </c:pt>
                <c:pt idx="23">
                  <c:v>0.15160000000000001</c:v>
                </c:pt>
                <c:pt idx="24">
                  <c:v>0.14050000000000001</c:v>
                </c:pt>
                <c:pt idx="25">
                  <c:v>0.13070000000000001</c:v>
                </c:pt>
                <c:pt idx="26">
                  <c:v>0.12189999999999999</c:v>
                </c:pt>
                <c:pt idx="27">
                  <c:v>0.114</c:v>
                </c:pt>
                <c:pt idx="28">
                  <c:v>0.1071</c:v>
                </c:pt>
                <c:pt idx="29">
                  <c:v>0.1008</c:v>
                </c:pt>
                <c:pt idx="30">
                  <c:v>9.5299999999999996E-2</c:v>
                </c:pt>
                <c:pt idx="31">
                  <c:v>9.0399999999999994E-2</c:v>
                </c:pt>
                <c:pt idx="32">
                  <c:v>8.5999999999999993E-2</c:v>
                </c:pt>
                <c:pt idx="33">
                  <c:v>8.2000000000000003E-2</c:v>
                </c:pt>
                <c:pt idx="34">
                  <c:v>7.8600000000000003E-2</c:v>
                </c:pt>
                <c:pt idx="35">
                  <c:v>7.5399999999999995E-2</c:v>
                </c:pt>
                <c:pt idx="36">
                  <c:v>7.2700000000000001E-2</c:v>
                </c:pt>
                <c:pt idx="37">
                  <c:v>7.0199999999999999E-2</c:v>
                </c:pt>
                <c:pt idx="38">
                  <c:v>6.8000000000000005E-2</c:v>
                </c:pt>
                <c:pt idx="39">
                  <c:v>6.6000000000000003E-2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F79-5F4B-9DFC-4181587C8E58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val</c:v>
                </c:pt>
              </c:strCache>
            </c:strRef>
          </c:tx>
          <c:spPr>
            <a:ln w="2540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Sheet1!$A$44:$A$83</c:f>
              <c:numCache>
                <c:formatCode>General</c:formatCode>
                <c:ptCount val="4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22</c:v>
                </c:pt>
                <c:pt idx="8">
                  <c:v>25</c:v>
                </c:pt>
                <c:pt idx="9">
                  <c:v>28</c:v>
                </c:pt>
                <c:pt idx="10">
                  <c:v>31</c:v>
                </c:pt>
                <c:pt idx="11">
                  <c:v>34</c:v>
                </c:pt>
                <c:pt idx="12">
                  <c:v>37</c:v>
                </c:pt>
                <c:pt idx="13">
                  <c:v>40</c:v>
                </c:pt>
                <c:pt idx="14">
                  <c:v>43</c:v>
                </c:pt>
                <c:pt idx="15">
                  <c:v>46</c:v>
                </c:pt>
                <c:pt idx="16">
                  <c:v>49</c:v>
                </c:pt>
                <c:pt idx="17">
                  <c:v>52</c:v>
                </c:pt>
                <c:pt idx="18">
                  <c:v>55</c:v>
                </c:pt>
                <c:pt idx="19">
                  <c:v>58</c:v>
                </c:pt>
                <c:pt idx="20">
                  <c:v>61</c:v>
                </c:pt>
                <c:pt idx="21">
                  <c:v>64</c:v>
                </c:pt>
                <c:pt idx="22">
                  <c:v>67</c:v>
                </c:pt>
                <c:pt idx="23">
                  <c:v>70</c:v>
                </c:pt>
                <c:pt idx="24">
                  <c:v>73</c:v>
                </c:pt>
                <c:pt idx="25">
                  <c:v>76</c:v>
                </c:pt>
                <c:pt idx="26">
                  <c:v>79</c:v>
                </c:pt>
                <c:pt idx="27">
                  <c:v>82</c:v>
                </c:pt>
                <c:pt idx="28">
                  <c:v>85</c:v>
                </c:pt>
                <c:pt idx="29">
                  <c:v>88</c:v>
                </c:pt>
                <c:pt idx="30">
                  <c:v>91</c:v>
                </c:pt>
                <c:pt idx="31">
                  <c:v>94</c:v>
                </c:pt>
                <c:pt idx="32">
                  <c:v>97</c:v>
                </c:pt>
                <c:pt idx="33">
                  <c:v>100</c:v>
                </c:pt>
                <c:pt idx="34">
                  <c:v>103</c:v>
                </c:pt>
                <c:pt idx="35">
                  <c:v>106</c:v>
                </c:pt>
                <c:pt idx="36">
                  <c:v>109</c:v>
                </c:pt>
                <c:pt idx="37">
                  <c:v>112</c:v>
                </c:pt>
                <c:pt idx="38">
                  <c:v>115</c:v>
                </c:pt>
                <c:pt idx="39">
                  <c:v>118</c:v>
                </c:pt>
              </c:numCache>
            </c:numRef>
          </c:xVal>
          <c:yVal>
            <c:numRef>
              <c:f>Sheet1!$B$44:$B$83</c:f>
              <c:numCache>
                <c:formatCode>General</c:formatCode>
                <c:ptCount val="40"/>
                <c:pt idx="0">
                  <c:v>1.6233</c:v>
                </c:pt>
                <c:pt idx="1">
                  <c:v>1.4406000000000001</c:v>
                </c:pt>
                <c:pt idx="2">
                  <c:v>1.2811999999999999</c:v>
                </c:pt>
                <c:pt idx="3">
                  <c:v>1.1420999999999999</c:v>
                </c:pt>
                <c:pt idx="4">
                  <c:v>1.0206999999999999</c:v>
                </c:pt>
                <c:pt idx="5">
                  <c:v>0.91479999999999995</c:v>
                </c:pt>
                <c:pt idx="6">
                  <c:v>0.82240000000000002</c:v>
                </c:pt>
                <c:pt idx="7">
                  <c:v>0.74180000000000001</c:v>
                </c:pt>
                <c:pt idx="8">
                  <c:v>0.67149999999999999</c:v>
                </c:pt>
                <c:pt idx="9">
                  <c:v>0.61009999999999998</c:v>
                </c:pt>
                <c:pt idx="10">
                  <c:v>0.55649999999999999</c:v>
                </c:pt>
                <c:pt idx="11">
                  <c:v>0.50980000000000003</c:v>
                </c:pt>
                <c:pt idx="12">
                  <c:v>0.46910000000000002</c:v>
                </c:pt>
                <c:pt idx="13">
                  <c:v>0.4335</c:v>
                </c:pt>
                <c:pt idx="14">
                  <c:v>0.40789999999999998</c:v>
                </c:pt>
                <c:pt idx="15">
                  <c:v>0.39739999999999998</c:v>
                </c:pt>
                <c:pt idx="16">
                  <c:v>0.39019999999999999</c:v>
                </c:pt>
                <c:pt idx="17">
                  <c:v>0.3861</c:v>
                </c:pt>
                <c:pt idx="18">
                  <c:v>0.3846</c:v>
                </c:pt>
                <c:pt idx="19">
                  <c:v>0.38540000000000002</c:v>
                </c:pt>
                <c:pt idx="20">
                  <c:v>0.38819999999999999</c:v>
                </c:pt>
                <c:pt idx="21">
                  <c:v>0.39279999999999998</c:v>
                </c:pt>
                <c:pt idx="22">
                  <c:v>0.39889999999999998</c:v>
                </c:pt>
                <c:pt idx="23">
                  <c:v>0.40629999999999999</c:v>
                </c:pt>
                <c:pt idx="24">
                  <c:v>0.4148</c:v>
                </c:pt>
                <c:pt idx="25">
                  <c:v>0.4244</c:v>
                </c:pt>
                <c:pt idx="26">
                  <c:v>0.43490000000000001</c:v>
                </c:pt>
                <c:pt idx="27">
                  <c:v>0.4461</c:v>
                </c:pt>
                <c:pt idx="28">
                  <c:v>0.45800000000000002</c:v>
                </c:pt>
                <c:pt idx="29">
                  <c:v>0.47049999999999997</c:v>
                </c:pt>
                <c:pt idx="30">
                  <c:v>0.48349999999999999</c:v>
                </c:pt>
                <c:pt idx="31">
                  <c:v>0.49690000000000001</c:v>
                </c:pt>
                <c:pt idx="32">
                  <c:v>0.51070000000000004</c:v>
                </c:pt>
                <c:pt idx="33">
                  <c:v>0.52490000000000003</c:v>
                </c:pt>
                <c:pt idx="34">
                  <c:v>0.53939999999999999</c:v>
                </c:pt>
                <c:pt idx="35">
                  <c:v>0.55410000000000004</c:v>
                </c:pt>
                <c:pt idx="36">
                  <c:v>0.56910000000000005</c:v>
                </c:pt>
                <c:pt idx="37">
                  <c:v>0.58420000000000005</c:v>
                </c:pt>
                <c:pt idx="38">
                  <c:v>0.59960000000000002</c:v>
                </c:pt>
                <c:pt idx="39">
                  <c:v>0.61499999999999999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F79-5F4B-9DFC-4181587C8E58}"/>
            </c:ext>
          </c:extLst>
        </c:ser>
        <c:ser>
          <c:idx val="2"/>
          <c:order val="2"/>
          <c:tx>
            <c:strRef>
              <c:f>Sheet1!$B$85</c:f>
              <c:strCache>
                <c:ptCount val="1"/>
                <c:pt idx="0">
                  <c:v>stop</c:v>
                </c:pt>
              </c:strCache>
            </c:strRef>
          </c:tx>
          <c:spPr>
            <a:ln w="17780">
              <a:solidFill>
                <a:srgbClr val="20242E"/>
              </a:solidFill>
              <a:prstDash val="sysDash"/>
            </a:ln>
          </c:spPr>
          <c:marker>
            <c:symbol val="none"/>
          </c:marker>
          <c:xVal>
            <c:numRef>
              <c:f>Sheet1!$A$86:$A$125</c:f>
              <c:numCache>
                <c:formatCode>General</c:formatCode>
                <c:ptCount val="40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  <c:pt idx="8">
                  <c:v>55</c:v>
                </c:pt>
                <c:pt idx="9">
                  <c:v>55</c:v>
                </c:pt>
                <c:pt idx="10">
                  <c:v>55</c:v>
                </c:pt>
                <c:pt idx="11">
                  <c:v>55</c:v>
                </c:pt>
                <c:pt idx="12">
                  <c:v>55</c:v>
                </c:pt>
                <c:pt idx="13">
                  <c:v>55</c:v>
                </c:pt>
                <c:pt idx="14">
                  <c:v>55</c:v>
                </c:pt>
                <c:pt idx="15">
                  <c:v>55</c:v>
                </c:pt>
                <c:pt idx="16">
                  <c:v>55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55</c:v>
                </c:pt>
                <c:pt idx="21">
                  <c:v>55</c:v>
                </c:pt>
                <c:pt idx="22">
                  <c:v>55</c:v>
                </c:pt>
                <c:pt idx="23">
                  <c:v>55</c:v>
                </c:pt>
                <c:pt idx="24">
                  <c:v>55</c:v>
                </c:pt>
                <c:pt idx="25">
                  <c:v>55</c:v>
                </c:pt>
                <c:pt idx="26">
                  <c:v>55</c:v>
                </c:pt>
                <c:pt idx="27">
                  <c:v>55</c:v>
                </c:pt>
                <c:pt idx="28">
                  <c:v>55</c:v>
                </c:pt>
                <c:pt idx="29">
                  <c:v>55</c:v>
                </c:pt>
                <c:pt idx="30">
                  <c:v>55</c:v>
                </c:pt>
                <c:pt idx="31">
                  <c:v>55</c:v>
                </c:pt>
                <c:pt idx="32">
                  <c:v>55</c:v>
                </c:pt>
                <c:pt idx="33">
                  <c:v>55</c:v>
                </c:pt>
                <c:pt idx="34">
                  <c:v>55</c:v>
                </c:pt>
                <c:pt idx="35">
                  <c:v>55</c:v>
                </c:pt>
                <c:pt idx="36">
                  <c:v>55</c:v>
                </c:pt>
                <c:pt idx="37">
                  <c:v>55</c:v>
                </c:pt>
                <c:pt idx="38">
                  <c:v>55</c:v>
                </c:pt>
                <c:pt idx="39">
                  <c:v>55</c:v>
                </c:pt>
              </c:numCache>
            </c:numRef>
          </c:xVal>
          <c:yVal>
            <c:numRef>
              <c:f>Sheet1!$B$86:$B$125</c:f>
              <c:numCache>
                <c:formatCode>General</c:formatCode>
                <c:ptCount val="40"/>
                <c:pt idx="0">
                  <c:v>0</c:v>
                </c:pt>
                <c:pt idx="1">
                  <c:v>1.7044650000000001</c:v>
                </c:pt>
                <c:pt idx="2">
                  <c:v>1.7044650000000001</c:v>
                </c:pt>
                <c:pt idx="3">
                  <c:v>1.7044650000000001</c:v>
                </c:pt>
                <c:pt idx="4">
                  <c:v>1.7044650000000001</c:v>
                </c:pt>
                <c:pt idx="5">
                  <c:v>1.7044650000000001</c:v>
                </c:pt>
                <c:pt idx="6">
                  <c:v>1.7044650000000001</c:v>
                </c:pt>
                <c:pt idx="7">
                  <c:v>1.7044650000000001</c:v>
                </c:pt>
                <c:pt idx="8">
                  <c:v>1.7044650000000001</c:v>
                </c:pt>
                <c:pt idx="9">
                  <c:v>1.7044650000000001</c:v>
                </c:pt>
                <c:pt idx="10">
                  <c:v>1.7044650000000001</c:v>
                </c:pt>
                <c:pt idx="11">
                  <c:v>1.7044650000000001</c:v>
                </c:pt>
                <c:pt idx="12">
                  <c:v>1.7044650000000001</c:v>
                </c:pt>
                <c:pt idx="13">
                  <c:v>1.7044650000000001</c:v>
                </c:pt>
                <c:pt idx="14">
                  <c:v>1.7044650000000001</c:v>
                </c:pt>
                <c:pt idx="15">
                  <c:v>1.7044650000000001</c:v>
                </c:pt>
                <c:pt idx="16">
                  <c:v>1.7044650000000001</c:v>
                </c:pt>
                <c:pt idx="17">
                  <c:v>1.7044650000000001</c:v>
                </c:pt>
                <c:pt idx="18">
                  <c:v>1.7044650000000001</c:v>
                </c:pt>
                <c:pt idx="19">
                  <c:v>1.7044650000000001</c:v>
                </c:pt>
                <c:pt idx="20">
                  <c:v>1.7044650000000001</c:v>
                </c:pt>
                <c:pt idx="21">
                  <c:v>1.7044650000000001</c:v>
                </c:pt>
                <c:pt idx="22">
                  <c:v>1.7044650000000001</c:v>
                </c:pt>
                <c:pt idx="23">
                  <c:v>1.7044650000000001</c:v>
                </c:pt>
                <c:pt idx="24">
                  <c:v>1.7044650000000001</c:v>
                </c:pt>
                <c:pt idx="25">
                  <c:v>1.7044650000000001</c:v>
                </c:pt>
                <c:pt idx="26">
                  <c:v>1.7044650000000001</c:v>
                </c:pt>
                <c:pt idx="27">
                  <c:v>1.7044650000000001</c:v>
                </c:pt>
                <c:pt idx="28">
                  <c:v>1.7044650000000001</c:v>
                </c:pt>
                <c:pt idx="29">
                  <c:v>1.7044650000000001</c:v>
                </c:pt>
                <c:pt idx="30">
                  <c:v>1.7044650000000001</c:v>
                </c:pt>
                <c:pt idx="31">
                  <c:v>1.7044650000000001</c:v>
                </c:pt>
                <c:pt idx="32">
                  <c:v>1.7044650000000001</c:v>
                </c:pt>
                <c:pt idx="33">
                  <c:v>1.7044650000000001</c:v>
                </c:pt>
                <c:pt idx="34">
                  <c:v>1.7044650000000001</c:v>
                </c:pt>
                <c:pt idx="35">
                  <c:v>1.7044650000000001</c:v>
                </c:pt>
                <c:pt idx="36">
                  <c:v>1.7044650000000001</c:v>
                </c:pt>
                <c:pt idx="37">
                  <c:v>1.7044650000000001</c:v>
                </c:pt>
                <c:pt idx="38">
                  <c:v>1.7044650000000001</c:v>
                </c:pt>
                <c:pt idx="39">
                  <c:v>1.7044650000000001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F79-5F4B-9DFC-4181587C8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50" b="0">
                    <a:solidFill>
                      <a:srgbClr val="6E7480"/>
                    </a:solidFill>
                    <a:latin typeface="Avenir Book"/>
                  </a:rPr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50" b="0">
                    <a:solidFill>
                      <a:srgbClr val="6E7480"/>
                    </a:solidFill>
                    <a:latin typeface="Avenir Book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50">
          <a:latin typeface="Avenir Book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 penalty</c:v>
                </c:pt>
              </c:strCache>
            </c:strRef>
          </c:tx>
          <c:spPr>
            <a:solidFill>
              <a:srgbClr val="D9DCE3"/>
            </a:solidFill>
            <a:ln>
              <a:noFill/>
            </a:ln>
          </c:spPr>
          <c:invertIfNegative val="1"/>
          <c:cat>
            <c:strRef>
              <c:f>Sheet1!$A$2:$A$16</c:f>
              <c:strCache>
                <c:ptCount val="15"/>
                <c:pt idx="0">
                  <c:v>-4.2</c:v>
                </c:pt>
                <c:pt idx="1">
                  <c:v>-3.6</c:v>
                </c:pt>
                <c:pt idx="2">
                  <c:v>-3.0</c:v>
                </c:pt>
                <c:pt idx="3">
                  <c:v>-2.4</c:v>
                </c:pt>
                <c:pt idx="4">
                  <c:v>-1.8</c:v>
                </c:pt>
                <c:pt idx="5">
                  <c:v>-1.2</c:v>
                </c:pt>
                <c:pt idx="6">
                  <c:v>-0.6</c:v>
                </c:pt>
                <c:pt idx="7">
                  <c:v>0.0</c:v>
                </c:pt>
                <c:pt idx="8">
                  <c:v>0.6</c:v>
                </c:pt>
                <c:pt idx="9">
                  <c:v>1.2</c:v>
                </c:pt>
                <c:pt idx="10">
                  <c:v>1.8</c:v>
                </c:pt>
                <c:pt idx="11">
                  <c:v>2.4</c:v>
                </c:pt>
                <c:pt idx="12">
                  <c:v>3.0</c:v>
                </c:pt>
                <c:pt idx="13">
                  <c:v>3.6</c:v>
                </c:pt>
                <c:pt idx="14">
                  <c:v>4.2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</c:v>
                </c:pt>
                <c:pt idx="1">
                  <c:v>26</c:v>
                </c:pt>
                <c:pt idx="2">
                  <c:v>60</c:v>
                </c:pt>
                <c:pt idx="3">
                  <c:v>125</c:v>
                </c:pt>
                <c:pt idx="4">
                  <c:v>285</c:v>
                </c:pt>
                <c:pt idx="5">
                  <c:v>491</c:v>
                </c:pt>
                <c:pt idx="6">
                  <c:v>632</c:v>
                </c:pt>
                <c:pt idx="7">
                  <c:v>717</c:v>
                </c:pt>
                <c:pt idx="8">
                  <c:v>635</c:v>
                </c:pt>
                <c:pt idx="9">
                  <c:v>482</c:v>
                </c:pt>
                <c:pt idx="10">
                  <c:v>288</c:v>
                </c:pt>
                <c:pt idx="11">
                  <c:v>170</c:v>
                </c:pt>
                <c:pt idx="12">
                  <c:v>56</c:v>
                </c:pt>
                <c:pt idx="13">
                  <c:v>16</c:v>
                </c:pt>
                <c:pt idx="1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768-4D4E-AB88-D2683A84F1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weight decay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</c:spPr>
          <c:invertIfNegative val="1"/>
          <c:cat>
            <c:strRef>
              <c:f>Sheet1!$A$2:$A$16</c:f>
              <c:strCache>
                <c:ptCount val="15"/>
                <c:pt idx="0">
                  <c:v>-4.2</c:v>
                </c:pt>
                <c:pt idx="1">
                  <c:v>-3.6</c:v>
                </c:pt>
                <c:pt idx="2">
                  <c:v>-3.0</c:v>
                </c:pt>
                <c:pt idx="3">
                  <c:v>-2.4</c:v>
                </c:pt>
                <c:pt idx="4">
                  <c:v>-1.8</c:v>
                </c:pt>
                <c:pt idx="5">
                  <c:v>-1.2</c:v>
                </c:pt>
                <c:pt idx="6">
                  <c:v>-0.6</c:v>
                </c:pt>
                <c:pt idx="7">
                  <c:v>0.0</c:v>
                </c:pt>
                <c:pt idx="8">
                  <c:v>0.6</c:v>
                </c:pt>
                <c:pt idx="9">
                  <c:v>1.2</c:v>
                </c:pt>
                <c:pt idx="10">
                  <c:v>1.8</c:v>
                </c:pt>
                <c:pt idx="11">
                  <c:v>2.4</c:v>
                </c:pt>
                <c:pt idx="12">
                  <c:v>3.0</c:v>
                </c:pt>
                <c:pt idx="13">
                  <c:v>3.6</c:v>
                </c:pt>
                <c:pt idx="14">
                  <c:v>4.2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47</c:v>
                </c:pt>
                <c:pt idx="6">
                  <c:v>860</c:v>
                </c:pt>
                <c:pt idx="7">
                  <c:v>2115</c:v>
                </c:pt>
                <c:pt idx="8">
                  <c:v>910</c:v>
                </c:pt>
                <c:pt idx="9">
                  <c:v>67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768-4D4E-AB88-D2683A84F1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50" b="0">
                    <a:solidFill>
                      <a:srgbClr val="6E7480"/>
                    </a:solidFill>
                    <a:latin typeface="Avenir Book"/>
                  </a:rPr>
                  <a:t>count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750">
          <a:latin typeface="Avenir Book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33CFB-38FB-8644-93CC-FED21D256B6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F54B2-B332-1A41-85F8-CDB863894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GPU availability and add datasets availability for images, PDB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F54B2-B332-1A41-85F8-CDB863894A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5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5iv.labs.arxiv.org/html/1712.09913" TargetMode="Externa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Introduction to Deep Learning for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3776" y="600760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J. Schleinitz  ·  Monday, August 10, 2026  ·  RSC 275, Caltech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2D57A0C-2986-B0C3-EA18-84E16FD8D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1351774"/>
            <a:ext cx="7772400" cy="42394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9518-B5CB-E455-0B20-FBD9AF98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044A10-CCD1-B046-35CB-87C093B34892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Timeline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8F13F9-11E2-24C8-E289-FF4B09260F1A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ABE6A296-6572-C45E-0F54-CF3DABC6D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8E894C9-C5FD-6F0E-9F04-470CF9E02B95}"/>
              </a:ext>
            </a:extLst>
          </p:cNvPr>
          <p:cNvCxnSpPr/>
          <p:nvPr/>
        </p:nvCxnSpPr>
        <p:spPr>
          <a:xfrm>
            <a:off x="502920" y="3474720"/>
            <a:ext cx="11201400" cy="0"/>
          </a:xfrm>
          <a:prstGeom prst="line">
            <a:avLst/>
          </a:prstGeom>
          <a:ln w="2540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71CF56C-1CB1-BFEC-B491-D6C0A9F0AC07}"/>
              </a:ext>
            </a:extLst>
          </p:cNvPr>
          <p:cNvGrpSpPr/>
          <p:nvPr/>
        </p:nvGrpSpPr>
        <p:grpSpPr>
          <a:xfrm>
            <a:off x="502920" y="3145536"/>
            <a:ext cx="1600200" cy="1435608"/>
            <a:chOff x="502920" y="3145536"/>
            <a:chExt cx="1600200" cy="1435608"/>
          </a:xfrm>
        </p:grpSpPr>
        <p:cxnSp>
          <p:nvCxnSpPr>
            <p:cNvPr id="7" name="Connector 6">
              <a:extLst>
                <a:ext uri="{FF2B5EF4-FFF2-40B4-BE49-F238E27FC236}">
                  <a16:creationId xmlns:a16="http://schemas.microsoft.com/office/drawing/2014/main" id="{53FF4A0D-8E0B-2DF9-ECB4-EA53E5358E69}"/>
                </a:ext>
              </a:extLst>
            </p:cNvPr>
            <p:cNvCxnSpPr/>
            <p:nvPr/>
          </p:nvCxnSpPr>
          <p:spPr>
            <a:xfrm>
              <a:off x="1303020" y="3474720"/>
              <a:ext cx="0" cy="256032"/>
            </a:xfrm>
            <a:prstGeom prst="line">
              <a:avLst/>
            </a:prstGeom>
            <a:ln w="2286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6B37CA0-40FA-F8ED-C9EB-00221118B90F}"/>
                </a:ext>
              </a:extLst>
            </p:cNvPr>
            <p:cNvSpPr/>
            <p:nvPr/>
          </p:nvSpPr>
          <p:spPr>
            <a:xfrm>
              <a:off x="1225296" y="3396996"/>
              <a:ext cx="155448" cy="155448"/>
            </a:xfrm>
            <a:prstGeom prst="ellipse">
              <a:avLst/>
            </a:prstGeom>
            <a:solidFill>
              <a:srgbClr val="15608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F0C4C2-27F0-2BEC-AA36-31A54705EB9B}"/>
                </a:ext>
              </a:extLst>
            </p:cNvPr>
            <p:cNvSpPr txBox="1"/>
            <p:nvPr/>
          </p:nvSpPr>
          <p:spPr>
            <a:xfrm>
              <a:off x="502920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156082"/>
                  </a:solidFill>
                  <a:latin typeface="Avenir Book"/>
                </a:rPr>
                <a:t>1958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2BEACD-2D1A-4D8B-58F2-14B8D263AECF}"/>
                </a:ext>
              </a:extLst>
            </p:cNvPr>
            <p:cNvSpPr txBox="1"/>
            <p:nvPr/>
          </p:nvSpPr>
          <p:spPr>
            <a:xfrm>
              <a:off x="502920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Perceptron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82B8CE-D412-3E5A-9547-F761E05831DB}"/>
                </a:ext>
              </a:extLst>
            </p:cNvPr>
            <p:cNvSpPr txBox="1"/>
            <p:nvPr/>
          </p:nvSpPr>
          <p:spPr>
            <a:xfrm>
              <a:off x="502920" y="4151376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Rosenblatt builds the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DF07CB-8EFF-02B6-3860-5234C924A554}"/>
                </a:ext>
              </a:extLst>
            </p:cNvPr>
            <p:cNvSpPr txBox="1"/>
            <p:nvPr/>
          </p:nvSpPr>
          <p:spPr>
            <a:xfrm>
              <a:off x="502920" y="4352544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first trainable neuron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DAC0DD0-AD52-00C7-92B5-BF41E882AC30}"/>
              </a:ext>
            </a:extLst>
          </p:cNvPr>
          <p:cNvGrpSpPr/>
          <p:nvPr/>
        </p:nvGrpSpPr>
        <p:grpSpPr>
          <a:xfrm>
            <a:off x="2723606" y="2359152"/>
            <a:ext cx="1600200" cy="1444752"/>
            <a:chOff x="2723606" y="2359152"/>
            <a:chExt cx="1600200" cy="1444752"/>
          </a:xfrm>
        </p:grpSpPr>
        <p:cxnSp>
          <p:nvCxnSpPr>
            <p:cNvPr id="13" name="Connector 12">
              <a:extLst>
                <a:ext uri="{FF2B5EF4-FFF2-40B4-BE49-F238E27FC236}">
                  <a16:creationId xmlns:a16="http://schemas.microsoft.com/office/drawing/2014/main" id="{74415611-8565-3C81-6650-98D708BD0082}"/>
                </a:ext>
              </a:extLst>
            </p:cNvPr>
            <p:cNvCxnSpPr/>
            <p:nvPr/>
          </p:nvCxnSpPr>
          <p:spPr>
            <a:xfrm flipV="1">
              <a:off x="3523706" y="3218687"/>
              <a:ext cx="0" cy="256033"/>
            </a:xfrm>
            <a:prstGeom prst="line">
              <a:avLst/>
            </a:prstGeom>
            <a:ln w="2286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22BCDA-F232-9A0C-C510-DC5A49AF33AD}"/>
                </a:ext>
              </a:extLst>
            </p:cNvPr>
            <p:cNvSpPr/>
            <p:nvPr/>
          </p:nvSpPr>
          <p:spPr>
            <a:xfrm>
              <a:off x="3445982" y="3396996"/>
              <a:ext cx="155448" cy="155448"/>
            </a:xfrm>
            <a:prstGeom prst="ellipse">
              <a:avLst/>
            </a:prstGeom>
            <a:solidFill>
              <a:srgbClr val="15608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64D831-E7C3-84B3-4C69-7BD35C4C00AE}"/>
                </a:ext>
              </a:extLst>
            </p:cNvPr>
            <p:cNvSpPr txBox="1"/>
            <p:nvPr/>
          </p:nvSpPr>
          <p:spPr>
            <a:xfrm>
              <a:off x="2723606" y="3566160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156082"/>
                  </a:solidFill>
                  <a:latin typeface="Avenir Book"/>
                </a:rPr>
                <a:t>1986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FBC8D9-2535-467A-CBC0-49997A21DDB6}"/>
                </a:ext>
              </a:extLst>
            </p:cNvPr>
            <p:cNvSpPr txBox="1"/>
            <p:nvPr/>
          </p:nvSpPr>
          <p:spPr>
            <a:xfrm>
              <a:off x="2723606" y="2816352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Backpropagation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8234A0-7536-F035-E853-2CB09AEF468E}"/>
                </a:ext>
              </a:extLst>
            </p:cNvPr>
            <p:cNvSpPr txBox="1"/>
            <p:nvPr/>
          </p:nvSpPr>
          <p:spPr>
            <a:xfrm>
              <a:off x="2723606" y="2359152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 dirty="0">
                  <a:solidFill>
                    <a:srgbClr val="6E7480"/>
                  </a:solidFill>
                  <a:latin typeface="Avenir Book"/>
                </a:rPr>
                <a:t>Rumelhart, Hinton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041FD4-70B4-C8FA-DAD5-61D70A63FBC4}"/>
                </a:ext>
              </a:extLst>
            </p:cNvPr>
            <p:cNvSpPr txBox="1"/>
            <p:nvPr/>
          </p:nvSpPr>
          <p:spPr>
            <a:xfrm>
              <a:off x="2723606" y="2560320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&amp; Williams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57B4932-0E81-8F9D-2CB5-B0C00715DCED}"/>
              </a:ext>
            </a:extLst>
          </p:cNvPr>
          <p:cNvGrpSpPr/>
          <p:nvPr/>
        </p:nvGrpSpPr>
        <p:grpSpPr>
          <a:xfrm>
            <a:off x="5205549" y="3145536"/>
            <a:ext cx="1600200" cy="1435608"/>
            <a:chOff x="5205549" y="3145536"/>
            <a:chExt cx="1600200" cy="1435608"/>
          </a:xfrm>
        </p:grpSpPr>
        <p:cxnSp>
          <p:nvCxnSpPr>
            <p:cNvPr id="19" name="Connector 18">
              <a:extLst>
                <a:ext uri="{FF2B5EF4-FFF2-40B4-BE49-F238E27FC236}">
                  <a16:creationId xmlns:a16="http://schemas.microsoft.com/office/drawing/2014/main" id="{031100F2-2922-1D87-F2BA-F5B293413607}"/>
                </a:ext>
              </a:extLst>
            </p:cNvPr>
            <p:cNvCxnSpPr/>
            <p:nvPr/>
          </p:nvCxnSpPr>
          <p:spPr>
            <a:xfrm>
              <a:off x="6005649" y="3474720"/>
              <a:ext cx="0" cy="256032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66CA7A3-38F9-E92D-8BF3-508AC097FF65}"/>
                </a:ext>
              </a:extLst>
            </p:cNvPr>
            <p:cNvSpPr/>
            <p:nvPr/>
          </p:nvSpPr>
          <p:spPr>
            <a:xfrm>
              <a:off x="5927925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C16374-0212-1EF3-FB84-127DBBFA5570}"/>
                </a:ext>
              </a:extLst>
            </p:cNvPr>
            <p:cNvSpPr txBox="1"/>
            <p:nvPr/>
          </p:nvSpPr>
          <p:spPr>
            <a:xfrm>
              <a:off x="5205549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7D3903-8782-095E-92D4-C8327A85EDA2}"/>
                </a:ext>
              </a:extLst>
            </p:cNvPr>
            <p:cNvSpPr txBox="1"/>
            <p:nvPr/>
          </p:nvSpPr>
          <p:spPr>
            <a:xfrm>
              <a:off x="5205549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AlexNet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54472EA-24A5-B48D-1484-9A0017978D97}"/>
                </a:ext>
              </a:extLst>
            </p:cNvPr>
            <p:cNvSpPr txBox="1"/>
            <p:nvPr/>
          </p:nvSpPr>
          <p:spPr>
            <a:xfrm>
              <a:off x="5205549" y="4151376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15.3% vs 26.2% error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A16F0A3-C5D7-7E9F-9D35-28097B09DFBD}"/>
                </a:ext>
              </a:extLst>
            </p:cNvPr>
            <p:cNvSpPr txBox="1"/>
            <p:nvPr/>
          </p:nvSpPr>
          <p:spPr>
            <a:xfrm>
              <a:off x="5205549" y="4352544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on ImageNet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7A41886-E4EE-05EE-77D3-CD3A9288185E}"/>
              </a:ext>
            </a:extLst>
          </p:cNvPr>
          <p:cNvGrpSpPr/>
          <p:nvPr/>
        </p:nvGrpSpPr>
        <p:grpSpPr>
          <a:xfrm>
            <a:off x="7067008" y="2359152"/>
            <a:ext cx="4942112" cy="2221992"/>
            <a:chOff x="7067008" y="2359152"/>
            <a:chExt cx="4942112" cy="2221992"/>
          </a:xfrm>
        </p:grpSpPr>
        <p:cxnSp>
          <p:nvCxnSpPr>
            <p:cNvPr id="25" name="Connector 24">
              <a:extLst>
                <a:ext uri="{FF2B5EF4-FFF2-40B4-BE49-F238E27FC236}">
                  <a16:creationId xmlns:a16="http://schemas.microsoft.com/office/drawing/2014/main" id="{94C4E97A-7134-145C-4C3C-EF65E922DEF1}"/>
                </a:ext>
              </a:extLst>
            </p:cNvPr>
            <p:cNvCxnSpPr/>
            <p:nvPr/>
          </p:nvCxnSpPr>
          <p:spPr>
            <a:xfrm flipV="1">
              <a:off x="7867108" y="3218687"/>
              <a:ext cx="0" cy="256033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207907-702B-E3F3-F26B-1F4F03596D49}"/>
                </a:ext>
              </a:extLst>
            </p:cNvPr>
            <p:cNvSpPr/>
            <p:nvPr/>
          </p:nvSpPr>
          <p:spPr>
            <a:xfrm>
              <a:off x="7789384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D14FD5-FAAB-E5EE-C8D8-77D4B165BF7F}"/>
                </a:ext>
              </a:extLst>
            </p:cNvPr>
            <p:cNvSpPr txBox="1"/>
            <p:nvPr/>
          </p:nvSpPr>
          <p:spPr>
            <a:xfrm>
              <a:off x="7067008" y="3566160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2017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0A7B7F-003B-5AFE-3D97-38C7293E34F9}"/>
                </a:ext>
              </a:extLst>
            </p:cNvPr>
            <p:cNvSpPr txBox="1"/>
            <p:nvPr/>
          </p:nvSpPr>
          <p:spPr>
            <a:xfrm>
              <a:off x="7067008" y="2816352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MPNNs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4CE55BF-C3F6-2DD8-80B8-DA3364108156}"/>
                </a:ext>
              </a:extLst>
            </p:cNvPr>
            <p:cNvSpPr txBox="1"/>
            <p:nvPr/>
          </p:nvSpPr>
          <p:spPr>
            <a:xfrm>
              <a:off x="7067008" y="2359152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message passing for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4CC3E2-A45E-2A4A-5CCB-D297AE9CABCF}"/>
                </a:ext>
              </a:extLst>
            </p:cNvPr>
            <p:cNvSpPr txBox="1"/>
            <p:nvPr/>
          </p:nvSpPr>
          <p:spPr>
            <a:xfrm>
              <a:off x="7067008" y="2560320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quantum chemistry</a:t>
              </a:r>
            </a:p>
          </p:txBody>
        </p:sp>
        <p:cxnSp>
          <p:nvCxnSpPr>
            <p:cNvPr id="31" name="Connector 30">
              <a:extLst>
                <a:ext uri="{FF2B5EF4-FFF2-40B4-BE49-F238E27FC236}">
                  <a16:creationId xmlns:a16="http://schemas.microsoft.com/office/drawing/2014/main" id="{3693CAA4-A69D-247A-41B4-E4C9A8743D2D}"/>
                </a:ext>
              </a:extLst>
            </p:cNvPr>
            <p:cNvCxnSpPr/>
            <p:nvPr/>
          </p:nvCxnSpPr>
          <p:spPr>
            <a:xfrm>
              <a:off x="9772108" y="3474720"/>
              <a:ext cx="0" cy="256032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E2F59D8-F579-2A8E-6AEF-A809FA90CA41}"/>
                </a:ext>
              </a:extLst>
            </p:cNvPr>
            <p:cNvSpPr/>
            <p:nvPr/>
          </p:nvSpPr>
          <p:spPr>
            <a:xfrm>
              <a:off x="9694384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47EA81D-E995-3A5D-C275-F47CCBDEBB09}"/>
                </a:ext>
              </a:extLst>
            </p:cNvPr>
            <p:cNvSpPr txBox="1"/>
            <p:nvPr/>
          </p:nvSpPr>
          <p:spPr>
            <a:xfrm>
              <a:off x="8972008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2021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6FEB39-00C7-E00D-7B11-42CBF364728B}"/>
                </a:ext>
              </a:extLst>
            </p:cNvPr>
            <p:cNvSpPr txBox="1"/>
            <p:nvPr/>
          </p:nvSpPr>
          <p:spPr>
            <a:xfrm>
              <a:off x="8972008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AlphaFold2</a:t>
              </a:r>
            </a:p>
          </p:txBody>
        </p:sp>
        <p:cxnSp>
          <p:nvCxnSpPr>
            <p:cNvPr id="37" name="Connector 36">
              <a:extLst>
                <a:ext uri="{FF2B5EF4-FFF2-40B4-BE49-F238E27FC236}">
                  <a16:creationId xmlns:a16="http://schemas.microsoft.com/office/drawing/2014/main" id="{D0D59F3B-B6A0-79CF-E571-ECF66212BDE7}"/>
                </a:ext>
              </a:extLst>
            </p:cNvPr>
            <p:cNvCxnSpPr/>
            <p:nvPr/>
          </p:nvCxnSpPr>
          <p:spPr>
            <a:xfrm flipV="1">
              <a:off x="10457906" y="3218687"/>
              <a:ext cx="0" cy="256033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00822B6-567B-5A75-06CA-47CE20B26F11}"/>
                </a:ext>
              </a:extLst>
            </p:cNvPr>
            <p:cNvSpPr/>
            <p:nvPr/>
          </p:nvSpPr>
          <p:spPr>
            <a:xfrm>
              <a:off x="10380182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DB0D633-5327-7F46-6662-0B35FA5F1D33}"/>
                </a:ext>
              </a:extLst>
            </p:cNvPr>
            <p:cNvSpPr txBox="1"/>
            <p:nvPr/>
          </p:nvSpPr>
          <p:spPr>
            <a:xfrm>
              <a:off x="9657806" y="3566160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2023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A0F8A08-E923-A9BD-07CB-32036D6E1103}"/>
                </a:ext>
              </a:extLst>
            </p:cNvPr>
            <p:cNvSpPr txBox="1"/>
            <p:nvPr/>
          </p:nvSpPr>
          <p:spPr>
            <a:xfrm>
              <a:off x="9657806" y="2816352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GNoME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6283FED-56F4-51D2-6280-AF2AAAEB3D52}"/>
                </a:ext>
              </a:extLst>
            </p:cNvPr>
            <p:cNvSpPr txBox="1"/>
            <p:nvPr/>
          </p:nvSpPr>
          <p:spPr>
            <a:xfrm>
              <a:off x="9657806" y="2359152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380k+ new stable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DC77D41-7ACD-D2AB-74D2-BA6793EDEDCD}"/>
                </a:ext>
              </a:extLst>
            </p:cNvPr>
            <p:cNvSpPr txBox="1"/>
            <p:nvPr/>
          </p:nvSpPr>
          <p:spPr>
            <a:xfrm>
              <a:off x="9657806" y="2560320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 dirty="0">
                  <a:solidFill>
                    <a:srgbClr val="6E7480"/>
                  </a:solidFill>
                  <a:latin typeface="Avenir Book"/>
                </a:rPr>
                <a:t>crystals predicted</a:t>
              </a:r>
            </a:p>
          </p:txBody>
        </p:sp>
        <p:cxnSp>
          <p:nvCxnSpPr>
            <p:cNvPr id="43" name="Connector 42">
              <a:extLst>
                <a:ext uri="{FF2B5EF4-FFF2-40B4-BE49-F238E27FC236}">
                  <a16:creationId xmlns:a16="http://schemas.microsoft.com/office/drawing/2014/main" id="{43BC1541-A767-CC20-7AA5-0B401B2069E4}"/>
                </a:ext>
              </a:extLst>
            </p:cNvPr>
            <p:cNvCxnSpPr/>
            <p:nvPr/>
          </p:nvCxnSpPr>
          <p:spPr>
            <a:xfrm>
              <a:off x="11209020" y="3474720"/>
              <a:ext cx="0" cy="256032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7C74B02-2FEC-55A4-403C-292611493FA8}"/>
                </a:ext>
              </a:extLst>
            </p:cNvPr>
            <p:cNvSpPr/>
            <p:nvPr/>
          </p:nvSpPr>
          <p:spPr>
            <a:xfrm>
              <a:off x="11131296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7505356-F72D-B224-1218-D181B506DBE8}"/>
                </a:ext>
              </a:extLst>
            </p:cNvPr>
            <p:cNvSpPr txBox="1"/>
            <p:nvPr/>
          </p:nvSpPr>
          <p:spPr>
            <a:xfrm>
              <a:off x="10408920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2024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A1A179B-5186-731C-DFB6-3208A814B658}"/>
                </a:ext>
              </a:extLst>
            </p:cNvPr>
            <p:cNvSpPr txBox="1"/>
            <p:nvPr/>
          </p:nvSpPr>
          <p:spPr>
            <a:xfrm>
              <a:off x="10408920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Two Nobel Prizes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2C1D8E8-AECB-608F-100D-61FE38A1974D}"/>
                </a:ext>
              </a:extLst>
            </p:cNvPr>
            <p:cNvSpPr txBox="1"/>
            <p:nvPr/>
          </p:nvSpPr>
          <p:spPr>
            <a:xfrm>
              <a:off x="10408920" y="4151376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Physics: neural networks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DFA09E1-448D-962D-F87D-A01F16C47FC1}"/>
                </a:ext>
              </a:extLst>
            </p:cNvPr>
            <p:cNvSpPr txBox="1"/>
            <p:nvPr/>
          </p:nvSpPr>
          <p:spPr>
            <a:xfrm>
              <a:off x="10408920" y="4352544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Chemistry: protein 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104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Importance of weights initialization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Deep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35788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371600"/>
            <a:ext cx="395771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Machine learning:</a:t>
            </a:r>
            <a:r>
              <a:rPr lang="en-US" sz="1550" b="1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550" i="0" dirty="0">
                <a:solidFill>
                  <a:srgbClr val="20242E"/>
                </a:solidFill>
                <a:latin typeface="Avenir Book"/>
              </a:rPr>
              <a:t>supervised learning a function between input and labels</a:t>
            </a:r>
            <a:endParaRPr sz="15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9798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11701"/>
            <a:ext cx="47492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Deep learning: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many-layer neural networks</a:t>
            </a:r>
            <a:r>
              <a:rPr lang="en-US" sz="1550" dirty="0">
                <a:solidFill>
                  <a:srgbClr val="20242E"/>
                </a:solidFill>
                <a:latin typeface="Avenir Book"/>
              </a:rPr>
              <a:t>.</a:t>
            </a:r>
            <a:endParaRPr sz="155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95160" y="2057400"/>
            <a:ext cx="4572000" cy="310896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17780"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21762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7480"/>
                </a:solidFill>
                <a:latin typeface="Avenir Book"/>
              </a:rPr>
              <a:t>ARTIFICIAL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537460"/>
            <a:ext cx="3291840" cy="2148840"/>
          </a:xfrm>
          <a:prstGeom prst="roundRect">
            <a:avLst>
              <a:gd name="adj" fmla="val 16000"/>
            </a:avLst>
          </a:prstGeom>
          <a:solidFill>
            <a:srgbClr val="FBE4D6"/>
          </a:solidFill>
          <a:ln w="17780">
            <a:solidFill>
              <a:srgbClr val="FB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651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4551F"/>
                </a:solidFill>
                <a:latin typeface="Avenir Book"/>
              </a:rPr>
              <a:t>MACHINE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8180" y="3131820"/>
            <a:ext cx="1965960" cy="96012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8180" y="31546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DEEP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180" y="342900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Book"/>
              </a:rPr>
              <a:t>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Deep learning </a:t>
            </a:r>
            <a:r>
              <a:rPr lang="en-US" sz="2800" dirty="0">
                <a:solidFill>
                  <a:srgbClr val="20242E"/>
                </a:solidFill>
                <a:latin typeface="Avenir Book"/>
              </a:rPr>
              <a:t>and</a:t>
            </a:r>
            <a:r>
              <a:rPr sz="2800" dirty="0">
                <a:solidFill>
                  <a:srgbClr val="20242E"/>
                </a:solidFill>
                <a:latin typeface="Avenir Book"/>
              </a:rPr>
              <a:t>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venir Book"/>
                        </a:rPr>
                        <a:t>Breakthrough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venir Book"/>
                        </a:rPr>
                        <a:t>What it did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FFFFFF"/>
                          </a:solidFill>
                          <a:latin typeface="Avenir Book"/>
                        </a:rPr>
                        <a:t>Why it mattered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AlphaFold2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56082"/>
                          </a:solidFill>
                          <a:latin typeface="Avenir Book"/>
                        </a:rPr>
                        <a:t>(2021)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dirty="0">
                          <a:solidFill>
                            <a:srgbClr val="6E7480"/>
                          </a:solidFill>
                          <a:latin typeface="Avenir Book"/>
                        </a:rPr>
                        <a:t>predicted protein structures to ~1 </a:t>
                      </a:r>
                      <a:r>
                        <a:rPr sz="1050" b="0" dirty="0" err="1">
                          <a:solidFill>
                            <a:srgbClr val="6E7480"/>
                          </a:solidFill>
                          <a:latin typeface="Avenir Book"/>
                        </a:rPr>
                        <a:t>Å</a:t>
                      </a:r>
                      <a:endParaRPr sz="1050" b="0" dirty="0">
                        <a:solidFill>
                          <a:srgbClr val="6E7480"/>
                        </a:solidFill>
                        <a:latin typeface="Avenir Book"/>
                      </a:endParaRP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 dirty="0">
                          <a:solidFill>
                            <a:srgbClr val="20242E"/>
                          </a:solidFill>
                          <a:latin typeface="Avenir Book"/>
                        </a:rPr>
                        <a:t>backbone accuracy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dirty="0">
                          <a:solidFill>
                            <a:srgbClr val="6E7480"/>
                          </a:solidFill>
                          <a:latin typeface="Avenir Book"/>
                        </a:rPr>
                        <a:t>~200M structures released — a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 dirty="0">
                          <a:solidFill>
                            <a:srgbClr val="20242E"/>
                          </a:solidFill>
                          <a:latin typeface="Avenir Book"/>
                        </a:rPr>
                        <a:t>50-year-old problem largely solved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MPNNs for quantum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56082"/>
                          </a:solidFill>
                          <a:latin typeface="Avenir Book"/>
                        </a:rPr>
                        <a:t>chemistry (2017)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E7480"/>
                          </a:solidFill>
                          <a:latin typeface="Avenir Book"/>
                        </a:rPr>
                        <a:t>learned DFT-level molecular properties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20242E"/>
                          </a:solidFill>
                          <a:latin typeface="Avenir Book"/>
                        </a:rPr>
                        <a:t>from the molecular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dirty="0">
                          <a:solidFill>
                            <a:srgbClr val="6E7480"/>
                          </a:solidFill>
                          <a:latin typeface="Avenir Book"/>
                        </a:rPr>
                        <a:t>molecular property prediction at a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 dirty="0">
                          <a:solidFill>
                            <a:srgbClr val="20242E"/>
                          </a:solidFill>
                          <a:latin typeface="Avenir Book"/>
                        </a:rPr>
                        <a:t>fraction of the DFT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GNoME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56082"/>
                          </a:solidFill>
                          <a:latin typeface="Avenir Book"/>
                        </a:rPr>
                        <a:t>(2023)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E7480"/>
                          </a:solidFill>
                          <a:latin typeface="Avenir Book"/>
                        </a:rPr>
                        <a:t>screened candidate crystals, DFT-verified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20242E"/>
                          </a:solidFill>
                          <a:latin typeface="Avenir Book"/>
                        </a:rPr>
                        <a:t>only the promising ones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dirty="0">
                          <a:solidFill>
                            <a:srgbClr val="6E7480"/>
                          </a:solidFill>
                          <a:latin typeface="Avenir Book"/>
                        </a:rPr>
                        <a:t>380,000+ new stable materials;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 dirty="0">
                          <a:solidFill>
                            <a:srgbClr val="20242E"/>
                          </a:solidFill>
                          <a:latin typeface="Avenir Book"/>
                        </a:rPr>
                        <a:t>736 experimentally </a:t>
                      </a:r>
                      <a:r>
                        <a:rPr sz="1350" b="1" dirty="0" err="1">
                          <a:solidFill>
                            <a:srgbClr val="20242E"/>
                          </a:solidFill>
                          <a:latin typeface="Avenir Book"/>
                        </a:rPr>
                        <a:t>realised</a:t>
                      </a:r>
                      <a:endParaRPr sz="1350" b="1" dirty="0">
                        <a:solidFill>
                          <a:srgbClr val="20242E"/>
                        </a:solidFill>
                        <a:latin typeface="Avenir Book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Retrosynthesis &amp;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56082"/>
                          </a:solidFill>
                          <a:latin typeface="Avenir Book"/>
                        </a:rPr>
                        <a:t>reaction prediction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6E7480"/>
                          </a:solidFill>
                          <a:latin typeface="Avenir Book"/>
                        </a:rPr>
                        <a:t>learned reaction rules from millions of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20242E"/>
                          </a:solidFill>
                          <a:latin typeface="Avenir Book"/>
                        </a:rPr>
                        <a:t>literature reactions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dirty="0">
                          <a:solidFill>
                            <a:srgbClr val="6E7480"/>
                          </a:solidFill>
                          <a:latin typeface="Avenir Book"/>
                        </a:rPr>
                        <a:t>route planning that competes with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50" b="1" dirty="0">
                          <a:solidFill>
                            <a:srgbClr val="20242E"/>
                          </a:solidFill>
                          <a:latin typeface="Avenir Book"/>
                        </a:rPr>
                        <a:t>expert chemists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Jumper et al. Nature 596, 583 (2021)  ·  Gilmer et al. ICML (2017)  ·  Merchant et al. Nature 624, 80 (2023)  ·  Segler et al. Nature 555, 604 (2018)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2024: two Nobel Prizes for neural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56082"/>
                </a:solidFill>
                <a:latin typeface="Avenir Book"/>
              </a:rPr>
              <a:t>Physics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42E"/>
                </a:solidFill>
                <a:latin typeface="Avenir Book"/>
              </a:rPr>
              <a:t>John Hopfield  ·  Geoffrey Hinton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6E7480"/>
                </a:solidFill>
                <a:latin typeface="Avenir Book"/>
              </a:rPr>
              <a:t>“for foundational discoveries and inventions that enable machine learning with artificial neural networks”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0242E"/>
                </a:solidFill>
                <a:latin typeface="Avenir Book"/>
              </a:rPr>
              <a:t>The methods came from statistical physics — Hopfield networks and the Boltzmann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57276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B4551F"/>
                </a:solidFill>
                <a:latin typeface="Avenir Book"/>
              </a:rPr>
              <a:t>Chemistry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42E"/>
                </a:solidFill>
                <a:latin typeface="Avenir Book"/>
              </a:rPr>
              <a:t>David Baker  ·  Demis Hassabis  ·  John Jumper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95728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6E7480"/>
                </a:solidFill>
                <a:latin typeface="Avenir Book"/>
              </a:rPr>
              <a:t>“for computational protein design” and “for protein structure prediction”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0242E"/>
                </a:solidFill>
                <a:latin typeface="Avenir Book"/>
              </a:rPr>
              <a:t>AlphaFold2 predicted structures for essentially every protein known to science.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09160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764024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The tools of this lecture are now mainstream chemistry — and they were recognised in both physics and chemistry in the same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1EAF-28E1-CEF9-20F1-9747028D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A4D442-0CBE-8757-C7F9-8948CEE9F5E9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Timeline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76BA9-86C4-B7B1-C6B6-BD91409BB58A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FF346424-F4A4-5766-40AB-8F5142A72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EAD37AE-089D-4D29-A4BD-ACE1D9A67D3D}"/>
              </a:ext>
            </a:extLst>
          </p:cNvPr>
          <p:cNvCxnSpPr/>
          <p:nvPr/>
        </p:nvCxnSpPr>
        <p:spPr>
          <a:xfrm>
            <a:off x="502920" y="3474720"/>
            <a:ext cx="11201400" cy="0"/>
          </a:xfrm>
          <a:prstGeom prst="line">
            <a:avLst/>
          </a:prstGeom>
          <a:ln w="2540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22B8E11-DD5C-CE42-9509-BF6F174338A4}"/>
              </a:ext>
            </a:extLst>
          </p:cNvPr>
          <p:cNvGrpSpPr/>
          <p:nvPr/>
        </p:nvGrpSpPr>
        <p:grpSpPr>
          <a:xfrm>
            <a:off x="502920" y="3145536"/>
            <a:ext cx="1600200" cy="1435608"/>
            <a:chOff x="502920" y="3145536"/>
            <a:chExt cx="1600200" cy="1435608"/>
          </a:xfrm>
        </p:grpSpPr>
        <p:cxnSp>
          <p:nvCxnSpPr>
            <p:cNvPr id="7" name="Connector 6">
              <a:extLst>
                <a:ext uri="{FF2B5EF4-FFF2-40B4-BE49-F238E27FC236}">
                  <a16:creationId xmlns:a16="http://schemas.microsoft.com/office/drawing/2014/main" id="{6EFCE658-37E8-1FB6-E445-9BC1B31B9C35}"/>
                </a:ext>
              </a:extLst>
            </p:cNvPr>
            <p:cNvCxnSpPr/>
            <p:nvPr/>
          </p:nvCxnSpPr>
          <p:spPr>
            <a:xfrm>
              <a:off x="1303020" y="3474720"/>
              <a:ext cx="0" cy="256032"/>
            </a:xfrm>
            <a:prstGeom prst="line">
              <a:avLst/>
            </a:prstGeom>
            <a:ln w="2286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9DE2338-498B-F108-F0DB-286827940982}"/>
                </a:ext>
              </a:extLst>
            </p:cNvPr>
            <p:cNvSpPr/>
            <p:nvPr/>
          </p:nvSpPr>
          <p:spPr>
            <a:xfrm>
              <a:off x="1225296" y="3396996"/>
              <a:ext cx="155448" cy="155448"/>
            </a:xfrm>
            <a:prstGeom prst="ellipse">
              <a:avLst/>
            </a:prstGeom>
            <a:solidFill>
              <a:srgbClr val="15608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C6F026-EC10-46F3-715E-794ADA18961A}"/>
                </a:ext>
              </a:extLst>
            </p:cNvPr>
            <p:cNvSpPr txBox="1"/>
            <p:nvPr/>
          </p:nvSpPr>
          <p:spPr>
            <a:xfrm>
              <a:off x="502920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156082"/>
                  </a:solidFill>
                  <a:latin typeface="Avenir Book"/>
                </a:rPr>
                <a:t>1958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BB3941-D07E-282E-2514-10B4F456A9D3}"/>
                </a:ext>
              </a:extLst>
            </p:cNvPr>
            <p:cNvSpPr txBox="1"/>
            <p:nvPr/>
          </p:nvSpPr>
          <p:spPr>
            <a:xfrm>
              <a:off x="502920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Perceptron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93564D-089B-BDD5-C07D-F7CE945B1C8F}"/>
                </a:ext>
              </a:extLst>
            </p:cNvPr>
            <p:cNvSpPr txBox="1"/>
            <p:nvPr/>
          </p:nvSpPr>
          <p:spPr>
            <a:xfrm>
              <a:off x="502920" y="4151376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Rosenblatt builds the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CEB47B-04A1-5B85-D6D4-CE8510BB6472}"/>
                </a:ext>
              </a:extLst>
            </p:cNvPr>
            <p:cNvSpPr txBox="1"/>
            <p:nvPr/>
          </p:nvSpPr>
          <p:spPr>
            <a:xfrm>
              <a:off x="502920" y="4352544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first trainable neuron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6143A2-696C-BCD2-F102-558D640CB0C3}"/>
              </a:ext>
            </a:extLst>
          </p:cNvPr>
          <p:cNvGrpSpPr/>
          <p:nvPr/>
        </p:nvGrpSpPr>
        <p:grpSpPr>
          <a:xfrm>
            <a:off x="2723606" y="2359152"/>
            <a:ext cx="1600200" cy="1444752"/>
            <a:chOff x="2723606" y="2359152"/>
            <a:chExt cx="1600200" cy="1444752"/>
          </a:xfrm>
        </p:grpSpPr>
        <p:cxnSp>
          <p:nvCxnSpPr>
            <p:cNvPr id="13" name="Connector 12">
              <a:extLst>
                <a:ext uri="{FF2B5EF4-FFF2-40B4-BE49-F238E27FC236}">
                  <a16:creationId xmlns:a16="http://schemas.microsoft.com/office/drawing/2014/main" id="{E4D3C598-4C4B-055B-8910-2A16BEF7F390}"/>
                </a:ext>
              </a:extLst>
            </p:cNvPr>
            <p:cNvCxnSpPr/>
            <p:nvPr/>
          </p:nvCxnSpPr>
          <p:spPr>
            <a:xfrm flipV="1">
              <a:off x="3523706" y="3218687"/>
              <a:ext cx="0" cy="256033"/>
            </a:xfrm>
            <a:prstGeom prst="line">
              <a:avLst/>
            </a:prstGeom>
            <a:ln w="2286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20A1995-9D11-F8A6-8965-BB1C3250D0A8}"/>
                </a:ext>
              </a:extLst>
            </p:cNvPr>
            <p:cNvSpPr/>
            <p:nvPr/>
          </p:nvSpPr>
          <p:spPr>
            <a:xfrm>
              <a:off x="3445982" y="3396996"/>
              <a:ext cx="155448" cy="155448"/>
            </a:xfrm>
            <a:prstGeom prst="ellipse">
              <a:avLst/>
            </a:prstGeom>
            <a:solidFill>
              <a:srgbClr val="15608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D8BA4A-0DA5-C648-AFC9-ADEFBB31B35F}"/>
                </a:ext>
              </a:extLst>
            </p:cNvPr>
            <p:cNvSpPr txBox="1"/>
            <p:nvPr/>
          </p:nvSpPr>
          <p:spPr>
            <a:xfrm>
              <a:off x="2723606" y="3566160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156082"/>
                  </a:solidFill>
                  <a:latin typeface="Avenir Book"/>
                </a:rPr>
                <a:t>1986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EEEE86-C0C7-9FC4-C7CE-5D99CDC74893}"/>
                </a:ext>
              </a:extLst>
            </p:cNvPr>
            <p:cNvSpPr txBox="1"/>
            <p:nvPr/>
          </p:nvSpPr>
          <p:spPr>
            <a:xfrm>
              <a:off x="2723606" y="2816352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Backpropagation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55C677-6479-04AD-706F-2613189D584F}"/>
                </a:ext>
              </a:extLst>
            </p:cNvPr>
            <p:cNvSpPr txBox="1"/>
            <p:nvPr/>
          </p:nvSpPr>
          <p:spPr>
            <a:xfrm>
              <a:off x="2723606" y="2359152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 dirty="0">
                  <a:solidFill>
                    <a:srgbClr val="6E7480"/>
                  </a:solidFill>
                  <a:latin typeface="Avenir Book"/>
                </a:rPr>
                <a:t>Rumelhart, Hinton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887799-0A94-9DE4-F752-5ABAF1137EBB}"/>
                </a:ext>
              </a:extLst>
            </p:cNvPr>
            <p:cNvSpPr txBox="1"/>
            <p:nvPr/>
          </p:nvSpPr>
          <p:spPr>
            <a:xfrm>
              <a:off x="2723606" y="2560320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&amp; Williams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FA3CF2D-06CD-CF4B-4469-497DF24D1C6B}"/>
              </a:ext>
            </a:extLst>
          </p:cNvPr>
          <p:cNvGrpSpPr/>
          <p:nvPr/>
        </p:nvGrpSpPr>
        <p:grpSpPr>
          <a:xfrm>
            <a:off x="5205549" y="3145536"/>
            <a:ext cx="1600200" cy="1435608"/>
            <a:chOff x="5205549" y="3145536"/>
            <a:chExt cx="1600200" cy="1435608"/>
          </a:xfrm>
        </p:grpSpPr>
        <p:cxnSp>
          <p:nvCxnSpPr>
            <p:cNvPr id="19" name="Connector 18">
              <a:extLst>
                <a:ext uri="{FF2B5EF4-FFF2-40B4-BE49-F238E27FC236}">
                  <a16:creationId xmlns:a16="http://schemas.microsoft.com/office/drawing/2014/main" id="{50A5F7D4-030E-CC01-FAC8-3D7D586D9CD2}"/>
                </a:ext>
              </a:extLst>
            </p:cNvPr>
            <p:cNvCxnSpPr/>
            <p:nvPr/>
          </p:nvCxnSpPr>
          <p:spPr>
            <a:xfrm>
              <a:off x="6005649" y="3474720"/>
              <a:ext cx="0" cy="256032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E83264-AED5-4D7E-3AFF-29959208EC2D}"/>
                </a:ext>
              </a:extLst>
            </p:cNvPr>
            <p:cNvSpPr/>
            <p:nvPr/>
          </p:nvSpPr>
          <p:spPr>
            <a:xfrm>
              <a:off x="5927925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3FC0CD-07CD-59CD-3C08-A0E250CDCD32}"/>
                </a:ext>
              </a:extLst>
            </p:cNvPr>
            <p:cNvSpPr txBox="1"/>
            <p:nvPr/>
          </p:nvSpPr>
          <p:spPr>
            <a:xfrm>
              <a:off x="5205549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4A0652-F3C2-B045-FAC0-F4614E236E81}"/>
                </a:ext>
              </a:extLst>
            </p:cNvPr>
            <p:cNvSpPr txBox="1"/>
            <p:nvPr/>
          </p:nvSpPr>
          <p:spPr>
            <a:xfrm>
              <a:off x="5205549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AlexNet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DF37CC-9086-E065-D6A8-76A281552E4A}"/>
                </a:ext>
              </a:extLst>
            </p:cNvPr>
            <p:cNvSpPr txBox="1"/>
            <p:nvPr/>
          </p:nvSpPr>
          <p:spPr>
            <a:xfrm>
              <a:off x="5205549" y="4151376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15.3% vs 26.2% error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52C0A7-C14B-8BAC-C82E-83004B751AF3}"/>
                </a:ext>
              </a:extLst>
            </p:cNvPr>
            <p:cNvSpPr txBox="1"/>
            <p:nvPr/>
          </p:nvSpPr>
          <p:spPr>
            <a:xfrm>
              <a:off x="5205549" y="4352544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on ImageNet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FBBA76B-0B22-E90C-4025-FCF9920C097E}"/>
              </a:ext>
            </a:extLst>
          </p:cNvPr>
          <p:cNvGrpSpPr/>
          <p:nvPr/>
        </p:nvGrpSpPr>
        <p:grpSpPr>
          <a:xfrm>
            <a:off x="7067008" y="2359152"/>
            <a:ext cx="4942112" cy="2221992"/>
            <a:chOff x="7067008" y="2359152"/>
            <a:chExt cx="4942112" cy="2221992"/>
          </a:xfrm>
        </p:grpSpPr>
        <p:cxnSp>
          <p:nvCxnSpPr>
            <p:cNvPr id="25" name="Connector 24">
              <a:extLst>
                <a:ext uri="{FF2B5EF4-FFF2-40B4-BE49-F238E27FC236}">
                  <a16:creationId xmlns:a16="http://schemas.microsoft.com/office/drawing/2014/main" id="{1414429E-3AD8-04E2-B1BF-B2BC4546569B}"/>
                </a:ext>
              </a:extLst>
            </p:cNvPr>
            <p:cNvCxnSpPr/>
            <p:nvPr/>
          </p:nvCxnSpPr>
          <p:spPr>
            <a:xfrm flipV="1">
              <a:off x="7867108" y="3218687"/>
              <a:ext cx="0" cy="256033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EE801DB-FEF4-9D26-C3C0-47348D4C8F42}"/>
                </a:ext>
              </a:extLst>
            </p:cNvPr>
            <p:cNvSpPr/>
            <p:nvPr/>
          </p:nvSpPr>
          <p:spPr>
            <a:xfrm>
              <a:off x="7789384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888736-4ADF-33B4-6350-0364B190D81C}"/>
                </a:ext>
              </a:extLst>
            </p:cNvPr>
            <p:cNvSpPr txBox="1"/>
            <p:nvPr/>
          </p:nvSpPr>
          <p:spPr>
            <a:xfrm>
              <a:off x="7067008" y="3566160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2017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361FD9-BFE5-4B35-023F-8286060BDC0D}"/>
                </a:ext>
              </a:extLst>
            </p:cNvPr>
            <p:cNvSpPr txBox="1"/>
            <p:nvPr/>
          </p:nvSpPr>
          <p:spPr>
            <a:xfrm>
              <a:off x="7067008" y="2816352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MPNNs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AC2795-498D-084E-59D8-A40C1E968749}"/>
                </a:ext>
              </a:extLst>
            </p:cNvPr>
            <p:cNvSpPr txBox="1"/>
            <p:nvPr/>
          </p:nvSpPr>
          <p:spPr>
            <a:xfrm>
              <a:off x="7067008" y="2359152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message passing for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C64EF3-4518-41BD-1FF1-6F75F99ED970}"/>
                </a:ext>
              </a:extLst>
            </p:cNvPr>
            <p:cNvSpPr txBox="1"/>
            <p:nvPr/>
          </p:nvSpPr>
          <p:spPr>
            <a:xfrm>
              <a:off x="7067008" y="2560320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quantum chemistry</a:t>
              </a:r>
            </a:p>
          </p:txBody>
        </p:sp>
        <p:cxnSp>
          <p:nvCxnSpPr>
            <p:cNvPr id="31" name="Connector 30">
              <a:extLst>
                <a:ext uri="{FF2B5EF4-FFF2-40B4-BE49-F238E27FC236}">
                  <a16:creationId xmlns:a16="http://schemas.microsoft.com/office/drawing/2014/main" id="{82A18B70-D973-36D8-48E6-3A92B1322373}"/>
                </a:ext>
              </a:extLst>
            </p:cNvPr>
            <p:cNvCxnSpPr/>
            <p:nvPr/>
          </p:nvCxnSpPr>
          <p:spPr>
            <a:xfrm>
              <a:off x="9772108" y="3474720"/>
              <a:ext cx="0" cy="256032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DE28AA-36D8-12FB-DFE1-D190426398A4}"/>
                </a:ext>
              </a:extLst>
            </p:cNvPr>
            <p:cNvSpPr/>
            <p:nvPr/>
          </p:nvSpPr>
          <p:spPr>
            <a:xfrm>
              <a:off x="9694384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6004CD-9E47-8E93-15A6-739EE3D87D5C}"/>
                </a:ext>
              </a:extLst>
            </p:cNvPr>
            <p:cNvSpPr txBox="1"/>
            <p:nvPr/>
          </p:nvSpPr>
          <p:spPr>
            <a:xfrm>
              <a:off x="8972008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2021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67B3BEF-917E-60DC-11ED-76B25066D975}"/>
                </a:ext>
              </a:extLst>
            </p:cNvPr>
            <p:cNvSpPr txBox="1"/>
            <p:nvPr/>
          </p:nvSpPr>
          <p:spPr>
            <a:xfrm>
              <a:off x="8972008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AlphaFold2</a:t>
              </a:r>
            </a:p>
          </p:txBody>
        </p:sp>
        <p:cxnSp>
          <p:nvCxnSpPr>
            <p:cNvPr id="37" name="Connector 36">
              <a:extLst>
                <a:ext uri="{FF2B5EF4-FFF2-40B4-BE49-F238E27FC236}">
                  <a16:creationId xmlns:a16="http://schemas.microsoft.com/office/drawing/2014/main" id="{3AF22A5C-913F-14C3-B732-1B2BDD773356}"/>
                </a:ext>
              </a:extLst>
            </p:cNvPr>
            <p:cNvCxnSpPr/>
            <p:nvPr/>
          </p:nvCxnSpPr>
          <p:spPr>
            <a:xfrm flipV="1">
              <a:off x="10457906" y="3218687"/>
              <a:ext cx="0" cy="256033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45C5273-2155-7CBD-EAF2-0EA25F851501}"/>
                </a:ext>
              </a:extLst>
            </p:cNvPr>
            <p:cNvSpPr/>
            <p:nvPr/>
          </p:nvSpPr>
          <p:spPr>
            <a:xfrm>
              <a:off x="10380182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26FA122-8215-C150-5355-DA9937C6EEB5}"/>
                </a:ext>
              </a:extLst>
            </p:cNvPr>
            <p:cNvSpPr txBox="1"/>
            <p:nvPr/>
          </p:nvSpPr>
          <p:spPr>
            <a:xfrm>
              <a:off x="9657806" y="3566160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2023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3D43CDA-314F-9A38-0E5C-E4F9711F8B75}"/>
                </a:ext>
              </a:extLst>
            </p:cNvPr>
            <p:cNvSpPr txBox="1"/>
            <p:nvPr/>
          </p:nvSpPr>
          <p:spPr>
            <a:xfrm>
              <a:off x="9657806" y="2816352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GNoME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5CC75F8-02E3-30DC-FBF1-3FCB6434F376}"/>
                </a:ext>
              </a:extLst>
            </p:cNvPr>
            <p:cNvSpPr txBox="1"/>
            <p:nvPr/>
          </p:nvSpPr>
          <p:spPr>
            <a:xfrm>
              <a:off x="9657806" y="2359152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380k+ new stable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015E009-EAD0-8B84-C080-8188670C0E75}"/>
                </a:ext>
              </a:extLst>
            </p:cNvPr>
            <p:cNvSpPr txBox="1"/>
            <p:nvPr/>
          </p:nvSpPr>
          <p:spPr>
            <a:xfrm>
              <a:off x="9657806" y="2560320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 dirty="0">
                  <a:solidFill>
                    <a:srgbClr val="6E7480"/>
                  </a:solidFill>
                  <a:latin typeface="Avenir Book"/>
                </a:rPr>
                <a:t>crystals predicted</a:t>
              </a:r>
            </a:p>
          </p:txBody>
        </p:sp>
        <p:cxnSp>
          <p:nvCxnSpPr>
            <p:cNvPr id="43" name="Connector 42">
              <a:extLst>
                <a:ext uri="{FF2B5EF4-FFF2-40B4-BE49-F238E27FC236}">
                  <a16:creationId xmlns:a16="http://schemas.microsoft.com/office/drawing/2014/main" id="{8D32977D-8372-BE58-AC78-22424D150792}"/>
                </a:ext>
              </a:extLst>
            </p:cNvPr>
            <p:cNvCxnSpPr/>
            <p:nvPr/>
          </p:nvCxnSpPr>
          <p:spPr>
            <a:xfrm>
              <a:off x="11209020" y="3474720"/>
              <a:ext cx="0" cy="256032"/>
            </a:xfrm>
            <a:prstGeom prst="line">
              <a:avLst/>
            </a:prstGeom>
            <a:ln w="2286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404DAA7-CB5E-5D7B-F967-DB2E746776C6}"/>
                </a:ext>
              </a:extLst>
            </p:cNvPr>
            <p:cNvSpPr/>
            <p:nvPr/>
          </p:nvSpPr>
          <p:spPr>
            <a:xfrm>
              <a:off x="11131296" y="3396996"/>
              <a:ext cx="155448" cy="155448"/>
            </a:xfrm>
            <a:prstGeom prst="ellipse">
              <a:avLst/>
            </a:prstGeom>
            <a:solidFill>
              <a:srgbClr val="E97132"/>
            </a:solidFill>
            <a:ln w="2032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E12295A-56F8-32AA-C064-6B596A67DF82}"/>
                </a:ext>
              </a:extLst>
            </p:cNvPr>
            <p:cNvSpPr txBox="1"/>
            <p:nvPr/>
          </p:nvSpPr>
          <p:spPr>
            <a:xfrm>
              <a:off x="10408920" y="3145536"/>
              <a:ext cx="160020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i="0">
                  <a:solidFill>
                    <a:srgbClr val="E97132"/>
                  </a:solidFill>
                  <a:latin typeface="Avenir Book"/>
                </a:rPr>
                <a:t>2024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D7D0EBA-2748-FAEA-0FBC-B086A6492354}"/>
                </a:ext>
              </a:extLst>
            </p:cNvPr>
            <p:cNvSpPr txBox="1"/>
            <p:nvPr/>
          </p:nvSpPr>
          <p:spPr>
            <a:xfrm>
              <a:off x="10408920" y="3877056"/>
              <a:ext cx="16002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50" b="1" i="0">
                  <a:solidFill>
                    <a:srgbClr val="20242E"/>
                  </a:solidFill>
                  <a:latin typeface="Avenir Book"/>
                </a:rPr>
                <a:t>Two Nobel Prizes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D5EAC5-6D56-2964-25F8-9E929FA0F92E}"/>
                </a:ext>
              </a:extLst>
            </p:cNvPr>
            <p:cNvSpPr txBox="1"/>
            <p:nvPr/>
          </p:nvSpPr>
          <p:spPr>
            <a:xfrm>
              <a:off x="10408920" y="4151376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Physics: neural networks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44A656-CB07-5D3D-4D37-945EF1D9FE84}"/>
                </a:ext>
              </a:extLst>
            </p:cNvPr>
            <p:cNvSpPr txBox="1"/>
            <p:nvPr/>
          </p:nvSpPr>
          <p:spPr>
            <a:xfrm>
              <a:off x="10408920" y="4352544"/>
              <a:ext cx="1600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Chemistry: protein 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69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DA65-A50D-3088-8FFE-625839AE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26F0C7-D795-5ACB-7D97-141DAC7F403A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41CFC4-86C8-0ACF-BF6D-316B092142AC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275887CE-C9F3-92B8-337D-C31FA252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191B55-FDC3-25AC-B603-9249DF475B61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99AB0-39CA-34FF-A4C9-7435053B89F9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33E83-4B17-1946-D312-C8F2E173B8F5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AB9B7-F066-2275-6F00-CAF2E9EAA865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b="1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b="1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0FA27-8D5D-EE0E-682C-161251D07F92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2A8C8-3BF3-3817-F8E8-8CFCF2CC4BAE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B846C-7EF8-EDBE-A667-98C962C94105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DE48B-7B6E-F26F-E541-B1AB02B05A58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Importance of weights initialization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32EA4-2CD6-A563-74E4-71DD1992CBF1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6D17BE-560C-10B3-66E3-59D7FE0FDEEC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B6318C-4296-8A47-51DD-4D93CD5CFB63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9C481-6109-FAD6-C403-F4D85FAA63B6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636BE-3113-BBB9-12D0-7B1B9AD39140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3712C-F422-C101-4E9B-C86210B2B95B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10757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Training a linear model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B7CBF1-B3D0-40F0-A835-CD08EA35F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79" y="1589227"/>
            <a:ext cx="11027410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Non linear data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607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Linear model — 48% accuracy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53312"/>
          <a:ext cx="5394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520" y="10607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i="0" dirty="0">
                <a:solidFill>
                  <a:srgbClr val="20242E"/>
                </a:solidFill>
                <a:latin typeface="Avenir Book"/>
              </a:rPr>
              <a:t>Neural Network: </a:t>
            </a:r>
            <a:r>
              <a:rPr lang="en-US" sz="1200" b="1" dirty="0">
                <a:solidFill>
                  <a:srgbClr val="20242E"/>
                </a:solidFill>
                <a:latin typeface="Avenir Book"/>
              </a:rPr>
              <a:t>o</a:t>
            </a:r>
            <a:r>
              <a:rPr sz="1200" b="1" i="0" dirty="0">
                <a:solidFill>
                  <a:srgbClr val="20242E"/>
                </a:solidFill>
                <a:latin typeface="Avenir Book"/>
              </a:rPr>
              <a:t>ne hidden layer (2→8→1) — 100% accuracy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55080" y="1353312"/>
          <a:ext cx="51663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7594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773168"/>
            <a:ext cx="106253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0242E"/>
                </a:solidFill>
                <a:latin typeface="Avenir Book"/>
              </a:rPr>
              <a:t>XOR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pattern. The best possible straight line gets </a:t>
            </a:r>
            <a:r>
              <a:rPr lang="en-US" sz="1400" b="0" i="0" dirty="0">
                <a:solidFill>
                  <a:srgbClr val="20242E"/>
                </a:solidFill>
                <a:latin typeface="Avenir Book"/>
              </a:rPr>
              <a:t>~</a:t>
            </a:r>
            <a:r>
              <a:rPr lang="en-US" sz="1400" b="1" dirty="0">
                <a:solidFill>
                  <a:srgbClr val="20242E"/>
                </a:solidFill>
                <a:latin typeface="Avenir Book"/>
              </a:rPr>
              <a:t>50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%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6295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376672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0" i="0" dirty="0">
                <a:solidFill>
                  <a:srgbClr val="20242E"/>
                </a:solidFill>
                <a:latin typeface="Avenir Book"/>
              </a:rPr>
              <a:t>Non-linear model can make the predictions. </a:t>
            </a:r>
            <a:endParaRPr sz="140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5745175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800039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500" b="1" i="0" dirty="0">
                <a:solidFill>
                  <a:srgbClr val="156082"/>
                </a:solidFill>
                <a:latin typeface="Avenir Book"/>
              </a:rPr>
              <a:t>The solution comes from changing</a:t>
            </a:r>
            <a:r>
              <a:rPr sz="1500" b="1" i="0" dirty="0">
                <a:solidFill>
                  <a:srgbClr val="156082"/>
                </a:solidFill>
                <a:latin typeface="Avenir Book"/>
              </a:rPr>
              <a:t> the model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Graphic spid="9" grpId="0">
        <p:bldAsOne/>
      </p:bldGraphic>
      <p:bldP spid="13" grpId="0"/>
      <p:bldP spid="14" grpId="0"/>
      <p:bldP spid="15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F04E5-1AEA-8EED-BCCF-84987233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3AD9AC-38B3-636B-5C58-631CB4EA891F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1EF51E-98C4-83D6-B130-7144464130DC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C7CCE890-60EB-21CB-0C4D-05773F3BA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A31BE7-4A05-268E-F119-2258C814F1C0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FFB14-C3DC-EF82-ED01-577B7CD005B8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4E203-7447-B09E-E57A-A0E2239F6636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DF853-4392-DAF9-B074-ABDAE4CF11CA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6B6DC2-3530-A277-BDF2-47C0E25B4758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0DA17-E431-3D94-69FE-9D1802060678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b="1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848BCD-4CDF-2431-C75C-CF2320EF92E0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EE8DD-3395-1FCB-EC5B-7CC742024274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Importance of weights initialization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A680E1-A1FF-36B5-66EA-6D15399C4F47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C0908-C511-252A-CC7C-A7FFE2F3815E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DEADC4-311C-30CB-570B-9DB5B740E298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E134A-D251-AA3C-D072-D1F95040DDFA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F0C05A-F43C-E371-171A-09E26E3D3455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EED85B-2AAC-EB51-CCF0-DF4C62862AB2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2312214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The perceptron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65376" y="168249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91440" y="181965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bond length</a:t>
            </a:r>
          </a:p>
        </p:txBody>
      </p:sp>
      <p:sp>
        <p:nvSpPr>
          <p:cNvPr id="7" name="Oval 6"/>
          <p:cNvSpPr/>
          <p:nvPr/>
        </p:nvSpPr>
        <p:spPr>
          <a:xfrm>
            <a:off x="1865376" y="24140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255117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partial charge</a:t>
            </a:r>
          </a:p>
        </p:txBody>
      </p:sp>
      <p:sp>
        <p:nvSpPr>
          <p:cNvPr id="9" name="Oval 8"/>
          <p:cNvSpPr/>
          <p:nvPr/>
        </p:nvSpPr>
        <p:spPr>
          <a:xfrm>
            <a:off x="1865376" y="31455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328269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Δ electronegativity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23560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678424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0242E"/>
                </a:solidFill>
                <a:latin typeface="Avenir Book"/>
              </a:rPr>
              <a:t>Three numbers </a:t>
            </a:r>
            <a:r>
              <a:rPr lang="en-US" sz="1500" b="0" i="0" dirty="0">
                <a:solidFill>
                  <a:srgbClr val="20242E"/>
                </a:solidFill>
                <a:latin typeface="Avenir Book"/>
              </a:rPr>
              <a:t>for molecular representation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The perceptron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65376" y="168249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91440" y="181965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bond length</a:t>
            </a:r>
          </a:p>
        </p:txBody>
      </p:sp>
      <p:sp>
        <p:nvSpPr>
          <p:cNvPr id="7" name="Oval 6"/>
          <p:cNvSpPr/>
          <p:nvPr/>
        </p:nvSpPr>
        <p:spPr>
          <a:xfrm>
            <a:off x="1865376" y="24140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255117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partial charge</a:t>
            </a:r>
          </a:p>
        </p:txBody>
      </p:sp>
      <p:sp>
        <p:nvSpPr>
          <p:cNvPr id="9" name="Oval 8"/>
          <p:cNvSpPr/>
          <p:nvPr/>
        </p:nvSpPr>
        <p:spPr>
          <a:xfrm>
            <a:off x="1865376" y="31455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328269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Δ electronegativity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32304" y="1965960"/>
            <a:ext cx="2715768" cy="73152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1451" y="197693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32304" y="2697480"/>
            <a:ext cx="2715768" cy="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81451" y="23865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w₂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432304" y="2697480"/>
            <a:ext cx="2715768" cy="73152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1451" y="2796235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23560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78424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156082"/>
                </a:solidFill>
                <a:latin typeface="Avenir Book"/>
              </a:rPr>
              <a:t>Each input gets its own weight.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500" b="0" i="0" dirty="0" err="1">
                <a:solidFill>
                  <a:srgbClr val="20242E"/>
                </a:solidFill>
                <a:latin typeface="Avenir Book"/>
              </a:rPr>
              <a:t>w</a:t>
            </a:r>
            <a:r>
              <a:rPr lang="en-US" sz="1500" b="0" i="0" baseline="-25000" dirty="0" err="1">
                <a:solidFill>
                  <a:srgbClr val="20242E"/>
                </a:solidFill>
                <a:latin typeface="Avenir Book"/>
              </a:rPr>
              <a:t>i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 are the numbers that get learned.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The perceptron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65376" y="168249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91440" y="181965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bond length</a:t>
            </a:r>
          </a:p>
        </p:txBody>
      </p:sp>
      <p:sp>
        <p:nvSpPr>
          <p:cNvPr id="7" name="Oval 6"/>
          <p:cNvSpPr/>
          <p:nvPr/>
        </p:nvSpPr>
        <p:spPr>
          <a:xfrm>
            <a:off x="1865376" y="24140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255117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partial charge</a:t>
            </a:r>
          </a:p>
        </p:txBody>
      </p:sp>
      <p:sp>
        <p:nvSpPr>
          <p:cNvPr id="9" name="Oval 8"/>
          <p:cNvSpPr/>
          <p:nvPr/>
        </p:nvSpPr>
        <p:spPr>
          <a:xfrm>
            <a:off x="1865376" y="31455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328269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Δ electronegativity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32304" y="1965960"/>
            <a:ext cx="2715768" cy="73152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1451" y="197693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32304" y="2697480"/>
            <a:ext cx="2715768" cy="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81451" y="23865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w₂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432304" y="2697480"/>
            <a:ext cx="2715768" cy="73152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1451" y="2796235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w₃</a:t>
            </a:r>
          </a:p>
        </p:txBody>
      </p:sp>
      <p:sp>
        <p:nvSpPr>
          <p:cNvPr id="18" name="Oval 17"/>
          <p:cNvSpPr/>
          <p:nvPr/>
        </p:nvSpPr>
        <p:spPr>
          <a:xfrm>
            <a:off x="1865376" y="4059936"/>
            <a:ext cx="566928" cy="566928"/>
          </a:xfrm>
          <a:prstGeom prst="ellipse">
            <a:avLst/>
          </a:prstGeom>
          <a:solidFill>
            <a:srgbClr val="FBE4D6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20242E"/>
                </a:solidFill>
                <a:latin typeface="Avenir Book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91440" y="419709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bias input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32304" y="2697480"/>
            <a:ext cx="2715768" cy="1645920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3867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5143500" y="2319746"/>
            <a:ext cx="777240" cy="777240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dirty="0" err="1">
                <a:solidFill>
                  <a:srgbClr val="FFFFFF"/>
                </a:solidFill>
                <a:latin typeface="Avenir Book"/>
              </a:rPr>
              <a:t>Σ</a:t>
            </a:r>
            <a:endParaRPr sz="2400" b="1" dirty="0">
              <a:solidFill>
                <a:srgbClr val="FFFFFF"/>
              </a:solidFill>
              <a:latin typeface="Avenir Book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17720" y="1325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weighted sum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617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z = w₁x₁ + w₂x₂ + w₃x₃ +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The perceptron: add the activation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65376" y="1682495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91440" y="181965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bond length</a:t>
            </a:r>
          </a:p>
        </p:txBody>
      </p:sp>
      <p:sp>
        <p:nvSpPr>
          <p:cNvPr id="7" name="Oval 6"/>
          <p:cNvSpPr/>
          <p:nvPr/>
        </p:nvSpPr>
        <p:spPr>
          <a:xfrm>
            <a:off x="1865376" y="24140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255117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partial charge</a:t>
            </a:r>
          </a:p>
        </p:txBody>
      </p:sp>
      <p:sp>
        <p:nvSpPr>
          <p:cNvPr id="9" name="Oval 8"/>
          <p:cNvSpPr/>
          <p:nvPr/>
        </p:nvSpPr>
        <p:spPr>
          <a:xfrm>
            <a:off x="1865376" y="31455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0242E"/>
                </a:solidFill>
                <a:latin typeface="Avenir Book"/>
              </a:rPr>
              <a:t>x₃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328269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Δ electronegativity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32304" y="1965960"/>
            <a:ext cx="2715768" cy="73152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1451" y="197693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32304" y="2697480"/>
            <a:ext cx="2715768" cy="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81451" y="23865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w₂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432304" y="2697480"/>
            <a:ext cx="2715768" cy="731520"/>
          </a:xfrm>
          <a:prstGeom prst="line">
            <a:avLst/>
          </a:prstGeom>
          <a:ln w="254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1451" y="2796235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w₃</a:t>
            </a:r>
          </a:p>
        </p:txBody>
      </p:sp>
      <p:sp>
        <p:nvSpPr>
          <p:cNvPr id="18" name="Oval 17"/>
          <p:cNvSpPr/>
          <p:nvPr/>
        </p:nvSpPr>
        <p:spPr>
          <a:xfrm>
            <a:off x="1865376" y="4059936"/>
            <a:ext cx="566928" cy="566928"/>
          </a:xfrm>
          <a:prstGeom prst="ellipse">
            <a:avLst/>
          </a:prstGeom>
          <a:solidFill>
            <a:srgbClr val="FBE4D6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20242E"/>
                </a:solidFill>
                <a:latin typeface="Avenir Book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91440" y="419709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E7480"/>
                </a:solidFill>
                <a:latin typeface="Avenir Book"/>
              </a:rPr>
              <a:t>bias input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32304" y="2697480"/>
            <a:ext cx="2715768" cy="1645920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3867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5143500" y="2308860"/>
            <a:ext cx="777240" cy="777240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dirty="0" err="1">
                <a:solidFill>
                  <a:srgbClr val="FFFFFF"/>
                </a:solidFill>
                <a:latin typeface="Avenir Book"/>
              </a:rPr>
              <a:t>Σ</a:t>
            </a:r>
            <a:endParaRPr sz="2400" b="1" dirty="0">
              <a:solidFill>
                <a:srgbClr val="FFFFFF"/>
              </a:solidFill>
              <a:latin typeface="Avenir Book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17720" y="1325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weighted sum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617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z = w₁x₁ + w₂x₂ + w₃x₃ + 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25312" y="2697480"/>
            <a:ext cx="1655063" cy="0"/>
          </a:xfrm>
          <a:prstGeom prst="line">
            <a:avLst/>
          </a:prstGeom>
          <a:ln w="2032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2130552"/>
            <a:ext cx="1417320" cy="11338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836408" y="2898648"/>
            <a:ext cx="1014984" cy="0"/>
          </a:xfrm>
          <a:prstGeom prst="line">
            <a:avLst/>
          </a:prstGeom>
          <a:ln w="127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36408" y="2258568"/>
            <a:ext cx="0" cy="640080"/>
          </a:xfrm>
          <a:prstGeom prst="line">
            <a:avLst/>
          </a:prstGeom>
          <a:ln w="127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2862072"/>
            <a:ext cx="448056" cy="0"/>
          </a:xfrm>
          <a:prstGeom prst="line">
            <a:avLst/>
          </a:prstGeom>
          <a:ln w="3302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311896" y="2295144"/>
            <a:ext cx="493776" cy="566928"/>
          </a:xfrm>
          <a:prstGeom prst="line">
            <a:avLst/>
          </a:prstGeom>
          <a:ln w="3302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35240" y="295351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B4551F"/>
                </a:solidFill>
                <a:latin typeface="Avenir Book"/>
              </a:rPr>
              <a:t>σ(z)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325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activation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98280" y="2697480"/>
            <a:ext cx="539496" cy="0"/>
          </a:xfrm>
          <a:prstGeom prst="line">
            <a:avLst/>
          </a:prstGeom>
          <a:ln w="2032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646920" y="2377440"/>
            <a:ext cx="640080" cy="640080"/>
          </a:xfrm>
          <a:prstGeom prst="ellipse">
            <a:avLst/>
          </a:prstGeom>
          <a:solidFill>
            <a:srgbClr val="E97132"/>
          </a:solidFill>
          <a:ln w="19050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venir Book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1325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4551F"/>
                </a:solidFill>
                <a:latin typeface="Avenir Book"/>
              </a:rPr>
              <a:t>a = σ(z)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623560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678424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156082"/>
                </a:solidFill>
                <a:latin typeface="Avenir Book"/>
              </a:rPr>
              <a:t>Without a nonlinear </a:t>
            </a:r>
            <a:r>
              <a:rPr sz="1500" b="1" i="0" dirty="0" err="1">
                <a:solidFill>
                  <a:srgbClr val="156082"/>
                </a:solidFill>
                <a:latin typeface="Avenir Book"/>
              </a:rPr>
              <a:t>σ</a:t>
            </a:r>
            <a:r>
              <a:rPr sz="1500" b="1" i="0" dirty="0">
                <a:solidFill>
                  <a:srgbClr val="156082"/>
                </a:solidFill>
                <a:latin typeface="Avenir Book"/>
              </a:rPr>
              <a:t>, stacking layers collapses back to a single linear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C3487EB-A97B-BB86-C45E-BB548CE2D08A}"/>
              </a:ext>
            </a:extLst>
          </p:cNvPr>
          <p:cNvSpPr/>
          <p:nvPr/>
        </p:nvSpPr>
        <p:spPr>
          <a:xfrm>
            <a:off x="640080" y="5446136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Activation function: non linearity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44" y="128016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ReLU   max(0, z)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1004" y="1572768"/>
          <a:ext cx="3520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27204" y="128016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tanh(z)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35764" y="1572768"/>
          <a:ext cx="3520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1964" y="128016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sigmoid   1/(1+e⁻ᶻ)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130524" y="1572768"/>
          <a:ext cx="3520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5125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526280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 dirty="0" err="1">
                <a:solidFill>
                  <a:srgbClr val="20242E"/>
                </a:solidFill>
                <a:latin typeface="Avenir Book"/>
              </a:rPr>
              <a:t>ReLU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450" b="0" i="0" dirty="0">
                <a:solidFill>
                  <a:srgbClr val="20242E"/>
                </a:solidFill>
                <a:latin typeface="Avenir Book"/>
              </a:rPr>
              <a:t>often 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240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937760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 dirty="0">
                <a:solidFill>
                  <a:srgbClr val="20242E"/>
                </a:solidFill>
                <a:latin typeface="Avenir Book"/>
              </a:rPr>
              <a:t>tanh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and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sigmoid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450" b="0" i="0" dirty="0">
                <a:solidFill>
                  <a:srgbClr val="20242E"/>
                </a:solidFill>
                <a:latin typeface="Avenir Book"/>
              </a:rPr>
              <a:t>other examples, often slower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6412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577840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0242E"/>
                </a:solidFill>
                <a:latin typeface="Avenir Book"/>
              </a:rPr>
              <a:t>The only hard requirement is that </a:t>
            </a:r>
            <a:r>
              <a:rPr sz="1450" b="0" i="0" dirty="0" err="1">
                <a:solidFill>
                  <a:srgbClr val="20242E"/>
                </a:solidFill>
                <a:latin typeface="Avenir Book"/>
              </a:rPr>
              <a:t>σ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be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nonlinear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otherwise the whole network reduces to</a:t>
            </a:r>
            <a:r>
              <a:rPr lang="en-US" sz="1450" b="0" i="0" dirty="0">
                <a:solidFill>
                  <a:srgbClr val="20242E"/>
                </a:solidFill>
                <a:latin typeface="Avenir Book"/>
              </a:rPr>
              <a:t> a linear model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450" dirty="0">
                <a:solidFill>
                  <a:srgbClr val="20242E"/>
                </a:solidFill>
                <a:latin typeface="Avenir Book"/>
              </a:rPr>
              <a:t>y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= </a:t>
            </a:r>
            <a:r>
              <a:rPr sz="1450" b="0" i="0" dirty="0" err="1">
                <a:solidFill>
                  <a:srgbClr val="20242E"/>
                </a:solidFill>
                <a:latin typeface="Avenir Book"/>
              </a:rPr>
              <a:t>w·x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+ 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7" grpId="0"/>
      <p:bldGraphic spid="8" grpId="0">
        <p:bldAsOne/>
      </p:bldGraphic>
      <p:bldP spid="9" grpId="0"/>
      <p:bldGraphic spid="10" grpId="0">
        <p:bldAsOne/>
      </p:bldGraphic>
      <p:bldP spid="13" grpId="0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5BB6-7F0C-F8BC-1B90-2F0A0418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E1367-FA0F-56D9-4603-044C06D2254E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E4116-2808-E1EC-2CCC-BA93E1BD1056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2583D427-72D7-590F-C445-D6C7B9118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854F72-6C84-5FA1-806A-8AD71935FA7C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10B8E-5B0E-8DB7-3A4D-E0188DC4A900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D7173-2774-7B78-2D54-A8F0C003189C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D85D8-3E5D-098A-8998-694DFC948E7B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F089A-C38F-C597-14DD-4441A30DBA37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7FE3D-FD80-C51F-E329-7F520E489163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EBBFD-4680-E203-2E87-CABB64257C09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A461A-7B14-C86A-521C-E0504E3E91A9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Importance of weights initialization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BAD88-7351-B84B-BA91-292DEE814C92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3B2276-E8F7-8443-8495-55FFFC48A31C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9F7459-7814-F92E-59D0-7E4060E78B13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F10AD-77CB-9BF3-50EC-21718EABD0BD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C2C27-2F18-3B00-2D89-C9DDCA87E841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E3CF41-87DE-37AA-6078-4BC86EEA0D98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748698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Non-linear example</a:t>
            </a:r>
            <a:r>
              <a:rPr sz="2800" dirty="0">
                <a:solidFill>
                  <a:srgbClr val="20242E"/>
                </a:solidFill>
                <a:latin typeface="Avenir Book"/>
              </a:rPr>
              <a:t>: is the </a:t>
            </a:r>
            <a:r>
              <a:rPr lang="en-US" sz="2800" dirty="0">
                <a:solidFill>
                  <a:srgbClr val="20242E"/>
                </a:solidFill>
                <a:latin typeface="Avenir Book"/>
              </a:rPr>
              <a:t>molecule </a:t>
            </a:r>
            <a:r>
              <a:rPr sz="2800" dirty="0">
                <a:solidFill>
                  <a:srgbClr val="20242E"/>
                </a:solidFill>
                <a:latin typeface="Avenir Book"/>
              </a:rPr>
              <a:t>electron count odd or even?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32680"/>
              </p:ext>
            </p:extLst>
          </p:nvPr>
        </p:nvGraphicFramePr>
        <p:xfrm>
          <a:off x="1965960" y="1698329"/>
          <a:ext cx="8229600" cy="1975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molecule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nH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nC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nN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nO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electrons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venir Book"/>
                        </a:rPr>
                        <a:t>parity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082"/>
                          </a:solidFill>
                          <a:latin typeface="Avenir Book"/>
                        </a:rPr>
                        <a:t>CH₄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4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even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082"/>
                          </a:solidFill>
                          <a:latin typeface="Avenir Book"/>
                        </a:rPr>
                        <a:t>H₂O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even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082"/>
                          </a:solidFill>
                          <a:latin typeface="Avenir Book"/>
                        </a:rPr>
                        <a:t>NH₃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even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082"/>
                          </a:solidFill>
                          <a:latin typeface="Avenir Book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51F"/>
                          </a:solidFill>
                          <a:latin typeface="Avenir Book"/>
                        </a:rPr>
                        <a:t>odd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082"/>
                          </a:solidFill>
                          <a:latin typeface="Avenir Book"/>
                        </a:rPr>
                        <a:t>•CH₃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9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51F"/>
                          </a:solidFill>
                          <a:latin typeface="Avenir Book"/>
                        </a:rPr>
                        <a:t>odd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6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6082"/>
                          </a:solidFill>
                          <a:latin typeface="Avenir Book"/>
                        </a:rPr>
                        <a:t>C₆H₆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even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65960" y="37648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electrons = 1·nH + 6·nC + 7·nN + 8·nO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37648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→   parity = (nH + nN) mod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4910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462822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0242E"/>
                </a:solidFill>
                <a:latin typeface="Avenir Book"/>
              </a:rPr>
              <a:t>Inputs: the counts </a:t>
            </a:r>
            <a:r>
              <a:rPr sz="1400" b="1" i="0" dirty="0" err="1">
                <a:solidFill>
                  <a:srgbClr val="20242E"/>
                </a:solidFill>
                <a:latin typeface="Avenir Book"/>
              </a:rPr>
              <a:t>nH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, </a:t>
            </a:r>
            <a:r>
              <a:rPr sz="1400" b="1" i="0" dirty="0" err="1">
                <a:solidFill>
                  <a:srgbClr val="20242E"/>
                </a:solidFill>
                <a:latin typeface="Avenir Book"/>
              </a:rPr>
              <a:t>nC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, </a:t>
            </a:r>
            <a:r>
              <a:rPr sz="1400" b="1" i="0" dirty="0" err="1">
                <a:solidFill>
                  <a:srgbClr val="20242E"/>
                </a:solidFill>
                <a:latin typeface="Avenir Book"/>
              </a:rPr>
              <a:t>nN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, </a:t>
            </a:r>
            <a:r>
              <a:rPr sz="1400" b="1" i="0" dirty="0" err="1">
                <a:solidFill>
                  <a:srgbClr val="20242E"/>
                </a:solidFill>
                <a:latin typeface="Avenir Book"/>
              </a:rPr>
              <a:t>nO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— four numbers per molecule.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3315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846871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0242E"/>
                </a:solidFill>
                <a:latin typeface="Avenir Book"/>
              </a:rPr>
              <a:t>Target: is the total electron count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odd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or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even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?  (odd ⇒ an unpaired electron ⇒ a radical)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45175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800039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A linear model scores 48% here. Chance is 50%.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The network: 4 inputs → 5 hidden units → 1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 flipV="1">
            <a:off x="1298448" y="1984248"/>
            <a:ext cx="2350008" cy="91440"/>
          </a:xfrm>
          <a:prstGeom prst="line">
            <a:avLst/>
          </a:prstGeom>
          <a:ln w="714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98448" y="2075688"/>
            <a:ext cx="2350008" cy="505206"/>
          </a:xfrm>
          <a:prstGeom prst="line">
            <a:avLst/>
          </a:prstGeom>
          <a:ln w="724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075688"/>
            <a:ext cx="2350008" cy="1101851"/>
          </a:xfrm>
          <a:prstGeom prst="line">
            <a:avLst/>
          </a:prstGeom>
          <a:ln w="15574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98448" y="2075688"/>
            <a:ext cx="2350008" cy="1698497"/>
          </a:xfrm>
          <a:prstGeom prst="line">
            <a:avLst/>
          </a:prstGeom>
          <a:ln w="6799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98448" y="2075688"/>
            <a:ext cx="2350008" cy="2295143"/>
          </a:xfrm>
          <a:prstGeom prst="line">
            <a:avLst/>
          </a:prstGeom>
          <a:ln w="13858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98448" y="1984248"/>
            <a:ext cx="2350008" cy="844296"/>
          </a:xfrm>
          <a:prstGeom prst="line">
            <a:avLst/>
          </a:prstGeom>
          <a:ln w="11005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98448" y="2580894"/>
            <a:ext cx="2350008" cy="247650"/>
          </a:xfrm>
          <a:prstGeom prst="line">
            <a:avLst/>
          </a:prstGeom>
          <a:ln w="26448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98448" y="2828544"/>
            <a:ext cx="2350008" cy="348995"/>
          </a:xfrm>
          <a:prstGeom prst="line">
            <a:avLst/>
          </a:prstGeom>
          <a:ln w="20599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98448" y="2828544"/>
            <a:ext cx="2350008" cy="945641"/>
          </a:xfrm>
          <a:prstGeom prst="line">
            <a:avLst/>
          </a:prstGeom>
          <a:ln w="16612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98448" y="2828544"/>
            <a:ext cx="2350008" cy="1542287"/>
          </a:xfrm>
          <a:prstGeom prst="line">
            <a:avLst/>
          </a:prstGeom>
          <a:ln w="25816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98448" y="1984248"/>
            <a:ext cx="2350008" cy="1597152"/>
          </a:xfrm>
          <a:prstGeom prst="line">
            <a:avLst/>
          </a:prstGeom>
          <a:ln w="15293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98448" y="2580894"/>
            <a:ext cx="2350008" cy="1000506"/>
          </a:xfrm>
          <a:prstGeom prst="line">
            <a:avLst/>
          </a:prstGeom>
          <a:ln w="5757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8448" y="3177539"/>
            <a:ext cx="2350008" cy="403861"/>
          </a:xfrm>
          <a:prstGeom prst="line">
            <a:avLst/>
          </a:prstGeom>
          <a:ln w="4318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98448" y="3581400"/>
            <a:ext cx="2350008" cy="192785"/>
          </a:xfrm>
          <a:prstGeom prst="line">
            <a:avLst/>
          </a:prstGeom>
          <a:ln w="866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98448" y="3581400"/>
            <a:ext cx="2350008" cy="789431"/>
          </a:xfrm>
          <a:prstGeom prst="line">
            <a:avLst/>
          </a:prstGeom>
          <a:ln w="25496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8448" y="1984248"/>
            <a:ext cx="2350008" cy="2350008"/>
          </a:xfrm>
          <a:prstGeom prst="line">
            <a:avLst/>
          </a:prstGeom>
          <a:ln w="17079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98448" y="2580894"/>
            <a:ext cx="2350008" cy="1753362"/>
          </a:xfrm>
          <a:prstGeom prst="line">
            <a:avLst/>
          </a:prstGeom>
          <a:ln w="13998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298448" y="3177539"/>
            <a:ext cx="2350008" cy="1156717"/>
          </a:xfrm>
          <a:prstGeom prst="line">
            <a:avLst/>
          </a:prstGeom>
          <a:ln w="10263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98448" y="3774185"/>
            <a:ext cx="2350008" cy="560071"/>
          </a:xfrm>
          <a:prstGeom prst="line">
            <a:avLst/>
          </a:prstGeom>
          <a:ln w="11826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98448" y="4334256"/>
            <a:ext cx="2350008" cy="36575"/>
          </a:xfrm>
          <a:prstGeom prst="line">
            <a:avLst/>
          </a:prstGeom>
          <a:ln w="22163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22776" y="1984248"/>
            <a:ext cx="2212848" cy="1248156"/>
          </a:xfrm>
          <a:prstGeom prst="line">
            <a:avLst/>
          </a:prstGeom>
          <a:ln w="7185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22776" y="2580894"/>
            <a:ext cx="2212848" cy="651510"/>
          </a:xfrm>
          <a:prstGeom prst="line">
            <a:avLst/>
          </a:prstGeom>
          <a:ln w="2747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22776" y="3177539"/>
            <a:ext cx="2212848" cy="54865"/>
          </a:xfrm>
          <a:prstGeom prst="line">
            <a:avLst/>
          </a:prstGeom>
          <a:ln w="1598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22776" y="3232404"/>
            <a:ext cx="2212848" cy="541781"/>
          </a:xfrm>
          <a:prstGeom prst="line">
            <a:avLst/>
          </a:prstGeom>
          <a:ln w="1084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922776" y="3232404"/>
            <a:ext cx="2212848" cy="1138427"/>
          </a:xfrm>
          <a:prstGeom prst="line">
            <a:avLst/>
          </a:prstGeom>
          <a:ln w="19885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96112" y="1874519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nH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627375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nC</a:t>
            </a:r>
          </a:p>
        </p:txBody>
      </p:sp>
      <p:sp>
        <p:nvSpPr>
          <p:cNvPr id="32" name="Oval 31"/>
          <p:cNvSpPr/>
          <p:nvPr/>
        </p:nvSpPr>
        <p:spPr>
          <a:xfrm>
            <a:off x="896112" y="3380232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nN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4133088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nO</a:t>
            </a:r>
          </a:p>
        </p:txBody>
      </p:sp>
      <p:sp>
        <p:nvSpPr>
          <p:cNvPr id="34" name="Oval 33"/>
          <p:cNvSpPr/>
          <p:nvPr/>
        </p:nvSpPr>
        <p:spPr>
          <a:xfrm>
            <a:off x="3648456" y="1847088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648456" y="2443734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48456" y="3040379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8456" y="3637025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48456" y="4233671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208776" y="3031236"/>
            <a:ext cx="402336" cy="402336"/>
          </a:xfrm>
          <a:prstGeom prst="ellipse">
            <a:avLst/>
          </a:prstGeom>
          <a:solidFill>
            <a:srgbClr val="E97132"/>
          </a:solidFill>
          <a:ln w="16510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163677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54096" y="1636776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hidden (5)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1304" y="163677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2710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dirty="0">
                <a:solidFill>
                  <a:srgbClr val="20242E"/>
                </a:solidFill>
                <a:latin typeface="Avenir Book"/>
              </a:rPr>
              <a:t>Before training</a:t>
            </a:r>
            <a:r>
              <a:rPr lang="en-US" sz="1200" b="1" i="0" dirty="0">
                <a:solidFill>
                  <a:srgbClr val="20242E"/>
                </a:solidFill>
                <a:latin typeface="Avenir Book"/>
              </a:rPr>
              <a:t>:</a:t>
            </a:r>
            <a:r>
              <a:rPr sz="1200" b="1" i="0" dirty="0">
                <a:solidFill>
                  <a:srgbClr val="20242E"/>
                </a:solidFill>
                <a:latin typeface="Avenir Book"/>
              </a:rPr>
              <a:t> weights</a:t>
            </a:r>
            <a:r>
              <a:rPr lang="en-US" sz="1200" b="1" i="0" dirty="0">
                <a:solidFill>
                  <a:srgbClr val="20242E"/>
                </a:solidFill>
                <a:latin typeface="Avenir Book"/>
              </a:rPr>
              <a:t> initialization is chosen at</a:t>
            </a:r>
            <a:r>
              <a:rPr sz="1200" b="1" i="0" dirty="0">
                <a:solidFill>
                  <a:srgbClr val="20242E"/>
                </a:solidFill>
                <a:latin typeface="Avenir Book"/>
              </a:rPr>
              <a:t> random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1742846"/>
            <a:ext cx="4206240" cy="2100377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0" y="19613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1975104"/>
            <a:ext cx="349300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0242E"/>
                </a:solidFill>
                <a:latin typeface="Avenir Book"/>
              </a:rPr>
              <a:t>teal</a:t>
            </a:r>
            <a:r>
              <a:rPr sz="1300" b="0" i="0">
                <a:solidFill>
                  <a:srgbClr val="20242E"/>
                </a:solidFill>
                <a:latin typeface="Avenir Book"/>
              </a:rPr>
              <a:t> line = positive weight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36372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2377440"/>
            <a:ext cx="349300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0242E"/>
                </a:solidFill>
                <a:latin typeface="Avenir Book"/>
              </a:rPr>
              <a:t>orange</a:t>
            </a:r>
            <a:r>
              <a:rPr sz="1300" b="0" i="0">
                <a:solidFill>
                  <a:srgbClr val="20242E"/>
                </a:solidFill>
                <a:latin typeface="Avenir Book"/>
              </a:rPr>
              <a:t> line = negative weight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27660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6992" y="2779776"/>
            <a:ext cx="34930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0242E"/>
                </a:solidFill>
                <a:latin typeface="Avenir Book"/>
              </a:rPr>
              <a:t>thickness</a:t>
            </a:r>
            <a:r>
              <a:rPr sz="1300" b="0" i="0">
                <a:solidFill>
                  <a:srgbClr val="20242E"/>
                </a:solidFill>
                <a:latin typeface="Avenir Book"/>
              </a:rPr>
              <a:t> = magnitude of the weight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3438144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 dirty="0">
                <a:solidFill>
                  <a:srgbClr val="20242E"/>
                </a:solidFill>
                <a:latin typeface="Avenir Book"/>
              </a:rPr>
              <a:t>Weights start as small random numbers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7594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" y="4773168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0242E"/>
                </a:solidFill>
                <a:latin typeface="Avenir Book"/>
              </a:rPr>
              <a:t>Every hidden unit computes its own weighted sum of the four inputs</a:t>
            </a:r>
            <a:r>
              <a:rPr lang="en-US" sz="1450" b="0" i="0" dirty="0">
                <a:solidFill>
                  <a:srgbClr val="20242E"/>
                </a:solidFill>
                <a:latin typeface="Avenir Book"/>
              </a:rPr>
              <a:t> + bias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, then applies</a:t>
            </a:r>
            <a:r>
              <a:rPr lang="en-US" sz="1450" b="0" i="0" dirty="0">
                <a:solidFill>
                  <a:srgbClr val="20242E"/>
                </a:solidFill>
                <a:latin typeface="Avenir Book"/>
              </a:rPr>
              <a:t> activation function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tanh.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1709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" y="5184648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0242E"/>
                </a:solidFill>
                <a:latin typeface="Avenir Book"/>
              </a:rPr>
              <a:t>The output unit combines the five hidden values into a single probability of “odd”.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58241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5596128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0242E"/>
                </a:solidFill>
                <a:latin typeface="Avenir Book"/>
              </a:rPr>
              <a:t>Accuracy before any training: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50.2%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7BA1-C539-C70B-7010-25692B8C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EF0D1F-9DD0-B833-37AD-4C56F5A90134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B37FD-76CD-2025-5685-6611CA05F8CA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8EB13B6D-066F-0C2B-18B5-8B1B3D495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1B6BD5-E8F0-99DB-276F-649C32EFF5AB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D5175-6E10-EF6D-F8B9-788AA1712556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6BB2F-2E03-7E81-B987-D1FB9EE1237B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C935C2-FB3F-D83D-BDA6-C7CAB42C4E30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B2BB8-8EDD-9663-06FE-C29329C54A8F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0A4342-6EB5-C5E7-6141-87151904BCD4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71FBE-7FD0-4A96-5189-58B437C32202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8A641-E5FF-14E9-158B-67BF0E3C733E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6ED4C-9DC1-0158-E7CF-F3D6593084A7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7A9DE-F37D-4FF3-099E-6284E46A629F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910B3-4DC9-03F2-CAA8-B9AE0FAE04EE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5D3B10-1E17-5F43-A3C1-627B213E163F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74350C-3FBB-94F3-3B2D-7D15F9211132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A90E6-0990-9930-AA39-17E872E36338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176843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Training = learning weights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04564" y="179222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output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5E3B0A-50EE-3A09-5661-AFDFA5BF9FA1}"/>
              </a:ext>
            </a:extLst>
          </p:cNvPr>
          <p:cNvGrpSpPr/>
          <p:nvPr/>
        </p:nvGrpSpPr>
        <p:grpSpPr>
          <a:xfrm>
            <a:off x="265176" y="1426464"/>
            <a:ext cx="4215384" cy="3068465"/>
            <a:chOff x="265176" y="1426464"/>
            <a:chExt cx="4215384" cy="3068465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0BD078F-FCEC-251B-D4A5-F0C831465048}"/>
                </a:ext>
              </a:extLst>
            </p:cNvPr>
            <p:cNvGrpSpPr/>
            <p:nvPr/>
          </p:nvGrpSpPr>
          <p:grpSpPr>
            <a:xfrm>
              <a:off x="265176" y="1779161"/>
              <a:ext cx="4089196" cy="2715768"/>
              <a:chOff x="265176" y="1792224"/>
              <a:chExt cx="4089196" cy="2715768"/>
            </a:xfrm>
          </p:grpSpPr>
          <p:cxnSp>
            <p:nvCxnSpPr>
              <p:cNvPr id="5" name="Connector 4"/>
              <p:cNvCxnSpPr/>
              <p:nvPr/>
            </p:nvCxnSpPr>
            <p:spPr>
              <a:xfrm flipV="1">
                <a:off x="1014984" y="2139696"/>
                <a:ext cx="1351483" cy="91440"/>
              </a:xfrm>
              <a:prstGeom prst="line">
                <a:avLst/>
              </a:prstGeom>
              <a:ln w="7140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nector 5"/>
              <p:cNvCxnSpPr/>
              <p:nvPr/>
            </p:nvCxnSpPr>
            <p:spPr>
              <a:xfrm>
                <a:off x="1014984" y="2231136"/>
                <a:ext cx="1351483" cy="459486"/>
              </a:xfrm>
              <a:prstGeom prst="line">
                <a:avLst/>
              </a:prstGeom>
              <a:ln w="7244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nector 6"/>
              <p:cNvCxnSpPr/>
              <p:nvPr/>
            </p:nvCxnSpPr>
            <p:spPr>
              <a:xfrm>
                <a:off x="1014984" y="2231136"/>
                <a:ext cx="1351483" cy="1010412"/>
              </a:xfrm>
              <a:prstGeom prst="line">
                <a:avLst/>
              </a:prstGeom>
              <a:ln w="15574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ctor 7"/>
              <p:cNvCxnSpPr/>
              <p:nvPr/>
            </p:nvCxnSpPr>
            <p:spPr>
              <a:xfrm>
                <a:off x="1014984" y="2231136"/>
                <a:ext cx="1351483" cy="1561338"/>
              </a:xfrm>
              <a:prstGeom prst="line">
                <a:avLst/>
              </a:prstGeom>
              <a:ln w="6799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or 8"/>
              <p:cNvCxnSpPr/>
              <p:nvPr/>
            </p:nvCxnSpPr>
            <p:spPr>
              <a:xfrm>
                <a:off x="1014984" y="2231136"/>
                <a:ext cx="1351483" cy="2112264"/>
              </a:xfrm>
              <a:prstGeom prst="line">
                <a:avLst/>
              </a:prstGeom>
              <a:ln w="13858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 9"/>
              <p:cNvCxnSpPr/>
              <p:nvPr/>
            </p:nvCxnSpPr>
            <p:spPr>
              <a:xfrm flipV="1">
                <a:off x="1014984" y="2139696"/>
                <a:ext cx="1351483" cy="783335"/>
              </a:xfrm>
              <a:prstGeom prst="line">
                <a:avLst/>
              </a:prstGeom>
              <a:ln w="11005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/>
              <p:nvPr/>
            </p:nvCxnSpPr>
            <p:spPr>
              <a:xfrm flipV="1">
                <a:off x="1014984" y="2690622"/>
                <a:ext cx="1351483" cy="232409"/>
              </a:xfrm>
              <a:prstGeom prst="line">
                <a:avLst/>
              </a:prstGeom>
              <a:ln w="26448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1"/>
              <p:cNvCxnSpPr/>
              <p:nvPr/>
            </p:nvCxnSpPr>
            <p:spPr>
              <a:xfrm>
                <a:off x="1014984" y="2923031"/>
                <a:ext cx="1351483" cy="318517"/>
              </a:xfrm>
              <a:prstGeom prst="line">
                <a:avLst/>
              </a:prstGeom>
              <a:ln w="20599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 12"/>
              <p:cNvCxnSpPr/>
              <p:nvPr/>
            </p:nvCxnSpPr>
            <p:spPr>
              <a:xfrm>
                <a:off x="1014984" y="2923031"/>
                <a:ext cx="1351483" cy="869443"/>
              </a:xfrm>
              <a:prstGeom prst="line">
                <a:avLst/>
              </a:prstGeom>
              <a:ln w="16612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 13"/>
              <p:cNvCxnSpPr/>
              <p:nvPr/>
            </p:nvCxnSpPr>
            <p:spPr>
              <a:xfrm>
                <a:off x="1014984" y="2923031"/>
                <a:ext cx="1351483" cy="1420369"/>
              </a:xfrm>
              <a:prstGeom prst="line">
                <a:avLst/>
              </a:prstGeom>
              <a:ln w="25816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 14"/>
              <p:cNvCxnSpPr/>
              <p:nvPr/>
            </p:nvCxnSpPr>
            <p:spPr>
              <a:xfrm flipV="1">
                <a:off x="1014984" y="2139696"/>
                <a:ext cx="1351483" cy="1475232"/>
              </a:xfrm>
              <a:prstGeom prst="line">
                <a:avLst/>
              </a:prstGeom>
              <a:ln w="15293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/>
              <p:nvPr/>
            </p:nvCxnSpPr>
            <p:spPr>
              <a:xfrm flipV="1">
                <a:off x="1014984" y="2690622"/>
                <a:ext cx="1351483" cy="924306"/>
              </a:xfrm>
              <a:prstGeom prst="line">
                <a:avLst/>
              </a:prstGeom>
              <a:ln w="5757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6"/>
              <p:cNvCxnSpPr/>
              <p:nvPr/>
            </p:nvCxnSpPr>
            <p:spPr>
              <a:xfrm flipV="1">
                <a:off x="1014984" y="3241548"/>
                <a:ext cx="1351483" cy="373380"/>
              </a:xfrm>
              <a:prstGeom prst="line">
                <a:avLst/>
              </a:prstGeom>
              <a:ln w="43180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 17"/>
              <p:cNvCxnSpPr/>
              <p:nvPr/>
            </p:nvCxnSpPr>
            <p:spPr>
              <a:xfrm>
                <a:off x="1014984" y="3614928"/>
                <a:ext cx="1351483" cy="177546"/>
              </a:xfrm>
              <a:prstGeom prst="line">
                <a:avLst/>
              </a:prstGeom>
              <a:ln w="8664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 18"/>
              <p:cNvCxnSpPr/>
              <p:nvPr/>
            </p:nvCxnSpPr>
            <p:spPr>
              <a:xfrm>
                <a:off x="1014984" y="3614928"/>
                <a:ext cx="1351483" cy="728472"/>
              </a:xfrm>
              <a:prstGeom prst="line">
                <a:avLst/>
              </a:prstGeom>
              <a:ln w="25496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or 19"/>
              <p:cNvCxnSpPr/>
              <p:nvPr/>
            </p:nvCxnSpPr>
            <p:spPr>
              <a:xfrm flipV="1">
                <a:off x="1014984" y="2139696"/>
                <a:ext cx="1351483" cy="2167128"/>
              </a:xfrm>
              <a:prstGeom prst="line">
                <a:avLst/>
              </a:prstGeom>
              <a:ln w="17079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or 20"/>
              <p:cNvCxnSpPr/>
              <p:nvPr/>
            </p:nvCxnSpPr>
            <p:spPr>
              <a:xfrm flipV="1">
                <a:off x="1014984" y="2690622"/>
                <a:ext cx="1351483" cy="1616202"/>
              </a:xfrm>
              <a:prstGeom prst="line">
                <a:avLst/>
              </a:prstGeom>
              <a:ln w="13998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 21"/>
              <p:cNvCxnSpPr/>
              <p:nvPr/>
            </p:nvCxnSpPr>
            <p:spPr>
              <a:xfrm flipV="1">
                <a:off x="1014984" y="3241548"/>
                <a:ext cx="1351483" cy="1065276"/>
              </a:xfrm>
              <a:prstGeom prst="line">
                <a:avLst/>
              </a:prstGeom>
              <a:ln w="10263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nector 22"/>
              <p:cNvCxnSpPr/>
              <p:nvPr/>
            </p:nvCxnSpPr>
            <p:spPr>
              <a:xfrm flipV="1">
                <a:off x="1014984" y="3792474"/>
                <a:ext cx="1351483" cy="514350"/>
              </a:xfrm>
              <a:prstGeom prst="line">
                <a:avLst/>
              </a:prstGeom>
              <a:ln w="11826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or 23"/>
              <p:cNvCxnSpPr/>
              <p:nvPr/>
            </p:nvCxnSpPr>
            <p:spPr>
              <a:xfrm>
                <a:off x="1014984" y="4306824"/>
                <a:ext cx="1351483" cy="36576"/>
              </a:xfrm>
              <a:prstGeom prst="line">
                <a:avLst/>
              </a:prstGeom>
              <a:ln w="22163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nector 24"/>
              <p:cNvCxnSpPr/>
              <p:nvPr/>
            </p:nvCxnSpPr>
            <p:spPr>
              <a:xfrm>
                <a:off x="2640787" y="2139696"/>
                <a:ext cx="1238097" cy="1156716"/>
              </a:xfrm>
              <a:prstGeom prst="line">
                <a:avLst/>
              </a:prstGeom>
              <a:ln w="7185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 25"/>
              <p:cNvCxnSpPr/>
              <p:nvPr/>
            </p:nvCxnSpPr>
            <p:spPr>
              <a:xfrm>
                <a:off x="2640787" y="2690622"/>
                <a:ext cx="1238097" cy="605790"/>
              </a:xfrm>
              <a:prstGeom prst="line">
                <a:avLst/>
              </a:prstGeom>
              <a:ln w="27472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nector 26"/>
              <p:cNvCxnSpPr/>
              <p:nvPr/>
            </p:nvCxnSpPr>
            <p:spPr>
              <a:xfrm>
                <a:off x="2640787" y="3241548"/>
                <a:ext cx="1238097" cy="54864"/>
              </a:xfrm>
              <a:prstGeom prst="line">
                <a:avLst/>
              </a:prstGeom>
              <a:ln w="15980">
                <a:solidFill>
                  <a:srgbClr val="E9713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nector 27"/>
              <p:cNvCxnSpPr/>
              <p:nvPr/>
            </p:nvCxnSpPr>
            <p:spPr>
              <a:xfrm flipV="1">
                <a:off x="2640787" y="3296412"/>
                <a:ext cx="1238097" cy="496062"/>
              </a:xfrm>
              <a:prstGeom prst="line">
                <a:avLst/>
              </a:prstGeom>
              <a:ln w="10840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 28"/>
              <p:cNvCxnSpPr/>
              <p:nvPr/>
            </p:nvCxnSpPr>
            <p:spPr>
              <a:xfrm flipV="1">
                <a:off x="2640787" y="3296412"/>
                <a:ext cx="1238097" cy="1046988"/>
              </a:xfrm>
              <a:prstGeom prst="line">
                <a:avLst/>
              </a:prstGeom>
              <a:ln w="19885">
                <a:solidFill>
                  <a:srgbClr val="1560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/>
              <p:cNvSpPr/>
              <p:nvPr/>
            </p:nvSpPr>
            <p:spPr>
              <a:xfrm>
                <a:off x="612648" y="2029967"/>
                <a:ext cx="402336" cy="402336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2024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050" b="1">
                    <a:solidFill>
                      <a:srgbClr val="20242E"/>
                    </a:solidFill>
                    <a:latin typeface="Avenir Book"/>
                  </a:rPr>
                  <a:t>nH</a:t>
                </a: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612648" y="2721863"/>
                <a:ext cx="402336" cy="402336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2024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050" b="1">
                    <a:solidFill>
                      <a:srgbClr val="20242E"/>
                    </a:solidFill>
                    <a:latin typeface="Avenir Book"/>
                  </a:rPr>
                  <a:t>nC</a:t>
                </a: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12648" y="3413759"/>
                <a:ext cx="402336" cy="402336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2024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050" b="1">
                    <a:solidFill>
                      <a:srgbClr val="20242E"/>
                    </a:solidFill>
                    <a:latin typeface="Avenir Book"/>
                  </a:rPr>
                  <a:t>nN</a:t>
                </a: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12648" y="4105656"/>
                <a:ext cx="402336" cy="402336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2024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050" b="1">
                    <a:solidFill>
                      <a:srgbClr val="20242E"/>
                    </a:solidFill>
                    <a:latin typeface="Avenir Book"/>
                  </a:rPr>
                  <a:t>nO</a:t>
                </a: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366467" y="2002536"/>
                <a:ext cx="274320" cy="274320"/>
              </a:xfrm>
              <a:prstGeom prst="ellipse">
                <a:avLst/>
              </a:prstGeom>
              <a:solidFill>
                <a:srgbClr val="156082"/>
              </a:solidFill>
              <a:ln w="16510">
                <a:solidFill>
                  <a:srgbClr val="15608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366467" y="2553462"/>
                <a:ext cx="274320" cy="274320"/>
              </a:xfrm>
              <a:prstGeom prst="ellipse">
                <a:avLst/>
              </a:prstGeom>
              <a:solidFill>
                <a:srgbClr val="156082"/>
              </a:solidFill>
              <a:ln w="16510">
                <a:solidFill>
                  <a:srgbClr val="15608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366467" y="3104388"/>
                <a:ext cx="274320" cy="274320"/>
              </a:xfrm>
              <a:prstGeom prst="ellipse">
                <a:avLst/>
              </a:prstGeom>
              <a:solidFill>
                <a:srgbClr val="156082"/>
              </a:solidFill>
              <a:ln w="16510">
                <a:solidFill>
                  <a:srgbClr val="15608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2366467" y="3655314"/>
                <a:ext cx="274320" cy="274320"/>
              </a:xfrm>
              <a:prstGeom prst="ellipse">
                <a:avLst/>
              </a:prstGeom>
              <a:solidFill>
                <a:srgbClr val="156082"/>
              </a:solidFill>
              <a:ln w="16510">
                <a:solidFill>
                  <a:srgbClr val="15608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2366467" y="4206240"/>
                <a:ext cx="274320" cy="274320"/>
              </a:xfrm>
              <a:prstGeom prst="ellipse">
                <a:avLst/>
              </a:prstGeom>
              <a:solidFill>
                <a:srgbClr val="156082"/>
              </a:solidFill>
              <a:ln w="16510">
                <a:solidFill>
                  <a:srgbClr val="15608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3952036" y="3095244"/>
                <a:ext cx="402336" cy="402336"/>
              </a:xfrm>
              <a:prstGeom prst="ellipse">
                <a:avLst/>
              </a:prstGeom>
              <a:solidFill>
                <a:srgbClr val="E97132"/>
              </a:solidFill>
              <a:ln w="16510">
                <a:solidFill>
                  <a:srgbClr val="B455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 b="1">
                    <a:solidFill>
                      <a:srgbClr val="FFFFFF"/>
                    </a:solidFill>
                    <a:latin typeface="Avenir Book"/>
                  </a:rPr>
                  <a:t>ŷ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265176" y="1792224"/>
                <a:ext cx="1097280" cy="228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sz="950" b="0" i="0">
                    <a:solidFill>
                      <a:srgbClr val="6E7480"/>
                    </a:solidFill>
                    <a:latin typeface="Avenir Book"/>
                  </a:rPr>
                  <a:t>inputs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1772107" y="1792224"/>
                <a:ext cx="1463040" cy="228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sz="950" b="0" i="0">
                    <a:solidFill>
                      <a:srgbClr val="6E7480"/>
                    </a:solidFill>
                    <a:latin typeface="Avenir Book"/>
                  </a:rPr>
                  <a:t>hidden (5)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457200" y="1426464"/>
              <a:ext cx="40233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200" b="1" i="0">
                  <a:solidFill>
                    <a:srgbClr val="20242E"/>
                  </a:solidFill>
                  <a:latin typeface="Avenir Book"/>
                </a:rPr>
                <a:t>initial (random)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4934256-87BE-8022-7691-72D66097231A}"/>
              </a:ext>
            </a:extLst>
          </p:cNvPr>
          <p:cNvGrpSpPr/>
          <p:nvPr/>
        </p:nvGrpSpPr>
        <p:grpSpPr>
          <a:xfrm>
            <a:off x="4197096" y="1426464"/>
            <a:ext cx="4436668" cy="3081528"/>
            <a:chOff x="4197096" y="1426464"/>
            <a:chExt cx="4436668" cy="3081528"/>
          </a:xfrm>
        </p:grpSpPr>
        <p:cxnSp>
          <p:nvCxnSpPr>
            <p:cNvPr id="44" name="Connector 43"/>
            <p:cNvCxnSpPr/>
            <p:nvPr/>
          </p:nvCxnSpPr>
          <p:spPr>
            <a:xfrm flipV="1">
              <a:off x="4946904" y="2139696"/>
              <a:ext cx="1351483" cy="91440"/>
            </a:xfrm>
            <a:prstGeom prst="line">
              <a:avLst/>
            </a:prstGeom>
            <a:ln w="25654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946904" y="2231136"/>
              <a:ext cx="1351483" cy="459486"/>
            </a:xfrm>
            <a:prstGeom prst="line">
              <a:avLst/>
            </a:prstGeom>
            <a:ln w="1705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4946904" y="2231136"/>
              <a:ext cx="1351483" cy="1010412"/>
            </a:xfrm>
            <a:prstGeom prst="line">
              <a:avLst/>
            </a:prstGeom>
            <a:ln w="30988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4946904" y="2231136"/>
              <a:ext cx="1351483" cy="1561338"/>
            </a:xfrm>
            <a:prstGeom prst="line">
              <a:avLst/>
            </a:prstGeom>
            <a:ln w="28955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4946904" y="2231136"/>
              <a:ext cx="1351483" cy="2112264"/>
            </a:xfrm>
            <a:prstGeom prst="line">
              <a:avLst/>
            </a:prstGeom>
            <a:ln w="31242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 flipV="1">
              <a:off x="4946904" y="2139696"/>
              <a:ext cx="1351483" cy="783335"/>
            </a:xfrm>
            <a:prstGeom prst="line">
              <a:avLst/>
            </a:prstGeom>
            <a:ln w="254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V="1">
              <a:off x="4946904" y="2690622"/>
              <a:ext cx="1351483" cy="232409"/>
            </a:xfrm>
            <a:prstGeom prst="line">
              <a:avLst/>
            </a:prstGeom>
            <a:ln w="254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4946904" y="2923031"/>
              <a:ext cx="1351483" cy="318517"/>
            </a:xfrm>
            <a:prstGeom prst="line">
              <a:avLst/>
            </a:prstGeom>
            <a:ln w="254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4946904" y="2923031"/>
              <a:ext cx="1351483" cy="869443"/>
            </a:xfrm>
            <a:prstGeom prst="line">
              <a:avLst/>
            </a:prstGeom>
            <a:ln w="5235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4946904" y="2923031"/>
              <a:ext cx="1351483" cy="1420369"/>
            </a:xfrm>
            <a:prstGeom prst="line">
              <a:avLst/>
            </a:prstGeom>
            <a:ln w="254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 flipV="1">
              <a:off x="4946904" y="2139696"/>
              <a:ext cx="1351483" cy="1475232"/>
            </a:xfrm>
            <a:prstGeom prst="line">
              <a:avLst/>
            </a:prstGeom>
            <a:ln w="25654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 flipV="1">
              <a:off x="4946904" y="2690622"/>
              <a:ext cx="1351483" cy="924306"/>
            </a:xfrm>
            <a:prstGeom prst="line">
              <a:avLst/>
            </a:prstGeom>
            <a:ln w="33528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 flipV="1">
              <a:off x="4946904" y="3241548"/>
              <a:ext cx="1351483" cy="373380"/>
            </a:xfrm>
            <a:prstGeom prst="line">
              <a:avLst/>
            </a:prstGeom>
            <a:ln w="31242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4946904" y="3614928"/>
              <a:ext cx="1351483" cy="177546"/>
            </a:xfrm>
            <a:prstGeom prst="line">
              <a:avLst/>
            </a:prstGeom>
            <a:ln w="30988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4946904" y="3614928"/>
              <a:ext cx="1351483" cy="728472"/>
            </a:xfrm>
            <a:prstGeom prst="line">
              <a:avLst/>
            </a:prstGeom>
            <a:ln w="3175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V="1">
              <a:off x="4946904" y="2139696"/>
              <a:ext cx="1351483" cy="2167128"/>
            </a:xfrm>
            <a:prstGeom prst="line">
              <a:avLst/>
            </a:prstGeom>
            <a:ln w="5081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 flipV="1">
              <a:off x="4946904" y="2690622"/>
              <a:ext cx="1351483" cy="1616202"/>
            </a:xfrm>
            <a:prstGeom prst="line">
              <a:avLst/>
            </a:prstGeom>
            <a:ln w="5242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 flipV="1">
              <a:off x="4946904" y="3241548"/>
              <a:ext cx="1351483" cy="1065276"/>
            </a:xfrm>
            <a:prstGeom prst="line">
              <a:avLst/>
            </a:prstGeom>
            <a:ln w="5137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4946904" y="3792474"/>
              <a:ext cx="1351483" cy="514350"/>
            </a:xfrm>
            <a:prstGeom prst="line">
              <a:avLst/>
            </a:prstGeom>
            <a:ln w="5155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4946904" y="4306824"/>
              <a:ext cx="1351483" cy="36576"/>
            </a:xfrm>
            <a:prstGeom prst="line">
              <a:avLst/>
            </a:prstGeom>
            <a:ln w="514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6572707" y="2139696"/>
              <a:ext cx="1238097" cy="1156716"/>
            </a:xfrm>
            <a:prstGeom prst="line">
              <a:avLst/>
            </a:prstGeom>
            <a:ln w="36703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6572707" y="2690622"/>
              <a:ext cx="1238097" cy="605790"/>
            </a:xfrm>
            <a:prstGeom prst="line">
              <a:avLst/>
            </a:prstGeom>
            <a:ln w="4318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>
              <a:off x="6572707" y="3241548"/>
              <a:ext cx="1238097" cy="54864"/>
            </a:xfrm>
            <a:prstGeom prst="line">
              <a:avLst/>
            </a:prstGeom>
            <a:ln w="18323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 flipV="1">
              <a:off x="6572707" y="3296412"/>
              <a:ext cx="1238097" cy="496062"/>
            </a:xfrm>
            <a:prstGeom prst="line">
              <a:avLst/>
            </a:prstGeom>
            <a:ln w="17832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V="1">
              <a:off x="6572707" y="3296412"/>
              <a:ext cx="1238097" cy="1046988"/>
            </a:xfrm>
            <a:prstGeom prst="line">
              <a:avLst/>
            </a:prstGeom>
            <a:ln w="17907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/>
            <p:cNvSpPr/>
            <p:nvPr/>
          </p:nvSpPr>
          <p:spPr>
            <a:xfrm>
              <a:off x="4544568" y="2029967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nH</a:t>
              </a:r>
            </a:p>
          </p:txBody>
        </p:sp>
        <p:sp>
          <p:nvSpPr>
            <p:cNvPr id="70" name="Oval 69"/>
            <p:cNvSpPr/>
            <p:nvPr/>
          </p:nvSpPr>
          <p:spPr>
            <a:xfrm>
              <a:off x="4544568" y="2721863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nC</a:t>
              </a:r>
            </a:p>
          </p:txBody>
        </p:sp>
        <p:sp>
          <p:nvSpPr>
            <p:cNvPr id="71" name="Oval 70"/>
            <p:cNvSpPr/>
            <p:nvPr/>
          </p:nvSpPr>
          <p:spPr>
            <a:xfrm>
              <a:off x="4544568" y="3413759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nN</a:t>
              </a:r>
            </a:p>
          </p:txBody>
        </p:sp>
        <p:sp>
          <p:nvSpPr>
            <p:cNvPr id="72" name="Oval 71"/>
            <p:cNvSpPr/>
            <p:nvPr/>
          </p:nvSpPr>
          <p:spPr>
            <a:xfrm>
              <a:off x="4544568" y="4105656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nO</a:t>
              </a:r>
            </a:p>
          </p:txBody>
        </p:sp>
        <p:sp>
          <p:nvSpPr>
            <p:cNvPr id="73" name="Oval 72"/>
            <p:cNvSpPr/>
            <p:nvPr/>
          </p:nvSpPr>
          <p:spPr>
            <a:xfrm>
              <a:off x="6298387" y="2002536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Oval 73"/>
            <p:cNvSpPr/>
            <p:nvPr/>
          </p:nvSpPr>
          <p:spPr>
            <a:xfrm>
              <a:off x="6298387" y="2553462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Oval 74"/>
            <p:cNvSpPr/>
            <p:nvPr/>
          </p:nvSpPr>
          <p:spPr>
            <a:xfrm>
              <a:off x="6298387" y="3104388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Oval 75"/>
            <p:cNvSpPr/>
            <p:nvPr/>
          </p:nvSpPr>
          <p:spPr>
            <a:xfrm>
              <a:off x="6298387" y="3655314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Oval 76"/>
            <p:cNvSpPr/>
            <p:nvPr/>
          </p:nvSpPr>
          <p:spPr>
            <a:xfrm>
              <a:off x="6298387" y="4206240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Oval 77"/>
            <p:cNvSpPr/>
            <p:nvPr/>
          </p:nvSpPr>
          <p:spPr>
            <a:xfrm>
              <a:off x="7883956" y="3095244"/>
              <a:ext cx="402336" cy="402336"/>
            </a:xfrm>
            <a:prstGeom prst="ellipse">
              <a:avLst/>
            </a:prstGeom>
            <a:solidFill>
              <a:srgbClr val="E97132"/>
            </a:solidFill>
            <a:ln w="16510">
              <a:solidFill>
                <a:srgbClr val="B455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venir Book"/>
                </a:rPr>
                <a:t>ŷ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197096" y="1792224"/>
              <a:ext cx="10972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inputs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704027" y="1792224"/>
              <a:ext cx="146304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hidden (5)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536484" y="1792224"/>
              <a:ext cx="10972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output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389120" y="1426464"/>
              <a:ext cx="40233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200" b="1" i="0">
                  <a:solidFill>
                    <a:srgbClr val="20242E"/>
                  </a:solidFill>
                  <a:latin typeface="Avenir Book"/>
                </a:rPr>
                <a:t>trained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8732520" y="133502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training loss</a:t>
            </a: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8641080" y="1755648"/>
          <a:ext cx="31546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731520" y="495670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7552" y="4970420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0242E"/>
                </a:solidFill>
                <a:latin typeface="Avenir Book"/>
              </a:rPr>
              <a:t>Trained on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1,492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molecules (up to 3 of each element), tested on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699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unseen ones.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340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" y="5354468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42E"/>
                </a:solidFill>
                <a:latin typeface="Avenir Book"/>
              </a:rPr>
              <a:t>Test accuracy climbs from </a:t>
            </a:r>
            <a:r>
              <a:rPr sz="1400" b="1" i="0">
                <a:solidFill>
                  <a:srgbClr val="20242E"/>
                </a:solidFill>
                <a:latin typeface="Avenir Book"/>
              </a:rPr>
              <a:t>50.2% → 93.3%</a:t>
            </a:r>
            <a:r>
              <a:rPr sz="1400" b="0" i="0">
                <a:solidFill>
                  <a:srgbClr val="20242E"/>
                </a:solidFill>
                <a:latin typeface="Avenir Book"/>
              </a:rPr>
              <a:t>, while the linear model stays at </a:t>
            </a:r>
            <a:r>
              <a:rPr sz="1400" b="1" i="0">
                <a:solidFill>
                  <a:srgbClr val="20242E"/>
                </a:solidFill>
                <a:latin typeface="Avenir Book"/>
              </a:rPr>
              <a:t>48.5%</a:t>
            </a:r>
            <a:r>
              <a:rPr sz="1400" b="0" i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5724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7552" y="5738516"/>
            <a:ext cx="106253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0242E"/>
                </a:solidFill>
                <a:latin typeface="Avenir Book"/>
              </a:rPr>
              <a:t>Notice the loss curve: a long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plateau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, then a sudden drop. The network sits stuck before it finds </a:t>
            </a:r>
            <a:r>
              <a:rPr lang="en-US" sz="1400" b="0" i="0" dirty="0">
                <a:solidFill>
                  <a:srgbClr val="20242E"/>
                </a:solidFill>
                <a:latin typeface="Avenir Book"/>
              </a:rPr>
              <a:t>an approximate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parity rule.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Graphic spid="84" grpId="0">
        <p:bldAsOne/>
      </p:bldGraphic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22B1-6718-8547-394A-D2E1D979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E0274-BE85-18AF-9177-6D78B207ED84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Training = learning weights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00B448-6F30-FE2E-B42E-C95894501DEA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6CFD41DB-3E39-26FE-4191-5993D01B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D90ADAE1-8906-9ACD-903C-1640F1998530}"/>
              </a:ext>
            </a:extLst>
          </p:cNvPr>
          <p:cNvGrpSpPr/>
          <p:nvPr/>
        </p:nvGrpSpPr>
        <p:grpSpPr>
          <a:xfrm>
            <a:off x="1572768" y="1888236"/>
            <a:ext cx="4436668" cy="3081528"/>
            <a:chOff x="4197096" y="1426464"/>
            <a:chExt cx="4436668" cy="3081528"/>
          </a:xfrm>
        </p:grpSpPr>
        <p:cxnSp>
          <p:nvCxnSpPr>
            <p:cNvPr id="44" name="Connector 43">
              <a:extLst>
                <a:ext uri="{FF2B5EF4-FFF2-40B4-BE49-F238E27FC236}">
                  <a16:creationId xmlns:a16="http://schemas.microsoft.com/office/drawing/2014/main" id="{05446FF5-94B1-B557-AF62-1B2D227755DC}"/>
                </a:ext>
              </a:extLst>
            </p:cNvPr>
            <p:cNvCxnSpPr/>
            <p:nvPr/>
          </p:nvCxnSpPr>
          <p:spPr>
            <a:xfrm flipV="1">
              <a:off x="4946904" y="2139696"/>
              <a:ext cx="1351483" cy="91440"/>
            </a:xfrm>
            <a:prstGeom prst="line">
              <a:avLst/>
            </a:prstGeom>
            <a:ln w="25654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>
              <a:extLst>
                <a:ext uri="{FF2B5EF4-FFF2-40B4-BE49-F238E27FC236}">
                  <a16:creationId xmlns:a16="http://schemas.microsoft.com/office/drawing/2014/main" id="{B02664C9-0118-B6E8-4782-A5BF47335097}"/>
                </a:ext>
              </a:extLst>
            </p:cNvPr>
            <p:cNvCxnSpPr/>
            <p:nvPr/>
          </p:nvCxnSpPr>
          <p:spPr>
            <a:xfrm>
              <a:off x="4946904" y="2231136"/>
              <a:ext cx="1351483" cy="459486"/>
            </a:xfrm>
            <a:prstGeom prst="line">
              <a:avLst/>
            </a:prstGeom>
            <a:ln w="1705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>
              <a:extLst>
                <a:ext uri="{FF2B5EF4-FFF2-40B4-BE49-F238E27FC236}">
                  <a16:creationId xmlns:a16="http://schemas.microsoft.com/office/drawing/2014/main" id="{E7EA8451-3DE7-0441-4D8F-DBAB8DC835B1}"/>
                </a:ext>
              </a:extLst>
            </p:cNvPr>
            <p:cNvCxnSpPr/>
            <p:nvPr/>
          </p:nvCxnSpPr>
          <p:spPr>
            <a:xfrm>
              <a:off x="4946904" y="2231136"/>
              <a:ext cx="1351483" cy="1010412"/>
            </a:xfrm>
            <a:prstGeom prst="line">
              <a:avLst/>
            </a:prstGeom>
            <a:ln w="30988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>
              <a:extLst>
                <a:ext uri="{FF2B5EF4-FFF2-40B4-BE49-F238E27FC236}">
                  <a16:creationId xmlns:a16="http://schemas.microsoft.com/office/drawing/2014/main" id="{0093108A-4A70-E352-7E35-623003AC9018}"/>
                </a:ext>
              </a:extLst>
            </p:cNvPr>
            <p:cNvCxnSpPr/>
            <p:nvPr/>
          </p:nvCxnSpPr>
          <p:spPr>
            <a:xfrm>
              <a:off x="4946904" y="2231136"/>
              <a:ext cx="1351483" cy="1561338"/>
            </a:xfrm>
            <a:prstGeom prst="line">
              <a:avLst/>
            </a:prstGeom>
            <a:ln w="28955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>
              <a:extLst>
                <a:ext uri="{FF2B5EF4-FFF2-40B4-BE49-F238E27FC236}">
                  <a16:creationId xmlns:a16="http://schemas.microsoft.com/office/drawing/2014/main" id="{24F110EF-B3A2-D5C9-2E16-F306FA2E8C61}"/>
                </a:ext>
              </a:extLst>
            </p:cNvPr>
            <p:cNvCxnSpPr/>
            <p:nvPr/>
          </p:nvCxnSpPr>
          <p:spPr>
            <a:xfrm>
              <a:off x="4946904" y="2231136"/>
              <a:ext cx="1351483" cy="2112264"/>
            </a:xfrm>
            <a:prstGeom prst="line">
              <a:avLst/>
            </a:prstGeom>
            <a:ln w="31242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>
              <a:extLst>
                <a:ext uri="{FF2B5EF4-FFF2-40B4-BE49-F238E27FC236}">
                  <a16:creationId xmlns:a16="http://schemas.microsoft.com/office/drawing/2014/main" id="{7CE5C73A-B22D-D5F7-E747-6DB453C35A71}"/>
                </a:ext>
              </a:extLst>
            </p:cNvPr>
            <p:cNvCxnSpPr/>
            <p:nvPr/>
          </p:nvCxnSpPr>
          <p:spPr>
            <a:xfrm flipV="1">
              <a:off x="4946904" y="2139696"/>
              <a:ext cx="1351483" cy="783335"/>
            </a:xfrm>
            <a:prstGeom prst="line">
              <a:avLst/>
            </a:prstGeom>
            <a:ln w="254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>
              <a:extLst>
                <a:ext uri="{FF2B5EF4-FFF2-40B4-BE49-F238E27FC236}">
                  <a16:creationId xmlns:a16="http://schemas.microsoft.com/office/drawing/2014/main" id="{E53D38F8-AAD9-229E-F079-03528FC3766D}"/>
                </a:ext>
              </a:extLst>
            </p:cNvPr>
            <p:cNvCxnSpPr/>
            <p:nvPr/>
          </p:nvCxnSpPr>
          <p:spPr>
            <a:xfrm flipV="1">
              <a:off x="4946904" y="2690622"/>
              <a:ext cx="1351483" cy="232409"/>
            </a:xfrm>
            <a:prstGeom prst="line">
              <a:avLst/>
            </a:prstGeom>
            <a:ln w="254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>
              <a:extLst>
                <a:ext uri="{FF2B5EF4-FFF2-40B4-BE49-F238E27FC236}">
                  <a16:creationId xmlns:a16="http://schemas.microsoft.com/office/drawing/2014/main" id="{C2DC9E5E-3F4F-AD72-9110-D1DA98ECF25A}"/>
                </a:ext>
              </a:extLst>
            </p:cNvPr>
            <p:cNvCxnSpPr/>
            <p:nvPr/>
          </p:nvCxnSpPr>
          <p:spPr>
            <a:xfrm>
              <a:off x="4946904" y="2923031"/>
              <a:ext cx="1351483" cy="318517"/>
            </a:xfrm>
            <a:prstGeom prst="line">
              <a:avLst/>
            </a:prstGeom>
            <a:ln w="2540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>
              <a:extLst>
                <a:ext uri="{FF2B5EF4-FFF2-40B4-BE49-F238E27FC236}">
                  <a16:creationId xmlns:a16="http://schemas.microsoft.com/office/drawing/2014/main" id="{F85D9743-13D5-32B5-DC34-6C79C012769C}"/>
                </a:ext>
              </a:extLst>
            </p:cNvPr>
            <p:cNvCxnSpPr/>
            <p:nvPr/>
          </p:nvCxnSpPr>
          <p:spPr>
            <a:xfrm>
              <a:off x="4946904" y="2923031"/>
              <a:ext cx="1351483" cy="869443"/>
            </a:xfrm>
            <a:prstGeom prst="line">
              <a:avLst/>
            </a:prstGeom>
            <a:ln w="5235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>
              <a:extLst>
                <a:ext uri="{FF2B5EF4-FFF2-40B4-BE49-F238E27FC236}">
                  <a16:creationId xmlns:a16="http://schemas.microsoft.com/office/drawing/2014/main" id="{F68C53B8-DEFE-4607-5185-FB5FF179AA20}"/>
                </a:ext>
              </a:extLst>
            </p:cNvPr>
            <p:cNvCxnSpPr/>
            <p:nvPr/>
          </p:nvCxnSpPr>
          <p:spPr>
            <a:xfrm>
              <a:off x="4946904" y="2923031"/>
              <a:ext cx="1351483" cy="1420369"/>
            </a:xfrm>
            <a:prstGeom prst="line">
              <a:avLst/>
            </a:prstGeom>
            <a:ln w="254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>
              <a:extLst>
                <a:ext uri="{FF2B5EF4-FFF2-40B4-BE49-F238E27FC236}">
                  <a16:creationId xmlns:a16="http://schemas.microsoft.com/office/drawing/2014/main" id="{0DB1BB53-6F75-2F80-9878-511FF8949FF3}"/>
                </a:ext>
              </a:extLst>
            </p:cNvPr>
            <p:cNvCxnSpPr/>
            <p:nvPr/>
          </p:nvCxnSpPr>
          <p:spPr>
            <a:xfrm flipV="1">
              <a:off x="4946904" y="2139696"/>
              <a:ext cx="1351483" cy="1475232"/>
            </a:xfrm>
            <a:prstGeom prst="line">
              <a:avLst/>
            </a:prstGeom>
            <a:ln w="25654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>
              <a:extLst>
                <a:ext uri="{FF2B5EF4-FFF2-40B4-BE49-F238E27FC236}">
                  <a16:creationId xmlns:a16="http://schemas.microsoft.com/office/drawing/2014/main" id="{4C31B7C7-811F-D925-FB6E-17C76347ACAC}"/>
                </a:ext>
              </a:extLst>
            </p:cNvPr>
            <p:cNvCxnSpPr/>
            <p:nvPr/>
          </p:nvCxnSpPr>
          <p:spPr>
            <a:xfrm flipV="1">
              <a:off x="4946904" y="2690622"/>
              <a:ext cx="1351483" cy="924306"/>
            </a:xfrm>
            <a:prstGeom prst="line">
              <a:avLst/>
            </a:prstGeom>
            <a:ln w="33528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>
              <a:extLst>
                <a:ext uri="{FF2B5EF4-FFF2-40B4-BE49-F238E27FC236}">
                  <a16:creationId xmlns:a16="http://schemas.microsoft.com/office/drawing/2014/main" id="{B0968DDF-2F34-8398-9F18-6531B7611CCC}"/>
                </a:ext>
              </a:extLst>
            </p:cNvPr>
            <p:cNvCxnSpPr/>
            <p:nvPr/>
          </p:nvCxnSpPr>
          <p:spPr>
            <a:xfrm flipV="1">
              <a:off x="4946904" y="3241548"/>
              <a:ext cx="1351483" cy="373380"/>
            </a:xfrm>
            <a:prstGeom prst="line">
              <a:avLst/>
            </a:prstGeom>
            <a:ln w="31242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>
              <a:extLst>
                <a:ext uri="{FF2B5EF4-FFF2-40B4-BE49-F238E27FC236}">
                  <a16:creationId xmlns:a16="http://schemas.microsoft.com/office/drawing/2014/main" id="{23F1C256-71EA-FE6C-9AA9-C06421121415}"/>
                </a:ext>
              </a:extLst>
            </p:cNvPr>
            <p:cNvCxnSpPr/>
            <p:nvPr/>
          </p:nvCxnSpPr>
          <p:spPr>
            <a:xfrm>
              <a:off x="4946904" y="3614928"/>
              <a:ext cx="1351483" cy="177546"/>
            </a:xfrm>
            <a:prstGeom prst="line">
              <a:avLst/>
            </a:prstGeom>
            <a:ln w="30988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>
              <a:extLst>
                <a:ext uri="{FF2B5EF4-FFF2-40B4-BE49-F238E27FC236}">
                  <a16:creationId xmlns:a16="http://schemas.microsoft.com/office/drawing/2014/main" id="{024F0C27-1A4A-9F84-8F05-786B30A2BB30}"/>
                </a:ext>
              </a:extLst>
            </p:cNvPr>
            <p:cNvCxnSpPr/>
            <p:nvPr/>
          </p:nvCxnSpPr>
          <p:spPr>
            <a:xfrm>
              <a:off x="4946904" y="3614928"/>
              <a:ext cx="1351483" cy="728472"/>
            </a:xfrm>
            <a:prstGeom prst="line">
              <a:avLst/>
            </a:prstGeom>
            <a:ln w="3175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>
              <a:extLst>
                <a:ext uri="{FF2B5EF4-FFF2-40B4-BE49-F238E27FC236}">
                  <a16:creationId xmlns:a16="http://schemas.microsoft.com/office/drawing/2014/main" id="{525B88DD-19EA-C514-7103-B34574C8B902}"/>
                </a:ext>
              </a:extLst>
            </p:cNvPr>
            <p:cNvCxnSpPr/>
            <p:nvPr/>
          </p:nvCxnSpPr>
          <p:spPr>
            <a:xfrm flipV="1">
              <a:off x="4946904" y="2139696"/>
              <a:ext cx="1351483" cy="2167128"/>
            </a:xfrm>
            <a:prstGeom prst="line">
              <a:avLst/>
            </a:prstGeom>
            <a:ln w="5081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>
              <a:extLst>
                <a:ext uri="{FF2B5EF4-FFF2-40B4-BE49-F238E27FC236}">
                  <a16:creationId xmlns:a16="http://schemas.microsoft.com/office/drawing/2014/main" id="{65D27D59-44AD-2659-6952-06A88CE152A6}"/>
                </a:ext>
              </a:extLst>
            </p:cNvPr>
            <p:cNvCxnSpPr/>
            <p:nvPr/>
          </p:nvCxnSpPr>
          <p:spPr>
            <a:xfrm flipV="1">
              <a:off x="4946904" y="2690622"/>
              <a:ext cx="1351483" cy="1616202"/>
            </a:xfrm>
            <a:prstGeom prst="line">
              <a:avLst/>
            </a:prstGeom>
            <a:ln w="5242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>
              <a:extLst>
                <a:ext uri="{FF2B5EF4-FFF2-40B4-BE49-F238E27FC236}">
                  <a16:creationId xmlns:a16="http://schemas.microsoft.com/office/drawing/2014/main" id="{499D304A-DD02-0017-48B6-1653E3AD4C01}"/>
                </a:ext>
              </a:extLst>
            </p:cNvPr>
            <p:cNvCxnSpPr/>
            <p:nvPr/>
          </p:nvCxnSpPr>
          <p:spPr>
            <a:xfrm flipV="1">
              <a:off x="4946904" y="3241548"/>
              <a:ext cx="1351483" cy="1065276"/>
            </a:xfrm>
            <a:prstGeom prst="line">
              <a:avLst/>
            </a:prstGeom>
            <a:ln w="5137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>
              <a:extLst>
                <a:ext uri="{FF2B5EF4-FFF2-40B4-BE49-F238E27FC236}">
                  <a16:creationId xmlns:a16="http://schemas.microsoft.com/office/drawing/2014/main" id="{4516EE22-0742-5A11-A485-FAE10C4A0BDF}"/>
                </a:ext>
              </a:extLst>
            </p:cNvPr>
            <p:cNvCxnSpPr/>
            <p:nvPr/>
          </p:nvCxnSpPr>
          <p:spPr>
            <a:xfrm flipV="1">
              <a:off x="4946904" y="3792474"/>
              <a:ext cx="1351483" cy="514350"/>
            </a:xfrm>
            <a:prstGeom prst="line">
              <a:avLst/>
            </a:prstGeom>
            <a:ln w="5155">
              <a:solidFill>
                <a:srgbClr val="E9713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>
              <a:extLst>
                <a:ext uri="{FF2B5EF4-FFF2-40B4-BE49-F238E27FC236}">
                  <a16:creationId xmlns:a16="http://schemas.microsoft.com/office/drawing/2014/main" id="{8D82EDFC-161B-7E83-A139-695E8568CE0B}"/>
                </a:ext>
              </a:extLst>
            </p:cNvPr>
            <p:cNvCxnSpPr/>
            <p:nvPr/>
          </p:nvCxnSpPr>
          <p:spPr>
            <a:xfrm>
              <a:off x="4946904" y="4306824"/>
              <a:ext cx="1351483" cy="36576"/>
            </a:xfrm>
            <a:prstGeom prst="line">
              <a:avLst/>
            </a:prstGeom>
            <a:ln w="514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>
              <a:extLst>
                <a:ext uri="{FF2B5EF4-FFF2-40B4-BE49-F238E27FC236}">
                  <a16:creationId xmlns:a16="http://schemas.microsoft.com/office/drawing/2014/main" id="{CDE47E2B-52F6-B25A-843D-F459DAF38D2C}"/>
                </a:ext>
              </a:extLst>
            </p:cNvPr>
            <p:cNvCxnSpPr/>
            <p:nvPr/>
          </p:nvCxnSpPr>
          <p:spPr>
            <a:xfrm>
              <a:off x="6572707" y="2139696"/>
              <a:ext cx="1238097" cy="1156716"/>
            </a:xfrm>
            <a:prstGeom prst="line">
              <a:avLst/>
            </a:prstGeom>
            <a:ln w="36703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>
              <a:extLst>
                <a:ext uri="{FF2B5EF4-FFF2-40B4-BE49-F238E27FC236}">
                  <a16:creationId xmlns:a16="http://schemas.microsoft.com/office/drawing/2014/main" id="{2C557BD6-42B5-509C-CCDB-6B58333AF518}"/>
                </a:ext>
              </a:extLst>
            </p:cNvPr>
            <p:cNvCxnSpPr/>
            <p:nvPr/>
          </p:nvCxnSpPr>
          <p:spPr>
            <a:xfrm>
              <a:off x="6572707" y="2690622"/>
              <a:ext cx="1238097" cy="605790"/>
            </a:xfrm>
            <a:prstGeom prst="line">
              <a:avLst/>
            </a:prstGeom>
            <a:ln w="43180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>
              <a:extLst>
                <a:ext uri="{FF2B5EF4-FFF2-40B4-BE49-F238E27FC236}">
                  <a16:creationId xmlns:a16="http://schemas.microsoft.com/office/drawing/2014/main" id="{727C9922-4C48-E707-0BAE-BF98FFF29335}"/>
                </a:ext>
              </a:extLst>
            </p:cNvPr>
            <p:cNvCxnSpPr/>
            <p:nvPr/>
          </p:nvCxnSpPr>
          <p:spPr>
            <a:xfrm>
              <a:off x="6572707" y="3241548"/>
              <a:ext cx="1238097" cy="54864"/>
            </a:xfrm>
            <a:prstGeom prst="line">
              <a:avLst/>
            </a:prstGeom>
            <a:ln w="18323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>
              <a:extLst>
                <a:ext uri="{FF2B5EF4-FFF2-40B4-BE49-F238E27FC236}">
                  <a16:creationId xmlns:a16="http://schemas.microsoft.com/office/drawing/2014/main" id="{C13981CA-4246-78D0-706A-DF7EDEB1304A}"/>
                </a:ext>
              </a:extLst>
            </p:cNvPr>
            <p:cNvCxnSpPr/>
            <p:nvPr/>
          </p:nvCxnSpPr>
          <p:spPr>
            <a:xfrm flipV="1">
              <a:off x="6572707" y="3296412"/>
              <a:ext cx="1238097" cy="496062"/>
            </a:xfrm>
            <a:prstGeom prst="line">
              <a:avLst/>
            </a:prstGeom>
            <a:ln w="17832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>
              <a:extLst>
                <a:ext uri="{FF2B5EF4-FFF2-40B4-BE49-F238E27FC236}">
                  <a16:creationId xmlns:a16="http://schemas.microsoft.com/office/drawing/2014/main" id="{FE60AE4C-5B53-C527-812A-15329D3B29B1}"/>
                </a:ext>
              </a:extLst>
            </p:cNvPr>
            <p:cNvCxnSpPr/>
            <p:nvPr/>
          </p:nvCxnSpPr>
          <p:spPr>
            <a:xfrm flipV="1">
              <a:off x="6572707" y="3296412"/>
              <a:ext cx="1238097" cy="1046988"/>
            </a:xfrm>
            <a:prstGeom prst="line">
              <a:avLst/>
            </a:prstGeom>
            <a:ln w="17907">
              <a:solidFill>
                <a:srgbClr val="1560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6B9EB99-CB4D-2594-CCF4-FC3DC399291C}"/>
                </a:ext>
              </a:extLst>
            </p:cNvPr>
            <p:cNvSpPr/>
            <p:nvPr/>
          </p:nvSpPr>
          <p:spPr>
            <a:xfrm>
              <a:off x="4544568" y="2029967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nH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04809A8-E82C-BCDE-2CDB-9CBE51AF3DA1}"/>
                </a:ext>
              </a:extLst>
            </p:cNvPr>
            <p:cNvSpPr/>
            <p:nvPr/>
          </p:nvSpPr>
          <p:spPr>
            <a:xfrm>
              <a:off x="4544568" y="2721863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nC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EEB8683-7B16-6869-241E-146BDFF51081}"/>
                </a:ext>
              </a:extLst>
            </p:cNvPr>
            <p:cNvSpPr/>
            <p:nvPr/>
          </p:nvSpPr>
          <p:spPr>
            <a:xfrm>
              <a:off x="4544568" y="3413759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nN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BA638D3-BFEA-4F4E-35D8-AA0490847CAB}"/>
                </a:ext>
              </a:extLst>
            </p:cNvPr>
            <p:cNvSpPr/>
            <p:nvPr/>
          </p:nvSpPr>
          <p:spPr>
            <a:xfrm>
              <a:off x="4544568" y="4105656"/>
              <a:ext cx="402336" cy="40233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024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50" b="1">
                  <a:solidFill>
                    <a:srgbClr val="20242E"/>
                  </a:solidFill>
                  <a:latin typeface="Avenir Book"/>
                </a:rPr>
                <a:t>nO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23C48A5-C81F-DF90-F741-7A85D7F24D0D}"/>
                </a:ext>
              </a:extLst>
            </p:cNvPr>
            <p:cNvSpPr/>
            <p:nvPr/>
          </p:nvSpPr>
          <p:spPr>
            <a:xfrm>
              <a:off x="6298387" y="2002536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F312795-AA7E-8D45-21BE-E0EB1DE7DA43}"/>
                </a:ext>
              </a:extLst>
            </p:cNvPr>
            <p:cNvSpPr/>
            <p:nvPr/>
          </p:nvSpPr>
          <p:spPr>
            <a:xfrm>
              <a:off x="6298387" y="2553462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D4C308D-4893-4AC9-1E40-FE19A3B9C1E3}"/>
                </a:ext>
              </a:extLst>
            </p:cNvPr>
            <p:cNvSpPr/>
            <p:nvPr/>
          </p:nvSpPr>
          <p:spPr>
            <a:xfrm>
              <a:off x="6298387" y="3104388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106B4DF-3AD8-72CC-009A-44BF448E2784}"/>
                </a:ext>
              </a:extLst>
            </p:cNvPr>
            <p:cNvSpPr/>
            <p:nvPr/>
          </p:nvSpPr>
          <p:spPr>
            <a:xfrm>
              <a:off x="6298387" y="3655314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946D229-136E-2043-442B-9348EFF2882C}"/>
                </a:ext>
              </a:extLst>
            </p:cNvPr>
            <p:cNvSpPr/>
            <p:nvPr/>
          </p:nvSpPr>
          <p:spPr>
            <a:xfrm>
              <a:off x="6298387" y="4206240"/>
              <a:ext cx="274320" cy="274320"/>
            </a:xfrm>
            <a:prstGeom prst="ellipse">
              <a:avLst/>
            </a:prstGeom>
            <a:solidFill>
              <a:srgbClr val="156082"/>
            </a:solidFill>
            <a:ln w="16510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4B28A57-175D-D5FE-DAF1-067860AE749D}"/>
                </a:ext>
              </a:extLst>
            </p:cNvPr>
            <p:cNvSpPr/>
            <p:nvPr/>
          </p:nvSpPr>
          <p:spPr>
            <a:xfrm>
              <a:off x="7883956" y="3095244"/>
              <a:ext cx="402336" cy="402336"/>
            </a:xfrm>
            <a:prstGeom prst="ellipse">
              <a:avLst/>
            </a:prstGeom>
            <a:solidFill>
              <a:srgbClr val="E97132"/>
            </a:solidFill>
            <a:ln w="16510">
              <a:solidFill>
                <a:srgbClr val="B455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venir Book"/>
                </a:rPr>
                <a:t>y</a:t>
              </a:r>
              <a:endParaRPr sz="1200" b="1" dirty="0">
                <a:solidFill>
                  <a:srgbClr val="FFFFFF"/>
                </a:solidFill>
                <a:latin typeface="Avenir Book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91FD9B-B0A7-35D9-81A0-EEEFA24F1724}"/>
                </a:ext>
              </a:extLst>
            </p:cNvPr>
            <p:cNvSpPr txBox="1"/>
            <p:nvPr/>
          </p:nvSpPr>
          <p:spPr>
            <a:xfrm>
              <a:off x="4197096" y="1792224"/>
              <a:ext cx="10972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inputs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C7CCE5D-1402-A3AE-C408-E455941B57C5}"/>
                </a:ext>
              </a:extLst>
            </p:cNvPr>
            <p:cNvSpPr txBox="1"/>
            <p:nvPr/>
          </p:nvSpPr>
          <p:spPr>
            <a:xfrm>
              <a:off x="5704027" y="1792224"/>
              <a:ext cx="146304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hidden (5)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12D01FF-85D2-1389-F397-178AC0BB8EA7}"/>
                </a:ext>
              </a:extLst>
            </p:cNvPr>
            <p:cNvSpPr txBox="1"/>
            <p:nvPr/>
          </p:nvSpPr>
          <p:spPr>
            <a:xfrm>
              <a:off x="7536484" y="1792224"/>
              <a:ext cx="10972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50" b="0" i="0">
                  <a:solidFill>
                    <a:srgbClr val="6E7480"/>
                  </a:solidFill>
                  <a:latin typeface="Avenir Book"/>
                </a:rPr>
                <a:t>output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6B42840-2E61-C8F4-B33B-88C3C6769809}"/>
                </a:ext>
              </a:extLst>
            </p:cNvPr>
            <p:cNvSpPr txBox="1"/>
            <p:nvPr/>
          </p:nvSpPr>
          <p:spPr>
            <a:xfrm>
              <a:off x="4389120" y="1426464"/>
              <a:ext cx="40233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200" b="1" i="0">
                  <a:solidFill>
                    <a:srgbClr val="20242E"/>
                  </a:solidFill>
                  <a:latin typeface="Avenir Book"/>
                </a:rPr>
                <a:t>trained</a:t>
              </a:r>
            </a:p>
          </p:txBody>
        </p:sp>
      </p:grpSp>
      <p:pic>
        <p:nvPicPr>
          <p:cNvPr id="94" name="Picture 93">
            <a:extLst>
              <a:ext uri="{FF2B5EF4-FFF2-40B4-BE49-F238E27FC236}">
                <a16:creationId xmlns:a16="http://schemas.microsoft.com/office/drawing/2014/main" id="{A47949CB-9C67-0A63-D2BA-B7DD3885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00"/>
          <a:stretch>
            <a:fillRect/>
          </a:stretch>
        </p:blipFill>
        <p:spPr>
          <a:xfrm>
            <a:off x="6530038" y="2478738"/>
            <a:ext cx="3985229" cy="268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63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Training weights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7253225" y="2414017"/>
            <a:ext cx="4572000" cy="187451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44665" y="3146611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400" b="1" i="0" dirty="0">
                <a:solidFill>
                  <a:srgbClr val="156082"/>
                </a:solidFill>
                <a:latin typeface="Avenir Book"/>
              </a:rPr>
              <a:t>W</a:t>
            </a:r>
            <a:r>
              <a:rPr lang="en-US" sz="2400" b="1" i="0" baseline="-25000" dirty="0">
                <a:solidFill>
                  <a:srgbClr val="156082"/>
                </a:solidFill>
                <a:latin typeface="Avenir Book"/>
              </a:rPr>
              <a:t>i+1</a:t>
            </a:r>
            <a:r>
              <a:rPr sz="2400" b="1" i="0" baseline="-25000" dirty="0">
                <a:solidFill>
                  <a:srgbClr val="156082"/>
                </a:solidFill>
                <a:latin typeface="Avenir Book"/>
              </a:rPr>
              <a:t>  </a:t>
            </a:r>
            <a:r>
              <a:rPr sz="2400" b="1" i="0" dirty="0">
                <a:solidFill>
                  <a:srgbClr val="156082"/>
                </a:solidFill>
                <a:latin typeface="Avenir Book"/>
              </a:rPr>
              <a:t>←  </a:t>
            </a:r>
            <a:r>
              <a:rPr lang="en-US" sz="2400" b="1" i="0" dirty="0">
                <a:solidFill>
                  <a:srgbClr val="156082"/>
                </a:solidFill>
                <a:latin typeface="Avenir Book"/>
              </a:rPr>
              <a:t>W</a:t>
            </a:r>
            <a:r>
              <a:rPr lang="en-US" sz="2400" b="1" i="0" baseline="-25000" dirty="0">
                <a:solidFill>
                  <a:srgbClr val="156082"/>
                </a:solidFill>
                <a:latin typeface="Avenir Book"/>
              </a:rPr>
              <a:t>i</a:t>
            </a:r>
            <a:r>
              <a:rPr sz="2400" b="1" i="0" dirty="0">
                <a:solidFill>
                  <a:srgbClr val="156082"/>
                </a:solidFill>
                <a:latin typeface="Avenir Book"/>
              </a:rPr>
              <a:t>  −  </a:t>
            </a:r>
            <a:r>
              <a:rPr sz="2400" b="1" i="0" dirty="0" err="1">
                <a:solidFill>
                  <a:srgbClr val="156082"/>
                </a:solidFill>
                <a:latin typeface="Avenir Book"/>
              </a:rPr>
              <a:t>η</a:t>
            </a:r>
            <a:r>
              <a:rPr sz="2400" b="1" i="0" dirty="0">
                <a:solidFill>
                  <a:srgbClr val="156082"/>
                </a:solidFill>
                <a:latin typeface="Avenir Book"/>
              </a:rPr>
              <a:t> · ∂L/∂w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53ED159-145B-043E-D9FE-0716F874C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79" y="2322577"/>
            <a:ext cx="6283456" cy="23810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3297-E9C8-268A-790D-27226C34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A73E28-C682-4C79-B56C-ADC6E2C7582D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Importance of the learning rate </a:t>
            </a:r>
            <a:r>
              <a:rPr sz="2800" dirty="0" err="1">
                <a:solidFill>
                  <a:srgbClr val="20242E"/>
                </a:solidFill>
                <a:latin typeface="Avenir Book"/>
              </a:rPr>
              <a:t>η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74BF1-741B-6C9A-2457-E7641932C21B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A2BEDB16-F871-60C4-6445-105121058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F6C5226-7B00-85A4-C079-AEC396248E2D}"/>
              </a:ext>
            </a:extLst>
          </p:cNvPr>
          <p:cNvSpPr txBox="1"/>
          <p:nvPr/>
        </p:nvSpPr>
        <p:spPr>
          <a:xfrm>
            <a:off x="731520" y="61170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100831-4EAC-A032-A66B-98B4AE2BA219}"/>
              </a:ext>
            </a:extLst>
          </p:cNvPr>
          <p:cNvSpPr txBox="1"/>
          <p:nvPr/>
        </p:nvSpPr>
        <p:spPr>
          <a:xfrm>
            <a:off x="987552" y="6130736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0242E"/>
                </a:solidFill>
                <a:latin typeface="Avenir Book"/>
              </a:rPr>
              <a:t>In practice </a:t>
            </a:r>
            <a:r>
              <a:rPr sz="1450" b="0" i="0" dirty="0" err="1">
                <a:solidFill>
                  <a:srgbClr val="20242E"/>
                </a:solidFill>
                <a:latin typeface="Avenir Book"/>
              </a:rPr>
              <a:t>η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is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scheduled</a:t>
            </a:r>
            <a:r>
              <a:rPr lang="en-US" sz="1450" b="1" i="0" dirty="0">
                <a:solidFill>
                  <a:srgbClr val="20242E"/>
                </a:solidFill>
                <a:latin typeface="Avenir Book"/>
              </a:rPr>
              <a:t>, 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adaptive optimizers like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Adam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tune an effective step size per weight.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DEA5C-834B-0ACB-2E37-79D18B454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194" y="1005382"/>
            <a:ext cx="8999281" cy="507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62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Importance of the learning rate </a:t>
            </a:r>
            <a:r>
              <a:rPr sz="2800" dirty="0" err="1">
                <a:solidFill>
                  <a:srgbClr val="20242E"/>
                </a:solidFill>
                <a:latin typeface="Avenir Book"/>
              </a:rPr>
              <a:t>η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996" y="13350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η too small   (η = 0.035)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03844" y="1645920"/>
          <a:ext cx="36118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63196" y="13350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dirty="0" err="1">
                <a:solidFill>
                  <a:srgbClr val="20242E"/>
                </a:solidFill>
                <a:latin typeface="Avenir Book"/>
              </a:rPr>
              <a:t>η</a:t>
            </a:r>
            <a:r>
              <a:rPr sz="1200" b="1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200" b="1" i="0" dirty="0">
                <a:solidFill>
                  <a:srgbClr val="20242E"/>
                </a:solidFill>
                <a:latin typeface="Avenir Book"/>
              </a:rPr>
              <a:t>~ </a:t>
            </a:r>
            <a:r>
              <a:rPr sz="1200" b="1" i="0" dirty="0">
                <a:solidFill>
                  <a:srgbClr val="20242E"/>
                </a:solidFill>
                <a:latin typeface="Avenir Book"/>
              </a:rPr>
              <a:t>right   (</a:t>
            </a:r>
            <a:r>
              <a:rPr sz="1200" b="1" i="0" dirty="0" err="1">
                <a:solidFill>
                  <a:srgbClr val="20242E"/>
                </a:solidFill>
                <a:latin typeface="Avenir Book"/>
              </a:rPr>
              <a:t>η</a:t>
            </a:r>
            <a:r>
              <a:rPr sz="1200" b="1" i="0" dirty="0">
                <a:solidFill>
                  <a:srgbClr val="20242E"/>
                </a:solidFill>
                <a:latin typeface="Avenir Book"/>
              </a:rPr>
              <a:t> = 0.35)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90044" y="1645920"/>
          <a:ext cx="36118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49396" y="13350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η too large   (η = 1.02)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176244" y="1645920"/>
          <a:ext cx="36118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31520" y="592181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935530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0242E"/>
                </a:solidFill>
                <a:latin typeface="Avenir Book"/>
              </a:rPr>
              <a:t>In practice </a:t>
            </a:r>
            <a:r>
              <a:rPr sz="1450" b="0" i="0" dirty="0" err="1">
                <a:solidFill>
                  <a:srgbClr val="20242E"/>
                </a:solidFill>
                <a:latin typeface="Avenir Book"/>
              </a:rPr>
              <a:t>η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is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scheduled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— warm up, then decay — and adaptive optimizers like </a:t>
            </a:r>
            <a:r>
              <a:rPr sz="1450" b="1" i="0" dirty="0">
                <a:solidFill>
                  <a:srgbClr val="20242E"/>
                </a:solidFill>
                <a:latin typeface="Avenir Book"/>
              </a:rPr>
              <a:t>Adam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tune an effective step size per weight.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5BFC8F4-AFA6-22A1-1A81-B5C625D14487}"/>
              </a:ext>
            </a:extLst>
          </p:cNvPr>
          <p:cNvSpPr/>
          <p:nvPr/>
        </p:nvSpPr>
        <p:spPr>
          <a:xfrm>
            <a:off x="4015724" y="4727985"/>
            <a:ext cx="4572000" cy="987552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F862E1-C41D-66FB-C741-DED8775718B0}"/>
              </a:ext>
            </a:extLst>
          </p:cNvPr>
          <p:cNvSpPr txBox="1"/>
          <p:nvPr/>
        </p:nvSpPr>
        <p:spPr>
          <a:xfrm>
            <a:off x="4107164" y="5005098"/>
            <a:ext cx="4389120" cy="2408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400" b="1" i="0" dirty="0">
                <a:solidFill>
                  <a:srgbClr val="156082"/>
                </a:solidFill>
                <a:latin typeface="Avenir Book"/>
              </a:rPr>
              <a:t>W</a:t>
            </a:r>
            <a:r>
              <a:rPr lang="en-US" sz="2400" b="1" i="0" baseline="-25000" dirty="0">
                <a:solidFill>
                  <a:srgbClr val="156082"/>
                </a:solidFill>
                <a:latin typeface="Avenir Book"/>
              </a:rPr>
              <a:t>i+1</a:t>
            </a:r>
            <a:r>
              <a:rPr sz="2400" b="1" i="0" baseline="-25000" dirty="0">
                <a:solidFill>
                  <a:srgbClr val="156082"/>
                </a:solidFill>
                <a:latin typeface="Avenir Book"/>
              </a:rPr>
              <a:t>  </a:t>
            </a:r>
            <a:r>
              <a:rPr sz="2400" b="1" i="0" dirty="0">
                <a:solidFill>
                  <a:srgbClr val="156082"/>
                </a:solidFill>
                <a:latin typeface="Avenir Book"/>
              </a:rPr>
              <a:t>←  </a:t>
            </a:r>
            <a:r>
              <a:rPr lang="en-US" sz="2400" b="1" i="0" dirty="0">
                <a:solidFill>
                  <a:srgbClr val="156082"/>
                </a:solidFill>
                <a:latin typeface="Avenir Book"/>
              </a:rPr>
              <a:t>W</a:t>
            </a:r>
            <a:r>
              <a:rPr lang="en-US" sz="2400" b="1" i="0" baseline="-25000" dirty="0">
                <a:solidFill>
                  <a:srgbClr val="156082"/>
                </a:solidFill>
                <a:latin typeface="Avenir Book"/>
              </a:rPr>
              <a:t>i</a:t>
            </a:r>
            <a:r>
              <a:rPr sz="2400" b="1" i="0" dirty="0">
                <a:solidFill>
                  <a:srgbClr val="156082"/>
                </a:solidFill>
                <a:latin typeface="Avenir Book"/>
              </a:rPr>
              <a:t>  −  </a:t>
            </a:r>
            <a:r>
              <a:rPr sz="2400" b="1" i="0" dirty="0" err="1">
                <a:solidFill>
                  <a:srgbClr val="156082"/>
                </a:solidFill>
                <a:latin typeface="Avenir Book"/>
              </a:rPr>
              <a:t>η</a:t>
            </a:r>
            <a:r>
              <a:rPr sz="2400" b="1" i="0" dirty="0">
                <a:solidFill>
                  <a:srgbClr val="156082"/>
                </a:solidFill>
                <a:latin typeface="Avenir Book"/>
              </a:rPr>
              <a:t> · ∂L/∂w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Gradient descent is not guaranteed to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1675355"/>
            <a:ext cx="6492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Same network, different starting weights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61816"/>
              </p:ext>
            </p:extLst>
          </p:nvPr>
        </p:nvGraphicFramePr>
        <p:xfrm>
          <a:off x="731520" y="2004540"/>
          <a:ext cx="64922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1298448" y="3410538"/>
            <a:ext cx="5788151" cy="0"/>
          </a:xfrm>
          <a:prstGeom prst="line">
            <a:avLst/>
          </a:prstGeom>
          <a:ln w="17780">
            <a:solidFill>
              <a:srgbClr val="20242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1712.09913] Visualizing the Loss Landscape of Neural Nets">
            <a:extLst>
              <a:ext uri="{FF2B5EF4-FFF2-40B4-BE49-F238E27FC236}">
                <a16:creationId xmlns:a16="http://schemas.microsoft.com/office/drawing/2014/main" id="{B3699EEC-C071-C7D9-3749-642E7989C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662" y="1956322"/>
            <a:ext cx="3937899" cy="328452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B08AA7A-85D3-56D7-3876-EC3C509272AA}"/>
              </a:ext>
            </a:extLst>
          </p:cNvPr>
          <p:cNvSpPr txBox="1"/>
          <p:nvPr/>
        </p:nvSpPr>
        <p:spPr>
          <a:xfrm>
            <a:off x="22302" y="6151683"/>
            <a:ext cx="60997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ptos" panose="020B0004020202020204" pitchFamily="34" charset="0"/>
                <a:hlinkClick r:id="rId5"/>
              </a:rPr>
              <a:t>https://ar5iv.labs.arxiv.org/html/1712.09913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8EC1-AE28-6A30-82C6-F370A3E0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05AA28B-218E-86FD-9F5B-111905A62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59" y="4436532"/>
            <a:ext cx="6753606" cy="19622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72660F-7B21-C73D-E77C-2A5375EC70AB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Gradient descent is not guaranteed to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AAF3D-183B-3F7D-6BA2-32FABC6E3EB0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5810E6BC-EC66-9E64-91AF-1A793A5B3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FD7396-726E-FCC1-12E5-BFB4192B6DDD}"/>
              </a:ext>
            </a:extLst>
          </p:cNvPr>
          <p:cNvSpPr txBox="1"/>
          <p:nvPr/>
        </p:nvSpPr>
        <p:spPr>
          <a:xfrm>
            <a:off x="786384" y="1096858"/>
            <a:ext cx="6492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Same network, different starting weights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E206A6B-98E3-C314-AD39-E16BC49E2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29027"/>
              </p:ext>
            </p:extLst>
          </p:nvPr>
        </p:nvGraphicFramePr>
        <p:xfrm>
          <a:off x="731520" y="1426043"/>
          <a:ext cx="64922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2" name="Connector 6">
            <a:extLst>
              <a:ext uri="{FF2B5EF4-FFF2-40B4-BE49-F238E27FC236}">
                <a16:creationId xmlns:a16="http://schemas.microsoft.com/office/drawing/2014/main" id="{025A641B-5DDE-8951-26D0-063440AF90EB}"/>
              </a:ext>
            </a:extLst>
          </p:cNvPr>
          <p:cNvCxnSpPr/>
          <p:nvPr/>
        </p:nvCxnSpPr>
        <p:spPr>
          <a:xfrm>
            <a:off x="1298448" y="2832041"/>
            <a:ext cx="5788151" cy="0"/>
          </a:xfrm>
          <a:prstGeom prst="line">
            <a:avLst/>
          </a:prstGeom>
          <a:ln w="17780">
            <a:solidFill>
              <a:srgbClr val="20242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9A29644-3F49-16DC-3C76-56798F4094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000"/>
          <a:stretch>
            <a:fillRect/>
          </a:stretch>
        </p:blipFill>
        <p:spPr>
          <a:xfrm>
            <a:off x="7574280" y="2422000"/>
            <a:ext cx="3886200" cy="333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5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32967-71BC-6A6A-7EEF-28223A8B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61DFBC-42E3-0528-D060-6738728649D7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E71DE-4F43-1A44-54E5-0D6A9E3269CD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84959B52-92B9-20A1-B67D-352FDC65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8FB34E-F60E-C40F-5D71-2782DADD72C5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6A79C-9974-54A1-91DE-2964BB1C0DBF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65F46-BFD3-355A-B2A4-FD29D9FB7325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D7819-E5F9-9B94-A4DA-89BAE43DFBF9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5C032-DC1A-6255-3F58-54105B1DCBA9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74493F-FE52-FBFC-C89A-7284240864B3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85DCA-DB67-7B12-8107-89F423EFE3A6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378A5-0651-ACB7-83BA-C3616F9C25BC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b="1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D236C-D4AA-48EC-7DC5-30D8E04ADBB9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D95351-3392-0643-D908-79F17FABBBE1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C73BF-6E60-591E-D543-6CCD5276E848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AB093-232C-51CD-E0F5-949BC4E28E4E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19DE5C-3CAC-8734-C114-68AA71A888DE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2EEDE3-D11C-51DF-36EE-BEF2E6E71C5E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2070607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How many parameters does my model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 flipV="1">
            <a:off x="1307592" y="1956816"/>
            <a:ext cx="1812340" cy="91440"/>
          </a:xfrm>
          <a:prstGeom prst="line">
            <a:avLst/>
          </a:prstGeom>
          <a:ln w="12807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07592" y="2048256"/>
            <a:ext cx="1812340" cy="368046"/>
          </a:xfrm>
          <a:prstGeom prst="line">
            <a:avLst/>
          </a:prstGeom>
          <a:ln w="17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07592" y="2048256"/>
            <a:ext cx="1812340" cy="827532"/>
          </a:xfrm>
          <a:prstGeom prst="line">
            <a:avLst/>
          </a:prstGeom>
          <a:ln w="15545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07592" y="2048256"/>
            <a:ext cx="1812340" cy="1287018"/>
          </a:xfrm>
          <a:prstGeom prst="line">
            <a:avLst/>
          </a:prstGeom>
          <a:ln w="14415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07592" y="2048256"/>
            <a:ext cx="1812340" cy="1746504"/>
          </a:xfrm>
          <a:prstGeom prst="line">
            <a:avLst/>
          </a:prstGeom>
          <a:ln w="15562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07592" y="1956816"/>
            <a:ext cx="1812340" cy="661416"/>
          </a:xfrm>
          <a:prstGeom prst="line">
            <a:avLst/>
          </a:prstGeom>
          <a:ln w="509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07592" y="2416302"/>
            <a:ext cx="1812340" cy="201930"/>
          </a:xfrm>
          <a:prstGeom prst="line">
            <a:avLst/>
          </a:prstGeom>
          <a:ln w="5289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07592" y="2618232"/>
            <a:ext cx="1812340" cy="257556"/>
          </a:xfrm>
          <a:prstGeom prst="line">
            <a:avLst/>
          </a:prstGeom>
          <a:ln w="513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07592" y="2618232"/>
            <a:ext cx="1812340" cy="717042"/>
          </a:xfrm>
          <a:prstGeom prst="line">
            <a:avLst/>
          </a:prstGeom>
          <a:ln w="5235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07592" y="2618232"/>
            <a:ext cx="1812340" cy="1176528"/>
          </a:xfrm>
          <a:prstGeom prst="line">
            <a:avLst/>
          </a:prstGeom>
          <a:ln w="516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07592" y="1956816"/>
            <a:ext cx="1812340" cy="1231392"/>
          </a:xfrm>
          <a:prstGeom prst="line">
            <a:avLst/>
          </a:prstGeom>
          <a:ln w="12796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07592" y="2416302"/>
            <a:ext cx="1812340" cy="771906"/>
          </a:xfrm>
          <a:prstGeom prst="line">
            <a:avLst/>
          </a:prstGeom>
          <a:ln w="16768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07592" y="2875788"/>
            <a:ext cx="1812340" cy="312420"/>
          </a:xfrm>
          <a:prstGeom prst="line">
            <a:avLst/>
          </a:prstGeom>
          <a:ln w="1567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07592" y="3188208"/>
            <a:ext cx="1812340" cy="147066"/>
          </a:xfrm>
          <a:prstGeom prst="line">
            <a:avLst/>
          </a:prstGeom>
          <a:ln w="15466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07592" y="3188208"/>
            <a:ext cx="1812340" cy="606552"/>
          </a:xfrm>
          <a:prstGeom prst="line">
            <a:avLst/>
          </a:prstGeom>
          <a:ln w="15836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07592" y="1956816"/>
            <a:ext cx="1812340" cy="1801368"/>
          </a:xfrm>
          <a:prstGeom prst="line">
            <a:avLst/>
          </a:prstGeom>
          <a:ln w="5081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07592" y="2416302"/>
            <a:ext cx="1812340" cy="1341882"/>
          </a:xfrm>
          <a:prstGeom prst="line">
            <a:avLst/>
          </a:prstGeom>
          <a:ln w="5242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07592" y="2875788"/>
            <a:ext cx="1812340" cy="882396"/>
          </a:xfrm>
          <a:prstGeom prst="line">
            <a:avLst/>
          </a:prstGeom>
          <a:ln w="5137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07592" y="3335274"/>
            <a:ext cx="1812340" cy="422910"/>
          </a:xfrm>
          <a:prstGeom prst="line">
            <a:avLst/>
          </a:prstGeom>
          <a:ln w="5155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07592" y="3758184"/>
            <a:ext cx="1812340" cy="36576"/>
          </a:xfrm>
          <a:prstGeom prst="line">
            <a:avLst/>
          </a:prstGeom>
          <a:ln w="514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94252" y="1956816"/>
            <a:ext cx="1687983" cy="973836"/>
          </a:xfrm>
          <a:prstGeom prst="line">
            <a:avLst/>
          </a:prstGeom>
          <a:ln w="36763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94252" y="2416302"/>
            <a:ext cx="1687983" cy="514350"/>
          </a:xfrm>
          <a:prstGeom prst="line">
            <a:avLst/>
          </a:prstGeom>
          <a:ln w="431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394252" y="2875788"/>
            <a:ext cx="1687983" cy="54864"/>
          </a:xfrm>
          <a:prstGeom prst="line">
            <a:avLst/>
          </a:prstGeom>
          <a:ln w="18323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394252" y="2930652"/>
            <a:ext cx="1687983" cy="404622"/>
          </a:xfrm>
          <a:prstGeom prst="line">
            <a:avLst/>
          </a:prstGeom>
          <a:ln w="178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394252" y="2930652"/>
            <a:ext cx="1687983" cy="864108"/>
          </a:xfrm>
          <a:prstGeom prst="line">
            <a:avLst/>
          </a:prstGeom>
          <a:ln w="17907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05256" y="1847088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nH</a:t>
            </a:r>
          </a:p>
        </p:txBody>
      </p:sp>
      <p:sp>
        <p:nvSpPr>
          <p:cNvPr id="31" name="Oval 30"/>
          <p:cNvSpPr/>
          <p:nvPr/>
        </p:nvSpPr>
        <p:spPr>
          <a:xfrm>
            <a:off x="905256" y="2417064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nC</a:t>
            </a:r>
          </a:p>
        </p:txBody>
      </p:sp>
      <p:sp>
        <p:nvSpPr>
          <p:cNvPr id="32" name="Oval 31"/>
          <p:cNvSpPr/>
          <p:nvPr/>
        </p:nvSpPr>
        <p:spPr>
          <a:xfrm>
            <a:off x="905256" y="298704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nN</a:t>
            </a:r>
          </a:p>
        </p:txBody>
      </p:sp>
      <p:sp>
        <p:nvSpPr>
          <p:cNvPr id="33" name="Oval 32"/>
          <p:cNvSpPr/>
          <p:nvPr/>
        </p:nvSpPr>
        <p:spPr>
          <a:xfrm>
            <a:off x="905256" y="3557016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nO</a:t>
            </a:r>
          </a:p>
        </p:txBody>
      </p:sp>
      <p:sp>
        <p:nvSpPr>
          <p:cNvPr id="34" name="Oval 33"/>
          <p:cNvSpPr/>
          <p:nvPr/>
        </p:nvSpPr>
        <p:spPr>
          <a:xfrm>
            <a:off x="3119932" y="1819656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119932" y="2279142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119932" y="2738628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119932" y="3198114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119932" y="3657600"/>
            <a:ext cx="274320" cy="274320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155387" y="2729484"/>
            <a:ext cx="402336" cy="402336"/>
          </a:xfrm>
          <a:prstGeom prst="ellipse">
            <a:avLst/>
          </a:prstGeom>
          <a:solidFill>
            <a:srgbClr val="E97132"/>
          </a:solidFill>
          <a:ln w="16510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160934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5572" y="160934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hidden (5)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7915" y="160934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output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50076"/>
              </p:ext>
            </p:extLst>
          </p:nvPr>
        </p:nvGraphicFramePr>
        <p:xfrm>
          <a:off x="6519536" y="1994487"/>
          <a:ext cx="5029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venir Book"/>
                        </a:rPr>
                        <a:t>parameter block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venir Book"/>
                        </a:rPr>
                        <a:t>shape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venir Book"/>
                        </a:rPr>
                        <a:t>count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layer 1 weights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7480"/>
                          </a:solidFill>
                          <a:latin typeface="Avenir Book"/>
                        </a:rPr>
                        <a:t>4 x 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20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layer 1 biases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7480"/>
                          </a:solidFill>
                          <a:latin typeface="Avenir Book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0242E"/>
                          </a:solidFill>
                          <a:latin typeface="Avenir Book"/>
                        </a:rPr>
                        <a:t>layer 2 weights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7480"/>
                          </a:solidFill>
                          <a:latin typeface="Avenir Book"/>
                        </a:rPr>
                        <a:t>5 x 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42E"/>
                          </a:solidFill>
                          <a:latin typeface="Avenir Book"/>
                        </a:rPr>
                        <a:t>layer 2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7480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E"/>
                          </a:solidFill>
                          <a:latin typeface="Avenir Book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4551F"/>
                          </a:solidFill>
                          <a:latin typeface="Avenir Book"/>
                        </a:rPr>
                        <a:t>total trainable parameters</a:t>
                      </a:r>
                    </a:p>
                  </a:txBody>
                  <a:tcPr anchor="ctr">
                    <a:solidFill>
                      <a:srgbClr val="FB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51F"/>
                          </a:solidFill>
                          <a:latin typeface="Avenir Book"/>
                        </a:rPr>
                        <a:t>—</a:t>
                      </a:r>
                    </a:p>
                  </a:txBody>
                  <a:tcPr anchor="ctr">
                    <a:solidFill>
                      <a:srgbClr val="FB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B4551F"/>
                          </a:solidFill>
                          <a:latin typeface="Avenir Book"/>
                        </a:rPr>
                        <a:t>31</a:t>
                      </a:r>
                    </a:p>
                  </a:txBody>
                  <a:tcPr anchor="ctr">
                    <a:solidFill>
                      <a:srgbClr val="FB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731520" y="481322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4826941"/>
            <a:ext cx="1062532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 dirty="0">
                <a:solidFill>
                  <a:srgbClr val="20242E"/>
                </a:solidFill>
                <a:latin typeface="Avenir Book"/>
              </a:rPr>
              <a:t>Our little network: (4×5 + 5) + (5×1 + 1) = </a:t>
            </a:r>
            <a:r>
              <a:rPr sz="1350" b="1" i="0" dirty="0">
                <a:solidFill>
                  <a:srgbClr val="20242E"/>
                </a:solidFill>
                <a:latin typeface="Avenir Book"/>
              </a:rPr>
              <a:t>31 parameters</a:t>
            </a:r>
            <a:r>
              <a:rPr lang="en-US" sz="1350" b="1" dirty="0">
                <a:solidFill>
                  <a:srgbClr val="20242E"/>
                </a:solidFill>
                <a:latin typeface="Avenir Book"/>
              </a:rPr>
              <a:t>. 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</a:t>
            </a:r>
            <a:r>
              <a:rPr lang="en-US" sz="1350" b="0" i="0" dirty="0">
                <a:solidFill>
                  <a:srgbClr val="20242E"/>
                </a:solidFill>
                <a:latin typeface="Avenir Book"/>
              </a:rPr>
              <a:t>Training </a:t>
            </a:r>
            <a:r>
              <a:rPr lang="en-US" sz="1350" dirty="0">
                <a:solidFill>
                  <a:srgbClr val="20242E"/>
                </a:solidFill>
                <a:latin typeface="Avenir Book"/>
              </a:rPr>
              <a:t>= 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1,492 molecules</a:t>
            </a:r>
            <a:r>
              <a:rPr lang="en-US" sz="1350" dirty="0">
                <a:solidFill>
                  <a:srgbClr val="20242E"/>
                </a:solidFill>
                <a:latin typeface="Avenir Book"/>
              </a:rPr>
              <a:t>.</a:t>
            </a:r>
            <a:endParaRPr sz="135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31520" y="51617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" y="5175503"/>
            <a:ext cx="10625328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For scale: </a:t>
            </a:r>
            <a:r>
              <a:rPr sz="1350" b="1" i="0">
                <a:solidFill>
                  <a:srgbClr val="20242E"/>
                </a:solidFill>
                <a:latin typeface="Avenir Book"/>
              </a:rPr>
              <a:t>AlexNet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had ~60 million parameters; today's largest have billions.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745175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" y="5800039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500" b="1" dirty="0">
                <a:solidFill>
                  <a:srgbClr val="156082"/>
                </a:solidFill>
                <a:latin typeface="Avenir Book"/>
              </a:rPr>
              <a:t>Try to have</a:t>
            </a:r>
            <a:r>
              <a:rPr sz="1500" b="1" i="0" dirty="0">
                <a:solidFill>
                  <a:srgbClr val="156082"/>
                </a:solidFill>
                <a:latin typeface="Avenir Book"/>
              </a:rPr>
              <a:t> parameters </a:t>
            </a:r>
            <a:r>
              <a:rPr lang="en-US" sz="1500" b="1" i="0" dirty="0">
                <a:solidFill>
                  <a:srgbClr val="156082"/>
                </a:solidFill>
                <a:latin typeface="Avenir Book"/>
              </a:rPr>
              <a:t>&lt; </a:t>
            </a:r>
            <a:r>
              <a:rPr sz="1500" b="1" i="0" dirty="0">
                <a:solidFill>
                  <a:srgbClr val="156082"/>
                </a:solidFill>
                <a:latin typeface="Avenir Book"/>
              </a:rPr>
              <a:t>data points.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 animBg="1"/>
      <p:bldP spid="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Overfitting: </a:t>
            </a:r>
            <a:r>
              <a:rPr lang="en-US" sz="2800" dirty="0">
                <a:solidFill>
                  <a:srgbClr val="20242E"/>
                </a:solidFill>
                <a:latin typeface="Avenir Book"/>
              </a:rPr>
              <a:t>polynomial approximation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996" y="210050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degree 1 — underfits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9964"/>
              </p:ext>
            </p:extLst>
          </p:nvPr>
        </p:nvGraphicFramePr>
        <p:xfrm>
          <a:off x="403844" y="2411402"/>
          <a:ext cx="36118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63196" y="210050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degree 3 — about right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50949"/>
              </p:ext>
            </p:extLst>
          </p:nvPr>
        </p:nvGraphicFramePr>
        <p:xfrm>
          <a:off x="4290044" y="2411402"/>
          <a:ext cx="36118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49396" y="210050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degree 13 — overfits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545143"/>
              </p:ext>
            </p:extLst>
          </p:nvPr>
        </p:nvGraphicFramePr>
        <p:xfrm>
          <a:off x="8176244" y="2411402"/>
          <a:ext cx="36118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BA5E-0C19-DDB0-2FA5-C6466283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FEB17D-7B9E-9E8B-4403-09B5F81473CB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Overfitting: </a:t>
            </a:r>
            <a:r>
              <a:rPr lang="en-US" sz="2800" dirty="0">
                <a:solidFill>
                  <a:srgbClr val="20242E"/>
                </a:solidFill>
                <a:latin typeface="Avenir Book"/>
              </a:rPr>
              <a:t>neural network </a:t>
            </a:r>
            <a:r>
              <a:rPr lang="en-US" sz="2800" dirty="0" err="1">
                <a:solidFill>
                  <a:srgbClr val="20242E"/>
                </a:solidFill>
                <a:latin typeface="Avenir Book"/>
              </a:rPr>
              <a:t>complextity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F694D2-40E3-E869-B256-30E7474BC6F0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5B3E657D-AD35-B3D0-3158-8D4BC3E49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0716F-86CE-F595-DD21-3CCFCC83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33" y="2187550"/>
            <a:ext cx="11632933" cy="293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09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40F9-0382-C24D-8A7C-CA36B50A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5B5C5-6713-A1EF-50CE-3BD602E88AB7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E8FF3-D440-A255-D6E8-A807AF0B2BBE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965CE05F-690E-2F12-65D7-3E7C0888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952386-2B36-3764-1CF8-F103194C0992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7968A-0480-EF08-B878-B0AE92DAEC25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B57C7-F3E0-E207-F41A-8E5686EA7F8C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FCE4C-B603-EA11-5034-D9554DB3D767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AC4F7-70C6-927F-6457-0805FD840DA0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EA52A-24F8-F9A3-0356-DBEF58F71786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A8A28-83B7-27A5-A3B1-2E21F565837F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20A643-2792-1A58-A71D-E94215982CF0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b="1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21964-0A60-4375-48D3-0047CF5DEF63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4669A-853C-6048-E490-EB15A26EDC58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Architectures: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513359-84E7-12EE-C35F-35F65D6BF2AF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546722-8047-B6F9-5403-6026C152F5D0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AD825-E9F2-2DCD-22B9-A91465395BF2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3460C-F4D8-6C06-9F93-FCB23C3E66FB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1483761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How to spot overfitting: watch a held-out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9223"/>
              </p:ext>
            </p:extLst>
          </p:nvPr>
        </p:nvGraphicFramePr>
        <p:xfrm>
          <a:off x="2604965" y="1184609"/>
          <a:ext cx="6982069" cy="4043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76815" y="55319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2847" y="5545667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0242E"/>
                </a:solidFill>
                <a:latin typeface="Avenir Book"/>
              </a:rPr>
              <a:t>Split the data: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train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to fit,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validation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to make decisions,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test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touched once at the very end.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Three ways to fight overfitting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" y="142646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Early stopping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55648"/>
          <a:ext cx="3520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62272" y="142646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Weight decay (L2)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407408" y="1755648"/>
          <a:ext cx="3520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366760" y="142646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Dropout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837676" y="2231136"/>
            <a:ext cx="1185976" cy="91440"/>
          </a:xfrm>
          <a:prstGeom prst="line">
            <a:avLst/>
          </a:prstGeom>
          <a:ln w="12807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37676" y="2322576"/>
            <a:ext cx="1185976" cy="333756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37676" y="2322576"/>
            <a:ext cx="1185976" cy="758952"/>
          </a:xfrm>
          <a:prstGeom prst="line">
            <a:avLst/>
          </a:prstGeom>
          <a:ln w="15545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37676" y="2322576"/>
            <a:ext cx="1185976" cy="1184148"/>
          </a:xfrm>
          <a:prstGeom prst="line">
            <a:avLst/>
          </a:prstGeom>
          <a:ln w="14415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37676" y="2322576"/>
            <a:ext cx="1185976" cy="1609344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37676" y="2231136"/>
            <a:ext cx="1185976" cy="615696"/>
          </a:xfrm>
          <a:prstGeom prst="line">
            <a:avLst/>
          </a:prstGeom>
          <a:ln w="509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837676" y="2656332"/>
            <a:ext cx="1185976" cy="190500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37676" y="2846832"/>
            <a:ext cx="1185976" cy="234696"/>
          </a:xfrm>
          <a:prstGeom prst="line">
            <a:avLst/>
          </a:prstGeom>
          <a:ln w="513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37676" y="2846832"/>
            <a:ext cx="1185976" cy="659892"/>
          </a:xfrm>
          <a:prstGeom prst="line">
            <a:avLst/>
          </a:prstGeom>
          <a:ln w="5235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37676" y="2846832"/>
            <a:ext cx="1185976" cy="1085088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837676" y="2231136"/>
            <a:ext cx="1185976" cy="1139952"/>
          </a:xfrm>
          <a:prstGeom prst="line">
            <a:avLst/>
          </a:prstGeom>
          <a:ln w="12796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837676" y="2656332"/>
            <a:ext cx="1185976" cy="714756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837676" y="3081528"/>
            <a:ext cx="1185976" cy="289560"/>
          </a:xfrm>
          <a:prstGeom prst="line">
            <a:avLst/>
          </a:prstGeom>
          <a:ln w="1567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7676" y="3371088"/>
            <a:ext cx="1185976" cy="135636"/>
          </a:xfrm>
          <a:prstGeom prst="line">
            <a:avLst/>
          </a:prstGeom>
          <a:ln w="15466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37676" y="3371088"/>
            <a:ext cx="1185976" cy="560832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837676" y="2231136"/>
            <a:ext cx="1185976" cy="1664208"/>
          </a:xfrm>
          <a:prstGeom prst="line">
            <a:avLst/>
          </a:prstGeom>
          <a:ln w="5081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37676" y="2656332"/>
            <a:ext cx="1185976" cy="1239012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837676" y="3081528"/>
            <a:ext cx="1185976" cy="813816"/>
          </a:xfrm>
          <a:prstGeom prst="line">
            <a:avLst/>
          </a:prstGeom>
          <a:ln w="5137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837676" y="3506724"/>
            <a:ext cx="1185976" cy="388620"/>
          </a:xfrm>
          <a:prstGeom prst="line">
            <a:avLst/>
          </a:prstGeom>
          <a:ln w="5155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7676" y="3895344"/>
            <a:ext cx="1185976" cy="36576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61396" y="2231136"/>
            <a:ext cx="1050189" cy="905255"/>
          </a:xfrm>
          <a:prstGeom prst="line">
            <a:avLst/>
          </a:prstGeom>
          <a:ln w="36763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61396" y="2656332"/>
            <a:ext cx="1050189" cy="480059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61396" y="3081528"/>
            <a:ext cx="1050189" cy="54863"/>
          </a:xfrm>
          <a:prstGeom prst="line">
            <a:avLst/>
          </a:prstGeom>
          <a:ln w="18323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261396" y="3136391"/>
            <a:ext cx="1050189" cy="370333"/>
          </a:xfrm>
          <a:prstGeom prst="line">
            <a:avLst/>
          </a:prstGeom>
          <a:ln w="178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261396" y="3136391"/>
            <a:ext cx="1050189" cy="795529"/>
          </a:xfrm>
          <a:prstGeom prst="line">
            <a:avLst/>
          </a:prstGeom>
          <a:ln w="7620">
            <a:solidFill>
              <a:srgbClr val="E6E9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490204" y="2148840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nH</a:t>
            </a:r>
          </a:p>
        </p:txBody>
      </p:sp>
      <p:sp>
        <p:nvSpPr>
          <p:cNvPr id="38" name="Oval 37"/>
          <p:cNvSpPr/>
          <p:nvPr/>
        </p:nvSpPr>
        <p:spPr>
          <a:xfrm>
            <a:off x="8490204" y="2673096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nC</a:t>
            </a:r>
          </a:p>
        </p:txBody>
      </p:sp>
      <p:sp>
        <p:nvSpPr>
          <p:cNvPr id="39" name="Oval 38"/>
          <p:cNvSpPr/>
          <p:nvPr/>
        </p:nvSpPr>
        <p:spPr>
          <a:xfrm>
            <a:off x="8490204" y="3197352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nN</a:t>
            </a:r>
          </a:p>
        </p:txBody>
      </p:sp>
      <p:sp>
        <p:nvSpPr>
          <p:cNvPr id="40" name="Oval 39"/>
          <p:cNvSpPr/>
          <p:nvPr/>
        </p:nvSpPr>
        <p:spPr>
          <a:xfrm>
            <a:off x="8490204" y="3721607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0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0242E"/>
                </a:solidFill>
                <a:latin typeface="Avenir Book"/>
              </a:rPr>
              <a:t>nO</a:t>
            </a:r>
          </a:p>
        </p:txBody>
      </p:sp>
      <p:sp>
        <p:nvSpPr>
          <p:cNvPr id="41" name="Oval 40"/>
          <p:cNvSpPr/>
          <p:nvPr/>
        </p:nvSpPr>
        <p:spPr>
          <a:xfrm>
            <a:off x="10023652" y="2112264"/>
            <a:ext cx="237744" cy="237744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023652" y="2537460"/>
            <a:ext cx="237744" cy="23774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10060228" y="2574036"/>
            <a:ext cx="164592" cy="164591"/>
          </a:xfrm>
          <a:prstGeom prst="line">
            <a:avLst/>
          </a:prstGeom>
          <a:ln w="1778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060228" y="2574036"/>
            <a:ext cx="164592" cy="164591"/>
          </a:xfrm>
          <a:prstGeom prst="line">
            <a:avLst/>
          </a:prstGeom>
          <a:ln w="1778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023652" y="2962656"/>
            <a:ext cx="237744" cy="237744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023652" y="3387852"/>
            <a:ext cx="237744" cy="237744"/>
          </a:xfrm>
          <a:prstGeom prst="ellipse">
            <a:avLst/>
          </a:prstGeom>
          <a:solidFill>
            <a:srgbClr val="156082"/>
          </a:solidFill>
          <a:ln w="1651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023652" y="3813048"/>
            <a:ext cx="237744" cy="23774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10060228" y="3849624"/>
            <a:ext cx="164592" cy="164591"/>
          </a:xfrm>
          <a:prstGeom prst="line">
            <a:avLst/>
          </a:prstGeom>
          <a:ln w="1778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060228" y="3849624"/>
            <a:ext cx="164592" cy="164591"/>
          </a:xfrm>
          <a:prstGeom prst="line">
            <a:avLst/>
          </a:prstGeom>
          <a:ln w="1778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1384737" y="2935223"/>
            <a:ext cx="402336" cy="402336"/>
          </a:xfrm>
          <a:prstGeom prst="ellipse">
            <a:avLst/>
          </a:prstGeom>
          <a:solidFill>
            <a:srgbClr val="E97132"/>
          </a:solidFill>
          <a:ln w="16510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5300" y="188366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1004" y="188366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 dirty="0">
                <a:solidFill>
                  <a:srgbClr val="6E7480"/>
                </a:solidFill>
                <a:latin typeface="Avenir Book"/>
              </a:rPr>
              <a:t>hidden (5)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37265" y="188366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80741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4821126"/>
            <a:ext cx="10716768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242E"/>
                </a:solidFill>
                <a:latin typeface="Avenir Book"/>
              </a:rPr>
              <a:t>Early stopping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keep the weights from the validation minimum. Free, and always worth doing.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17317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" y="5186886"/>
            <a:ext cx="10716768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242E"/>
                </a:solidFill>
                <a:latin typeface="Avenir Book"/>
              </a:rPr>
              <a:t>Weight decay (L2)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add λ·Σwᵢ² to the loss so large weights must justify themselves.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53893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" y="5552646"/>
            <a:ext cx="1071676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242E"/>
                </a:solidFill>
                <a:latin typeface="Avenir Book"/>
              </a:rPr>
              <a:t>Dropout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randomly silence a fraction of units at each step, so the network cannot depend on any single pathway. One of the tricks that made AlexNet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Graphic spid="9" grpId="0">
        <p:bldAsOne/>
      </p:bldGraphic>
      <p:bldP spid="11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7" grpId="0" animBg="1"/>
      <p:bldP spid="50" grpId="0" animBg="1"/>
      <p:bldP spid="51" grpId="0"/>
      <p:bldP spid="52" grpId="0"/>
      <p:bldP spid="53" grpId="0"/>
      <p:bldP spid="57" grpId="0"/>
      <p:bldP spid="58" grpId="0"/>
      <p:bldP spid="59" grpId="0"/>
      <p:bldP spid="6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D5F8-A009-9E09-DD66-95E841C97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87E168-48CD-57A0-70A1-4C45A9B16BE3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8C5E0-BEA0-3AB8-B397-7336F6CB7280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F6E073D1-0E64-3287-10E5-2CE976011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0270F-1FE2-E532-A8FE-AE4BBB6826F6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F7BE5-D07A-6194-7154-9BFDE47D1211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9335A-D9C9-B455-6753-41ABAD9A87A2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57334-1D17-AF55-9EE8-999DA0F6421F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F4394-7922-6456-91FF-2EFD416AB6A7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4BB60-90F0-0BC2-927E-952EF4B7FEF1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7C9A8E-30F4-12CC-B6A1-E04EA08298B1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762F4-420B-F1B6-ECDA-3902FCEB6E68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AEE74-E636-4A8F-A7F9-C9BF64A10379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8F221-8410-9396-27C9-57A884435340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b="1" i="0" dirty="0">
                <a:solidFill>
                  <a:srgbClr val="20242E"/>
                </a:solidFill>
                <a:latin typeface="Avenir Book"/>
              </a:rPr>
              <a:t>Complex </a:t>
            </a:r>
            <a:r>
              <a:rPr lang="en-US" sz="1750" b="1" dirty="0">
                <a:solidFill>
                  <a:srgbClr val="20242E"/>
                </a:solidFill>
                <a:latin typeface="Avenir Book"/>
              </a:rPr>
              <a:t>a</a:t>
            </a:r>
            <a:r>
              <a:rPr sz="1750" b="1" i="0" dirty="0">
                <a:solidFill>
                  <a:srgbClr val="20242E"/>
                </a:solidFill>
                <a:latin typeface="Avenir Book"/>
              </a:rPr>
              <a:t>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EDBBE-0A6B-A302-98A1-E17BC13E9ABC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8907A-2480-A789-0680-FB7044351586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E7B3D-B78E-ED2A-F3D7-28C38073F4E9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E0CC22-69F7-AC06-B0CC-1DE7A0F93E67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1872166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An architecture is a set of built-in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47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298448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 dirty="0">
                <a:solidFill>
                  <a:srgbClr val="20242E"/>
                </a:solidFill>
                <a:latin typeface="Avenir Book"/>
              </a:rPr>
              <a:t>A </a:t>
            </a:r>
            <a:r>
              <a:rPr sz="1500" b="1" i="0" dirty="0">
                <a:solidFill>
                  <a:srgbClr val="20242E"/>
                </a:solidFill>
                <a:latin typeface="Avenir Book"/>
              </a:rPr>
              <a:t>dense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 layer</a:t>
            </a:r>
            <a:r>
              <a:rPr lang="en-US" sz="1500" b="0" i="0" dirty="0">
                <a:solidFill>
                  <a:srgbClr val="20242E"/>
                </a:solidFill>
                <a:latin typeface="Avenir Book"/>
              </a:rPr>
              <a:t>: 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every input touches every output.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77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81425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 dirty="0">
                <a:solidFill>
                  <a:srgbClr val="20242E"/>
                </a:solidFill>
                <a:latin typeface="Avenir Book"/>
              </a:rPr>
              <a:t>If you already know something about your data's structure</a:t>
            </a:r>
            <a:r>
              <a:rPr lang="en-US" sz="1500" dirty="0">
                <a:solidFill>
                  <a:srgbClr val="20242E"/>
                </a:solidFill>
                <a:latin typeface="Avenir Book"/>
              </a:rPr>
              <a:t>: build 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the network </a:t>
            </a:r>
            <a:r>
              <a:rPr lang="en-US" sz="1500" b="0" i="0" dirty="0">
                <a:solidFill>
                  <a:srgbClr val="20242E"/>
                </a:solidFill>
                <a:latin typeface="Avenir Book"/>
              </a:rPr>
              <a:t>accordingly 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then spends its capacity on chemistry rather than on rediscovering geometry.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6060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venir Book"/>
                        </a:rPr>
                        <a:t>Structure in the data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venir Book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venir Book"/>
                        </a:rPr>
                        <a:t>Chemistry example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56082"/>
                          </a:solidFill>
                          <a:latin typeface="Avenir Book"/>
                        </a:rPr>
                        <a:t>values on a regular grid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convolution + pooling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spectra (IR, NMR, XRD), microscopy images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56082"/>
                          </a:solidFill>
                          <a:latin typeface="Avenir Book"/>
                        </a:rPr>
                        <a:t>an ordered sequence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RNN / 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SMILES strings, reaction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56082"/>
                          </a:solidFill>
                          <a:latin typeface="Avenir Book"/>
                        </a:rPr>
                        <a:t>atoms and bonds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message passing (GNN)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molecules, crystals, catalyst surfaces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56082"/>
                          </a:solidFill>
                          <a:latin typeface="Avenir Book"/>
                        </a:rPr>
                        <a:t>nothing in particular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dense layers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20242E"/>
                          </a:solidFill>
                          <a:latin typeface="Avenir Book"/>
                        </a:rPr>
                        <a:t>a handful of computed descriptors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257800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312664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500" b="1" dirty="0">
                <a:solidFill>
                  <a:srgbClr val="156082"/>
                </a:solidFill>
                <a:latin typeface="Avenir Book"/>
              </a:rPr>
              <a:t>See lecture on MLIPs/GNNs and Transformers</a:t>
            </a:r>
            <a:endParaRPr sz="1500" b="1" i="0" dirty="0">
              <a:solidFill>
                <a:srgbClr val="156082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Convolution and pooling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2595" y="1714589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Convolution: one shared filter, slid</a:t>
            </a:r>
          </a:p>
        </p:txBody>
      </p:sp>
      <p:sp>
        <p:nvSpPr>
          <p:cNvPr id="6" name="Rectangle 5"/>
          <p:cNvSpPr/>
          <p:nvPr/>
        </p:nvSpPr>
        <p:spPr>
          <a:xfrm>
            <a:off x="976915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06098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35283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64467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93651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22834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52019" y="2299806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76915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06098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35283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64467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93651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22834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52019" y="2628990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6915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06098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35283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64467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93651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22834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52019" y="2958174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6915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06098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635283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64467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93651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22834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952019" y="3287358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6915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06098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635283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964467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93651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22834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52019" y="3616542"/>
            <a:ext cx="296265" cy="296265"/>
          </a:xfrm>
          <a:prstGeom prst="rect">
            <a:avLst/>
          </a:prstGeom>
          <a:solidFill>
            <a:srgbClr val="EEF2F7"/>
          </a:solidFill>
          <a:ln w="9525">
            <a:solidFill>
              <a:srgbClr val="CF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8626" y="2281518"/>
            <a:ext cx="969264" cy="969264"/>
          </a:xfrm>
          <a:prstGeom prst="rect">
            <a:avLst/>
          </a:prstGeom>
          <a:noFill/>
          <a:ln w="15875">
            <a:solidFill>
              <a:srgbClr val="E8C6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287810" y="2610702"/>
            <a:ext cx="969264" cy="969264"/>
          </a:xfrm>
          <a:prstGeom prst="rect">
            <a:avLst/>
          </a:prstGeom>
          <a:noFill/>
          <a:ln w="15875">
            <a:solidFill>
              <a:srgbClr val="E8C6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616994" y="2610702"/>
            <a:ext cx="969264" cy="969264"/>
          </a:xfrm>
          <a:prstGeom prst="rect">
            <a:avLst/>
          </a:prstGeom>
          <a:noFill/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3445795" y="3122766"/>
            <a:ext cx="502920" cy="0"/>
          </a:xfrm>
          <a:prstGeom prst="line">
            <a:avLst/>
          </a:prstGeom>
          <a:ln w="2032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177315" y="2656422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488211" y="2656422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799107" y="2656422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10003" y="2656422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20899" y="2656422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177315" y="2967318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488211" y="2967318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99107" y="2967318"/>
            <a:ext cx="279806" cy="279806"/>
          </a:xfrm>
          <a:prstGeom prst="rect">
            <a:avLst/>
          </a:prstGeom>
          <a:solidFill>
            <a:srgbClr val="E97132"/>
          </a:solidFill>
          <a:ln w="9525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110003" y="2967318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420899" y="2967318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177315" y="3278214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8211" y="3278214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99107" y="3278214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110003" y="3278214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420899" y="3278214"/>
            <a:ext cx="279806" cy="279806"/>
          </a:xfrm>
          <a:prstGeom prst="rect">
            <a:avLst/>
          </a:prstGeom>
          <a:solidFill>
            <a:srgbClr val="CFE0F2"/>
          </a:solidFill>
          <a:ln w="9525">
            <a:solidFill>
              <a:srgbClr val="AEC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" y="504384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2" y="5057561"/>
            <a:ext cx="1071676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 dirty="0">
                <a:solidFill>
                  <a:srgbClr val="20242E"/>
                </a:solidFill>
                <a:latin typeface="Avenir Book"/>
              </a:rPr>
              <a:t>Convolution: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one small filter is slid across the whole input, reusing the same weights everywhere. 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0660B9F-20D3-9E75-5019-693AF8B159EF}"/>
              </a:ext>
            </a:extLst>
          </p:cNvPr>
          <p:cNvGrpSpPr/>
          <p:nvPr/>
        </p:nvGrpSpPr>
        <p:grpSpPr>
          <a:xfrm>
            <a:off x="640080" y="1695181"/>
            <a:ext cx="11292840" cy="4560244"/>
            <a:chOff x="640080" y="1433926"/>
            <a:chExt cx="11292840" cy="4560244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C6747C5-775B-43E5-171B-94A47B969D65}"/>
                </a:ext>
              </a:extLst>
            </p:cNvPr>
            <p:cNvGrpSpPr/>
            <p:nvPr/>
          </p:nvGrpSpPr>
          <p:grpSpPr>
            <a:xfrm>
              <a:off x="6812280" y="1433926"/>
              <a:ext cx="5120640" cy="2414016"/>
              <a:chOff x="6812280" y="1433926"/>
              <a:chExt cx="5120640" cy="2414016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6812280" y="1433926"/>
                <a:ext cx="51206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5000"/>
                  </a:lnSpc>
                  <a:spcAft>
                    <a:spcPts val="0"/>
                  </a:spcAft>
                </a:pPr>
                <a:r>
                  <a:rPr sz="1200" b="1" i="0">
                    <a:solidFill>
                      <a:srgbClr val="20242E"/>
                    </a:solidFill>
                    <a:latin typeface="Avenir Book"/>
                  </a:rPr>
                  <a:t>Pooling: keep the strongest response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7086600" y="2019142"/>
                <a:ext cx="457200" cy="457200"/>
              </a:xfrm>
              <a:prstGeom prst="rect">
                <a:avLst/>
              </a:prstGeom>
              <a:solidFill>
                <a:srgbClr val="E2EDF9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1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7543800" y="2019142"/>
                <a:ext cx="457200" cy="457200"/>
              </a:xfrm>
              <a:prstGeom prst="rect">
                <a:avLst/>
              </a:prstGeom>
              <a:solidFill>
                <a:srgbClr val="C7DDF3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3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001000" y="2019142"/>
                <a:ext cx="457200" cy="457200"/>
              </a:xfrm>
              <a:prstGeom prst="rect">
                <a:avLst/>
              </a:prstGeom>
              <a:solidFill>
                <a:srgbClr val="D5E5F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2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8458200" y="2019142"/>
                <a:ext cx="457200" cy="457200"/>
              </a:xfrm>
              <a:prstGeom prst="rect">
                <a:avLst/>
              </a:prstGeom>
              <a:solidFill>
                <a:srgbClr val="BAD5F1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4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7086600" y="2476342"/>
                <a:ext cx="457200" cy="457200"/>
              </a:xfrm>
              <a:prstGeom prst="rect">
                <a:avLst/>
              </a:prstGeom>
              <a:solidFill>
                <a:srgbClr val="ACCDEE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5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7543800" y="2476342"/>
                <a:ext cx="457200" cy="457200"/>
              </a:xfrm>
              <a:prstGeom prst="rect">
                <a:avLst/>
              </a:prstGeom>
              <a:solidFill>
                <a:srgbClr val="9FC5EB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6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8001000" y="2476342"/>
                <a:ext cx="457200" cy="457200"/>
              </a:xfrm>
              <a:prstGeom prst="rect">
                <a:avLst/>
              </a:prstGeom>
              <a:solidFill>
                <a:srgbClr val="E2EDF9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1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8458200" y="2476342"/>
                <a:ext cx="457200" cy="457200"/>
              </a:xfrm>
              <a:prstGeom prst="rect">
                <a:avLst/>
              </a:prstGeom>
              <a:solidFill>
                <a:srgbClr val="D5E5F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2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086600" y="2933542"/>
                <a:ext cx="457200" cy="457200"/>
              </a:xfrm>
              <a:prstGeom prst="rect">
                <a:avLst/>
              </a:prstGeom>
              <a:solidFill>
                <a:srgbClr val="91BDE9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7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543800" y="2933542"/>
                <a:ext cx="457200" cy="457200"/>
              </a:xfrm>
              <a:prstGeom prst="rect">
                <a:avLst/>
              </a:prstGeom>
              <a:solidFill>
                <a:srgbClr val="84B5E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8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8001000" y="2933542"/>
                <a:ext cx="457200" cy="457200"/>
              </a:xfrm>
              <a:prstGeom prst="rect">
                <a:avLst/>
              </a:prstGeom>
              <a:solidFill>
                <a:srgbClr val="C7DDF3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3</a:t>
                </a: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8458200" y="2933542"/>
                <a:ext cx="457200" cy="457200"/>
              </a:xfrm>
              <a:prstGeom prst="rect">
                <a:avLst/>
              </a:prstGeom>
              <a:solidFill>
                <a:srgbClr val="E2EDF9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1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7086600" y="3390742"/>
                <a:ext cx="457200" cy="457200"/>
              </a:xfrm>
              <a:prstGeom prst="rect">
                <a:avLst/>
              </a:prstGeom>
              <a:solidFill>
                <a:srgbClr val="BAD5F1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4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7543800" y="3390742"/>
                <a:ext cx="457200" cy="457200"/>
              </a:xfrm>
              <a:prstGeom prst="rect">
                <a:avLst/>
              </a:prstGeom>
              <a:solidFill>
                <a:srgbClr val="D5E5F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2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8001000" y="3390742"/>
                <a:ext cx="457200" cy="457200"/>
              </a:xfrm>
              <a:prstGeom prst="rect">
                <a:avLst/>
              </a:prstGeom>
              <a:solidFill>
                <a:srgbClr val="76ADE3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9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8458200" y="3390742"/>
                <a:ext cx="457200" cy="457200"/>
              </a:xfrm>
              <a:prstGeom prst="rect">
                <a:avLst/>
              </a:prstGeom>
              <a:solidFill>
                <a:srgbClr val="ACCDEE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200">
                    <a:solidFill>
                      <a:srgbClr val="20242E"/>
                    </a:solidFill>
                    <a:latin typeface="Avenir Book"/>
                  </a:rPr>
                  <a:t>5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7086600" y="2019142"/>
                <a:ext cx="914400" cy="914400"/>
              </a:xfrm>
              <a:prstGeom prst="rect">
                <a:avLst/>
              </a:prstGeom>
              <a:noFill/>
              <a:ln w="28575">
                <a:solidFill>
                  <a:srgbClr val="E9713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8001000" y="2019142"/>
                <a:ext cx="914400" cy="914400"/>
              </a:xfrm>
              <a:prstGeom prst="rect">
                <a:avLst/>
              </a:prstGeom>
              <a:noFill/>
              <a:ln w="28575">
                <a:solidFill>
                  <a:srgbClr val="E9713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86600" y="2933542"/>
                <a:ext cx="914400" cy="914400"/>
              </a:xfrm>
              <a:prstGeom prst="rect">
                <a:avLst/>
              </a:prstGeom>
              <a:noFill/>
              <a:ln w="28575">
                <a:solidFill>
                  <a:srgbClr val="E9713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8001000" y="2933542"/>
                <a:ext cx="914400" cy="914400"/>
              </a:xfrm>
              <a:prstGeom prst="rect">
                <a:avLst/>
              </a:prstGeom>
              <a:noFill/>
              <a:ln w="28575">
                <a:solidFill>
                  <a:srgbClr val="E9713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83" name="Connector 82"/>
              <p:cNvCxnSpPr/>
              <p:nvPr/>
            </p:nvCxnSpPr>
            <p:spPr>
              <a:xfrm>
                <a:off x="9025128" y="2933542"/>
                <a:ext cx="457200" cy="0"/>
              </a:xfrm>
              <a:prstGeom prst="line">
                <a:avLst/>
              </a:prstGeom>
              <a:ln w="20320">
                <a:solidFill>
                  <a:srgbClr val="6E7480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9683496" y="2476342"/>
                <a:ext cx="457200" cy="457200"/>
              </a:xfrm>
              <a:prstGeom prst="rect">
                <a:avLst/>
              </a:prstGeom>
              <a:solidFill>
                <a:srgbClr val="E97132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300" b="1">
                    <a:solidFill>
                      <a:srgbClr val="FFFFFF"/>
                    </a:solidFill>
                    <a:latin typeface="Avenir Book"/>
                  </a:rPr>
                  <a:t>6</a:t>
                </a: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10140696" y="2476342"/>
                <a:ext cx="457200" cy="457200"/>
              </a:xfrm>
              <a:prstGeom prst="rect">
                <a:avLst/>
              </a:prstGeom>
              <a:solidFill>
                <a:srgbClr val="E97132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300" b="1">
                    <a:solidFill>
                      <a:srgbClr val="FFFFFF"/>
                    </a:solidFill>
                    <a:latin typeface="Avenir Book"/>
                  </a:rPr>
                  <a:t>4</a:t>
                </a: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9683496" y="2933542"/>
                <a:ext cx="457200" cy="457200"/>
              </a:xfrm>
              <a:prstGeom prst="rect">
                <a:avLst/>
              </a:prstGeom>
              <a:solidFill>
                <a:srgbClr val="E97132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300" b="1">
                    <a:solidFill>
                      <a:srgbClr val="FFFFFF"/>
                    </a:solidFill>
                    <a:latin typeface="Avenir Book"/>
                  </a:rPr>
                  <a:t>8</a:t>
                </a: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0140696" y="2933542"/>
                <a:ext cx="457200" cy="457200"/>
              </a:xfrm>
              <a:prstGeom prst="rect">
                <a:avLst/>
              </a:prstGeom>
              <a:solidFill>
                <a:srgbClr val="E97132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300" b="1">
                    <a:solidFill>
                      <a:srgbClr val="FFFFFF"/>
                    </a:solidFill>
                    <a:latin typeface="Avenir Book"/>
                  </a:rPr>
                  <a:t>9</a:t>
                </a:r>
              </a:p>
            </p:txBody>
          </p:sp>
        </p:grpSp>
        <p:sp>
          <p:nvSpPr>
            <p:cNvPr id="91" name="TextBox 90"/>
            <p:cNvSpPr txBox="1"/>
            <p:nvPr/>
          </p:nvSpPr>
          <p:spPr>
            <a:xfrm>
              <a:off x="640080" y="5358662"/>
              <a:ext cx="2743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550" b="1" i="0">
                  <a:solidFill>
                    <a:srgbClr val="E97132"/>
                  </a:solidFill>
                  <a:latin typeface="Avenir Book"/>
                </a:rPr>
                <a:t>•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896112" y="5372378"/>
              <a:ext cx="10716768" cy="6217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350" b="1" i="0">
                  <a:solidFill>
                    <a:srgbClr val="20242E"/>
                  </a:solidFill>
                  <a:latin typeface="Avenir Book"/>
                </a:rPr>
                <a:t>Pooling:</a:t>
              </a:r>
              <a:r>
                <a:rPr sz="1350" b="0" i="0">
                  <a:solidFill>
                    <a:srgbClr val="20242E"/>
                  </a:solidFill>
                  <a:latin typeface="Avenir Book"/>
                </a:rPr>
                <a:t> summarise each neighbourhood by its strongest response — shrinking the map and buying tolerance to small shifts.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Message passing: convolution for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135013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Round 1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011680" y="2446046"/>
            <a:ext cx="1143000" cy="6286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54680" y="2446046"/>
            <a:ext cx="1143000" cy="6286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297430" y="3074696"/>
            <a:ext cx="857250" cy="9715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54680" y="3074696"/>
            <a:ext cx="971550" cy="91440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68680" y="1874546"/>
            <a:ext cx="1143000" cy="57150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97680" y="1817396"/>
            <a:ext cx="1143000" cy="6286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2596922"/>
            <a:ext cx="571500" cy="31432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451860" y="2596922"/>
            <a:ext cx="571500" cy="31432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503170" y="3327299"/>
            <a:ext cx="428625" cy="48577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407283" y="3312440"/>
            <a:ext cx="485775" cy="457200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962656" y="2882672"/>
            <a:ext cx="384048" cy="384048"/>
          </a:xfrm>
          <a:prstGeom prst="ellipse">
            <a:avLst/>
          </a:prstGeom>
          <a:solidFill>
            <a:srgbClr val="E97132"/>
          </a:solidFill>
          <a:ln w="19050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56232" y="2290598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42232" y="2290598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41982" y="3890798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70782" y="3833648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3232" y="171909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85232" y="166194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79" y="136880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Round 2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772400" y="2464708"/>
            <a:ext cx="1143000" cy="6286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15400" y="2464708"/>
            <a:ext cx="1143000" cy="6286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058150" y="3093358"/>
            <a:ext cx="857250" cy="9715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15400" y="3093358"/>
            <a:ext cx="971550" cy="91440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629400" y="1893208"/>
            <a:ext cx="1143000" cy="57150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058400" y="1836058"/>
            <a:ext cx="1143000" cy="62865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03720" y="2030368"/>
            <a:ext cx="571500" cy="285750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355580" y="1986934"/>
            <a:ext cx="571500" cy="31432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46720" y="2615584"/>
            <a:ext cx="571500" cy="31432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2580" y="2615584"/>
            <a:ext cx="571500" cy="31432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263890" y="3345961"/>
            <a:ext cx="428625" cy="485775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9168003" y="3331102"/>
            <a:ext cx="485775" cy="457200"/>
          </a:xfrm>
          <a:prstGeom prst="line">
            <a:avLst/>
          </a:prstGeom>
          <a:ln w="254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723376" y="2901334"/>
            <a:ext cx="384048" cy="384048"/>
          </a:xfrm>
          <a:prstGeom prst="ellipse">
            <a:avLst/>
          </a:prstGeom>
          <a:solidFill>
            <a:srgbClr val="E97132"/>
          </a:solidFill>
          <a:ln w="19050">
            <a:solidFill>
              <a:srgbClr val="B4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16952" y="2309260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02952" y="2309260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902702" y="3909460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731502" y="3852310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73952" y="1737760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045952" y="1680610"/>
            <a:ext cx="310896" cy="31089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82140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835122"/>
            <a:ext cx="1071676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 dirty="0">
                <a:solidFill>
                  <a:srgbClr val="20242E"/>
                </a:solidFill>
                <a:latin typeface="Avenir Book"/>
              </a:rPr>
              <a:t>Each round, every atom collects a </a:t>
            </a:r>
            <a:r>
              <a:rPr sz="1350" b="1" i="0" dirty="0">
                <a:solidFill>
                  <a:srgbClr val="20242E"/>
                </a:solidFill>
                <a:latin typeface="Avenir Book"/>
              </a:rPr>
              <a:t>message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from each of its </a:t>
            </a:r>
            <a:r>
              <a:rPr sz="1350" b="0" i="0" dirty="0" err="1">
                <a:solidFill>
                  <a:srgbClr val="20242E"/>
                </a:solidFill>
                <a:latin typeface="Avenir Book"/>
              </a:rPr>
              <a:t>neighbours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and updates its own representation. After k rounds an atom knows about its k-bond </a:t>
            </a:r>
            <a:r>
              <a:rPr sz="1350" b="0" i="0" dirty="0" err="1">
                <a:solidFill>
                  <a:srgbClr val="20242E"/>
                </a:solidFill>
                <a:latin typeface="Avenir Book"/>
              </a:rPr>
              <a:t>neighbourhood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" y="6153912"/>
            <a:ext cx="1071676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 dirty="0">
                <a:solidFill>
                  <a:srgbClr val="20242E"/>
                </a:solidFill>
                <a:latin typeface="Avenir Book"/>
              </a:rPr>
              <a:t>Gilmer et al. (2017) unified these models as MPNNs and reached DFT-level accuracy on QM9 molecular properties.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8C26-2FCB-D2D4-56AA-DBFD0054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C595E9-9D47-0C39-BE20-56EBA2F07BE0}"/>
              </a:ext>
            </a:extLst>
          </p:cNvPr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Outline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4A310-E9D3-9DCC-FB54-A775E7E6D616}"/>
              </a:ext>
            </a:extLst>
          </p:cNvPr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>
            <a:extLst>
              <a:ext uri="{FF2B5EF4-FFF2-40B4-BE49-F238E27FC236}">
                <a16:creationId xmlns:a16="http://schemas.microsoft.com/office/drawing/2014/main" id="{71143320-3007-45E5-866E-39FA7EA1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A37C68-D95B-5EA4-8487-A93EA6B6CD4B}"/>
              </a:ext>
            </a:extLst>
          </p:cNvPr>
          <p:cNvSpPr txBox="1"/>
          <p:nvPr/>
        </p:nvSpPr>
        <p:spPr>
          <a:xfrm>
            <a:off x="1691640" y="117587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b="1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E28FCA-478C-A5D4-BDC6-C35F1CBEF5B9}"/>
              </a:ext>
            </a:extLst>
          </p:cNvPr>
          <p:cNvSpPr txBox="1"/>
          <p:nvPr/>
        </p:nvSpPr>
        <p:spPr>
          <a:xfrm>
            <a:off x="1947672" y="1189591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Deep Learning Definition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2E3B4-2A54-5303-CE44-5B7B728881F3}"/>
              </a:ext>
            </a:extLst>
          </p:cNvPr>
          <p:cNvSpPr txBox="1"/>
          <p:nvPr/>
        </p:nvSpPr>
        <p:spPr>
          <a:xfrm>
            <a:off x="1691640" y="171537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D3498-4511-A553-44D2-57BB28BC3EA3}"/>
              </a:ext>
            </a:extLst>
          </p:cNvPr>
          <p:cNvSpPr txBox="1"/>
          <p:nvPr/>
        </p:nvSpPr>
        <p:spPr>
          <a:xfrm>
            <a:off x="1947672" y="1729086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Limitation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s of Linear Models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CECBB-2B91-EA85-A86C-FFA976491D2F}"/>
              </a:ext>
            </a:extLst>
          </p:cNvPr>
          <p:cNvSpPr txBox="1"/>
          <p:nvPr/>
        </p:nvSpPr>
        <p:spPr>
          <a:xfrm>
            <a:off x="1691640" y="22657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81CD3-AB78-8B73-6584-E30B580DED2B}"/>
              </a:ext>
            </a:extLst>
          </p:cNvPr>
          <p:cNvSpPr txBox="1"/>
          <p:nvPr/>
        </p:nvSpPr>
        <p:spPr>
          <a:xfrm>
            <a:off x="1947672" y="2279469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The Perceptron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EF3FE-D1C4-C28C-28BA-33AFC9E0DBE9}"/>
              </a:ext>
            </a:extLst>
          </p:cNvPr>
          <p:cNvSpPr txBox="1"/>
          <p:nvPr/>
        </p:nvSpPr>
        <p:spPr>
          <a:xfrm>
            <a:off x="1691640" y="277650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541A7-D103-7E90-F7D9-13E23C86DC33}"/>
              </a:ext>
            </a:extLst>
          </p:cNvPr>
          <p:cNvSpPr txBox="1"/>
          <p:nvPr/>
        </p:nvSpPr>
        <p:spPr>
          <a:xfrm>
            <a:off x="1947672" y="2790225"/>
            <a:ext cx="907084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Neural Networks: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Example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Weights fitting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Model Capacity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r>
              <a:rPr lang="en-US" sz="1750" dirty="0">
                <a:solidFill>
                  <a:srgbClr val="20242E"/>
                </a:solidFill>
                <a:latin typeface="Avenir Book"/>
              </a:rPr>
              <a:t>Regularization</a:t>
            </a:r>
          </a:p>
          <a:p>
            <a:pPr marL="285750" indent="-285750" algn="l">
              <a:lnSpc>
                <a:spcPct val="115000"/>
              </a:lnSpc>
              <a:spcAft>
                <a:spcPts val="0"/>
              </a:spcAft>
              <a:buFontTx/>
              <a:buChar char="-"/>
            </a:pP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1440C-543D-F2C1-E387-7A7830F0BE5B}"/>
              </a:ext>
            </a:extLst>
          </p:cNvPr>
          <p:cNvSpPr txBox="1"/>
          <p:nvPr/>
        </p:nvSpPr>
        <p:spPr>
          <a:xfrm>
            <a:off x="1691640" y="4765747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04ACD-D354-7669-EDD3-E72DA2621763}"/>
              </a:ext>
            </a:extLst>
          </p:cNvPr>
          <p:cNvSpPr txBox="1"/>
          <p:nvPr/>
        </p:nvSpPr>
        <p:spPr>
          <a:xfrm>
            <a:off x="1947672" y="4791970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Complex </a:t>
            </a:r>
            <a:r>
              <a:rPr lang="en-US" sz="1750" dirty="0">
                <a:solidFill>
                  <a:srgbClr val="20242E"/>
                </a:solidFill>
                <a:latin typeface="Avenir Book"/>
              </a:rPr>
              <a:t>a</a:t>
            </a:r>
            <a:r>
              <a:rPr sz="1750" i="0" dirty="0">
                <a:solidFill>
                  <a:srgbClr val="20242E"/>
                </a:solidFill>
                <a:latin typeface="Avenir Book"/>
              </a:rPr>
              <a:t>rchitectures: convolution, pooling, message passing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E0DCA-912D-A603-1AB8-49A19C568C83}"/>
              </a:ext>
            </a:extLst>
          </p:cNvPr>
          <p:cNvSpPr txBox="1"/>
          <p:nvPr/>
        </p:nvSpPr>
        <p:spPr>
          <a:xfrm>
            <a:off x="1691640" y="5305244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28E13-1703-560D-2C58-F9637148C220}"/>
              </a:ext>
            </a:extLst>
          </p:cNvPr>
          <p:cNvSpPr txBox="1"/>
          <p:nvPr/>
        </p:nvSpPr>
        <p:spPr>
          <a:xfrm>
            <a:off x="1947672" y="5331466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 dirty="0">
                <a:solidFill>
                  <a:srgbClr val="20242E"/>
                </a:solidFill>
                <a:latin typeface="Avenir Book"/>
              </a:rPr>
              <a:t>Physics-infused networks: putting chemistry into the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BF629E-598F-C651-870E-734790A1CA5F}"/>
              </a:ext>
            </a:extLst>
          </p:cNvPr>
          <p:cNvSpPr txBox="1"/>
          <p:nvPr/>
        </p:nvSpPr>
        <p:spPr>
          <a:xfrm>
            <a:off x="1691640" y="5844739"/>
            <a:ext cx="274320" cy="2748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50" i="0" dirty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59D8C-9C9D-6044-E30A-214CEEB4B24B}"/>
              </a:ext>
            </a:extLst>
          </p:cNvPr>
          <p:cNvSpPr txBox="1"/>
          <p:nvPr/>
        </p:nvSpPr>
        <p:spPr>
          <a:xfrm>
            <a:off x="1947672" y="5870962"/>
            <a:ext cx="9070848" cy="350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750" i="0" dirty="0">
                <a:solidFill>
                  <a:srgbClr val="20242E"/>
                </a:solidFill>
                <a:latin typeface="Avenir Book"/>
              </a:rPr>
              <a:t>Conclusion</a:t>
            </a:r>
            <a:endParaRPr sz="1750" i="0" dirty="0">
              <a:solidFill>
                <a:srgbClr val="20242E"/>
              </a:solidFill>
              <a:latin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3097093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Including Symmetries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10515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original molecule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154680" y="2358237"/>
            <a:ext cx="747064" cy="275235"/>
          </a:xfrm>
          <a:prstGeom prst="line">
            <a:avLst/>
          </a:prstGeom>
          <a:ln w="3048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722168" y="1965045"/>
            <a:ext cx="432512" cy="668427"/>
          </a:xfrm>
          <a:prstGeom prst="line">
            <a:avLst/>
          </a:prstGeom>
          <a:ln w="3048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761488" y="2633472"/>
            <a:ext cx="393192" cy="668426"/>
          </a:xfrm>
          <a:prstGeom prst="line">
            <a:avLst/>
          </a:prstGeom>
          <a:ln w="3048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17520" y="2496312"/>
            <a:ext cx="274320" cy="274320"/>
          </a:xfrm>
          <a:prstGeom prst="ellipse">
            <a:avLst/>
          </a:prstGeom>
          <a:solidFill>
            <a:srgbClr val="E9713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64584" y="2221077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85008" y="1827885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24328" y="316473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901744" y="2200960"/>
            <a:ext cx="432512" cy="157277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486253" y="1571853"/>
            <a:ext cx="235915" cy="393192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41300" y="3301898"/>
            <a:ext cx="220188" cy="393192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66559" y="10515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rotated molecule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641080" y="1863644"/>
            <a:ext cx="203039" cy="769828"/>
          </a:xfrm>
          <a:prstGeom prst="line">
            <a:avLst/>
          </a:prstGeom>
          <a:ln w="3048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7845458" y="2604370"/>
            <a:ext cx="795622" cy="29102"/>
          </a:xfrm>
          <a:prstGeom prst="line">
            <a:avLst/>
          </a:prstGeom>
          <a:ln w="3048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41080" y="2633472"/>
            <a:ext cx="322017" cy="705477"/>
          </a:xfrm>
          <a:prstGeom prst="line">
            <a:avLst/>
          </a:prstGeom>
          <a:ln w="3048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503919" y="2496312"/>
            <a:ext cx="274320" cy="274320"/>
          </a:xfrm>
          <a:prstGeom prst="ellipse">
            <a:avLst/>
          </a:prstGeom>
          <a:solidFill>
            <a:srgbClr val="E9713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06959" y="1726484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08298" y="2467210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5937" y="3201789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8844119" y="1419141"/>
            <a:ext cx="119245" cy="444503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388059" y="2572095"/>
            <a:ext cx="457399" cy="32275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63097" y="3338949"/>
            <a:ext cx="195789" cy="405893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80160" y="37307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energy  E = −152.3 kcal/mol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307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energy  E = −152.3 kcal/mol   (unchanged → invariant)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6849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 dirty="0">
                <a:solidFill>
                  <a:srgbClr val="A02B93"/>
                </a:solidFill>
                <a:latin typeface="Avenir Book"/>
              </a:rPr>
              <a:t>the force vectors rotate with the molecule → equivariant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9376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707478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0242E"/>
                </a:solidFill>
                <a:latin typeface="Avenir Book"/>
              </a:rPr>
              <a:t>Invariant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— rotate or translate a molecule and its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energy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does not change.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7781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5091526"/>
            <a:ext cx="10625328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0242E"/>
                </a:solidFill>
                <a:latin typeface="Avenir Book"/>
              </a:rPr>
              <a:t>Equivariant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 — rotate a molecule and its </a:t>
            </a:r>
            <a:r>
              <a:rPr sz="1400" b="1" i="0" dirty="0">
                <a:solidFill>
                  <a:srgbClr val="20242E"/>
                </a:solidFill>
                <a:latin typeface="Avenir Book"/>
              </a:rPr>
              <a:t>force vectors rotate with it</a:t>
            </a:r>
            <a:r>
              <a:rPr sz="1400" b="0" i="0" dirty="0">
                <a:solidFill>
                  <a:srgbClr val="20242E"/>
                </a:solidFill>
                <a:latin typeface="Avenir Book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6185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475574"/>
            <a:ext cx="106253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20242E"/>
                </a:solidFill>
                <a:latin typeface="Avenir Book"/>
              </a:rPr>
              <a:t>A plain network fed raw coordinates has to learn this from data, wasting capacity — or worse, it never quite learns it and predicts different energies for the same molecule.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Ways to put physics into a neural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2448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38202"/>
            <a:ext cx="1062532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0242E"/>
                </a:solidFill>
                <a:latin typeface="Avenir Book"/>
              </a:rPr>
              <a:t>Symmetry in the architecture</a:t>
            </a:r>
            <a:r>
              <a:rPr sz="1500" b="0" i="0">
                <a:solidFill>
                  <a:srgbClr val="20242E"/>
                </a:solidFill>
                <a:latin typeface="Avenir Book"/>
              </a:rPr>
              <a:t> — invariant or equivariant layers. This is what modern interatomic potentials do, and it buys enormous data efficiency: equivariant models have matched earlier architectures with up to ~1000× less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1203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125754"/>
            <a:ext cx="1062532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0242E"/>
                </a:solidFill>
                <a:latin typeface="Avenir Book"/>
              </a:rPr>
              <a:t>Physics in the loss (PINNs)</a:t>
            </a:r>
            <a:r>
              <a:rPr sz="1500" b="0" i="0">
                <a:solidFill>
                  <a:srgbClr val="20242E"/>
                </a:solidFill>
                <a:latin typeface="Avenir Book"/>
              </a:rPr>
              <a:t> — add the residual of a governing equation to the loss, so the network is penalised for violating known physics. Widely used for PDE-constrained problems in transport, kinetics and spectroscopy.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9959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113306"/>
            <a:ext cx="1062532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 dirty="0">
                <a:solidFill>
                  <a:srgbClr val="20242E"/>
                </a:solidFill>
                <a:latin typeface="Avenir Book"/>
              </a:rPr>
              <a:t>Conservation by construction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 — predict the energy, then obtain forces as </a:t>
            </a:r>
            <a:r>
              <a:rPr sz="1500" b="1" i="0" dirty="0">
                <a:solidFill>
                  <a:srgbClr val="20242E"/>
                </a:solidFill>
                <a:latin typeface="Avenir Book"/>
              </a:rPr>
              <a:t>−∂E/∂r</a:t>
            </a:r>
            <a:r>
              <a:rPr sz="1500" b="0" i="0" dirty="0">
                <a:solidFill>
                  <a:srgbClr val="20242E"/>
                </a:solidFill>
                <a:latin typeface="Avenir Book"/>
              </a:rPr>
              <a:t>. Energy conservation then holds by construction rather than by hope.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59" y="61447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7480"/>
                </a:solidFill>
                <a:latin typeface="Aptos" panose="020B0004020202020204" pitchFamily="34" charset="0"/>
              </a:rPr>
              <a:t>Batzner et al. Nat. Commun. 13, 2453 (2022)  ·  Raissi, Perdikaris &amp; Karniadakis, J. Comput. Phys. 378, 686 (2019)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 dirty="0">
                <a:solidFill>
                  <a:srgbClr val="20242E"/>
                </a:solidFill>
                <a:latin typeface="Avenir Book"/>
              </a:rPr>
              <a:t>Where this is heading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121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10625328" cy="969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0242E"/>
                </a:solidFill>
                <a:latin typeface="Avenir Book"/>
              </a:rPr>
              <a:t>Graph neural networks</a:t>
            </a:r>
            <a:r>
              <a:rPr sz="1600" b="0" i="0" dirty="0">
                <a:solidFill>
                  <a:srgbClr val="20242E"/>
                </a:solidFill>
                <a:latin typeface="Avenir Book"/>
              </a:rPr>
              <a:t> treat the molecule as atoms and bonds — the natural representation. Adding rotational equivariance on top is what makes today's machine-learned interatomic potentials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115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04872"/>
            <a:ext cx="1062532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0242E"/>
                </a:solidFill>
                <a:latin typeface="Avenir Book"/>
              </a:rPr>
              <a:t>Foundation potentials</a:t>
            </a:r>
            <a:r>
              <a:rPr sz="1600" b="0" i="0" dirty="0">
                <a:solidFill>
                  <a:srgbClr val="20242E"/>
                </a:solidFill>
                <a:latin typeface="Avenir Book"/>
              </a:rPr>
              <a:t> trained on millions of DFT calculations can now be fine-tuned to your own system with a few hundred extra data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2608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39798"/>
            <a:ext cx="10625328" cy="969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0242E"/>
                </a:solidFill>
                <a:latin typeface="Avenir Book"/>
              </a:rPr>
              <a:t>The trade-off is real:</a:t>
            </a:r>
            <a:r>
              <a:rPr sz="1600" b="0" i="0" dirty="0">
                <a:solidFill>
                  <a:srgbClr val="20242E"/>
                </a:solidFill>
                <a:latin typeface="Avenir Book"/>
              </a:rPr>
              <a:t> more built-in physics means better data efficiency and generalization, but more engineering effort — and it hurts if the assumed symmetry is only approximate for your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3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156082"/>
                </a:solidFill>
                <a:latin typeface="Avenir Book"/>
              </a:rPr>
              <a:t>Next lecture: graph neural networks and machine-learned interatomic potentials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800" dirty="0">
                <a:solidFill>
                  <a:srgbClr val="20242E"/>
                </a:solidFill>
                <a:latin typeface="Avenir Book"/>
              </a:rPr>
              <a:t>Parameter/Data ratio</a:t>
            </a:r>
            <a:endParaRPr sz="28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1364"/>
              </p:ext>
            </p:extLst>
          </p:nvPr>
        </p:nvGraphicFramePr>
        <p:xfrm>
          <a:off x="2438384" y="2032711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venir Book"/>
                        </a:rPr>
                        <a:t>Dataset size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venir Book"/>
                        </a:rPr>
                        <a:t>Models</a:t>
                      </a:r>
                      <a:endParaRPr sz="1350" b="1" dirty="0">
                        <a:solidFill>
                          <a:srgbClr val="FFFFFF"/>
                        </a:solidFill>
                        <a:latin typeface="Avenir Book"/>
                      </a:endParaRP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56082"/>
                          </a:solidFill>
                          <a:latin typeface="Avenir Book"/>
                        </a:rPr>
                        <a:t>&lt; ~1,000 points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6E7480"/>
                          </a:solidFill>
                          <a:latin typeface="Avenir Book"/>
                        </a:rPr>
                        <a:t>classical ML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20242E"/>
                          </a:solidFill>
                          <a:latin typeface="Avenir Book"/>
                        </a:rPr>
                        <a:t>(random forest, GP, kernel ridge)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56082"/>
                          </a:solidFill>
                          <a:latin typeface="Avenir Book"/>
                        </a:rPr>
                        <a:t>~1,000 –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dirty="0">
                          <a:solidFill>
                            <a:srgbClr val="6E7480"/>
                          </a:solidFill>
                          <a:latin typeface="Avenir Book"/>
                        </a:rPr>
                        <a:t>small networks, or architectures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400" b="1" dirty="0">
                          <a:solidFill>
                            <a:srgbClr val="20242E"/>
                          </a:solidFill>
                          <a:latin typeface="Avenir Book"/>
                        </a:rPr>
                        <a:t>with physics built 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56082"/>
                          </a:solidFill>
                          <a:latin typeface="Avenir Book"/>
                        </a:rPr>
                        <a:t>&gt; ~10,000, or a pretrained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56082"/>
                          </a:solidFill>
                          <a:latin typeface="Avenir Book"/>
                        </a:rPr>
                        <a:t>model you can fine-tune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300" b="0" dirty="0">
                          <a:solidFill>
                            <a:srgbClr val="20242E"/>
                          </a:solidFill>
                          <a:latin typeface="Avenir Book"/>
                        </a:rPr>
                        <a:t>deep learning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Four questions before you train a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31520" y="1344168"/>
            <a:ext cx="292608" cy="2926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Boo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25880"/>
            <a:ext cx="1046988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Is the relationship actually nonlinear?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Fit a linear or kernel baseline first. If it does the job, you are finished — and you have something interpretable.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30552"/>
            <a:ext cx="292608" cy="2926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12264"/>
            <a:ext cx="1046988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 dirty="0">
                <a:solidFill>
                  <a:srgbClr val="20242E"/>
                </a:solidFill>
                <a:latin typeface="Avenir Book"/>
              </a:rPr>
              <a:t>Do you need gradients?</a:t>
            </a:r>
            <a:r>
              <a:rPr sz="1550" b="0" i="0" dirty="0">
                <a:solidFill>
                  <a:srgbClr val="20242E"/>
                </a:solidFill>
                <a:latin typeface="Avenir Book"/>
              </a:rPr>
              <a:t> If you need forces or want to run dynamics, a differentiable network gives them for free via backpropagation.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16936"/>
            <a:ext cx="292608" cy="2926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Book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98648"/>
            <a:ext cx="1046988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Will you run it many times?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Screening thousands of candidates amortizes the training cost. A one-off analysis does not.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03320"/>
            <a:ext cx="292608" cy="2926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85032"/>
            <a:ext cx="1046988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Can you check it?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Hold out a genuinely independent test set. For a surrogate of DFT, spot-check against DFT on new chemistry before you trust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10911809" cy="56692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449824"/>
            <a:ext cx="1045460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500" b="1" i="0" dirty="0">
                <a:solidFill>
                  <a:srgbClr val="156082"/>
                </a:solidFill>
                <a:latin typeface="Avenir Book"/>
              </a:rPr>
              <a:t>Compare to a baseline</a:t>
            </a:r>
            <a:endParaRPr sz="1500" b="1" i="0" dirty="0">
              <a:solidFill>
                <a:srgbClr val="156082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Take-home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1417320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9848" y="1655063"/>
            <a:ext cx="512064" cy="512064"/>
          </a:xfrm>
          <a:prstGeom prst="ellipse">
            <a:avLst/>
          </a:prstGeom>
          <a:solidFill>
            <a:srgbClr val="E97132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venir Boo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45336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A neural network is layers of weighted sums glued together by nonlinear activations — nothing more mysterious than that.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" y="2752344"/>
            <a:ext cx="512064" cy="512064"/>
          </a:xfrm>
          <a:prstGeom prst="ellipse">
            <a:avLst/>
          </a:prstGeom>
          <a:solidFill>
            <a:srgbClr val="E97132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venir Boo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42616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Training means following the gradient of the loss downhill. It works well, but it is not guaranteed: initialization, learning rate and plateaus all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11880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9848" y="3849624"/>
            <a:ext cx="512064" cy="512064"/>
          </a:xfrm>
          <a:prstGeom prst="ellipse">
            <a:avLst/>
          </a:prstGeom>
          <a:solidFill>
            <a:srgbClr val="E97132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venir 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39896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Capacity cuts both ways. Count your parameters, watch a validation set, and regularize with early stopping, weight decay and dropout.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9848" y="4946904"/>
            <a:ext cx="512064" cy="512064"/>
          </a:xfrm>
          <a:prstGeom prst="ellipse">
            <a:avLst/>
          </a:prstGeom>
          <a:solidFill>
            <a:srgbClr val="E97132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venir Boo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37176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Choose the architecture that matches the structure of your data — and in chemistry, build the symmetry 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78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571544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dmol.pub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Deep Learning for Molecules &amp; Materials, A. D. White. Chemistry-first, with runnable notebooks.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36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57344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 dirty="0" err="1">
                <a:solidFill>
                  <a:srgbClr val="20242E"/>
                </a:solidFill>
                <a:latin typeface="Avenir Book"/>
              </a:rPr>
              <a:t>introtodeeplearning.com</a:t>
            </a:r>
            <a:r>
              <a:rPr sz="1450" b="0" i="0" dirty="0">
                <a:solidFill>
                  <a:srgbClr val="20242E"/>
                </a:solidFill>
                <a:latin typeface="Avenir Book"/>
              </a:rPr>
              <a:t> — MIT 6.S191. Excellent lectures on the perceptron, training and regularization.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94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43144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Krizhevsky, Sutskever &amp; Hinton,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AlexNet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NeurIPS (2012).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66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00344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Gilmer et al.,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Neural Message Passing for Quantum Chemistry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ICML (2017); arXiv:1704.01212.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38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857544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Jumper et al.,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AlphaFold2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Nature 596, 583 (2021).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010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314744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Merchant et al.,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GNoME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Nature 624, 80 (2023).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82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771944"/>
            <a:ext cx="106253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Batzner et al.,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NequIP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(equivariant potentials), Nat. Commun. 13, 2453 (2022).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54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229144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0242E"/>
                </a:solidFill>
                <a:latin typeface="Avenir Book"/>
              </a:rPr>
              <a:t>Raissi, Perdikaris &amp; Karniadakis,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Physics-informed neural networks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J. Comput. Phys. 378, 686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3087</Words>
  <Application>Microsoft Macintosh PowerPoint</Application>
  <PresentationFormat>Widescreen</PresentationFormat>
  <Paragraphs>743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Schleinitz, Jules</cp:lastModifiedBy>
  <cp:revision>24</cp:revision>
  <dcterms:created xsi:type="dcterms:W3CDTF">2013-01-27T09:14:16Z</dcterms:created>
  <dcterms:modified xsi:type="dcterms:W3CDTF">2026-08-11T20:24:32Z</dcterms:modified>
  <cp:category/>
</cp:coreProperties>
</file>